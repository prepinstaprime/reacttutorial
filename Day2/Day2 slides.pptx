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07T13:36:02.8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1181 2639 23455,'37'-14'387,"20"4"-351,-7 9 1,6 1-1800,3-2 0,2-1 1774,-18 0 0,-1 0 1,1-1-3,1-1 0,0-1 1,-2 0 283,8-1 1,-1-2-230,12-4 1,-5-2 120,-2-7-84,-20 7 0,-8-3 662,-21-12-674,-25-1 96,-19-1 246,-13 2-1341,21 15 0,2 2 1123,-10-4 1282,5 3-1400,29 11 223,1 1-301,5 2 11,6 7-22,6 7 3397,6 15-3398,4 12-10,-1 12 2,-11-23 0,-1 2-282,-1 2 0,-1 1-1922,1 1 0,-1 0 1993,6 26 1,-6-24 0,-4-18 0</inkml:trace>
  <inkml:trace contextRef="#ctx0" brushRef="#br0" timeOffset="1640">2990 2959 20783,'-1'-54'1359,"0"0"0,1-8 1,0 7-609,0 16-5952,1-10 5346,-1 30 1292,0 12-1504,0 10 943,1 10-859,2 15-6,3 15 6,2 12-11,-3 7-126,-2-13 131,-3-14 0,-1 0-17,-2 6 3350,-1 10-3322,1-27 404,1-13-163,2-16-207,0-12-11,-1-20-23,5-21-8,0 18 0,2-3-534,3-8 0,1-2 514,2-5 1,1-1 19,2 1 0,0 0-3,0 6 0,0 3-231,-1 6 1,0 3 216,-1 7 1,1 3-38,13-15-10,1 16 33,4 15 17,2 14-11,3 16-11,-2 14-18,-8 15 40,-14 11 389,-15-25 1,-6 1-396,-5 2 0,-4-1-11,-6-1 1,-5-1-1346,-6 1 1,0-2 1378,-12 6 16,-7-5 46,33-24-18,3-1-10,9-5-7,6-1 269,2 2-324,4 6 3403,5 4-3409,11 8 23,12 3 11,17 2-201,-17-14 1,3-1 188,5 1 1,2-2-346,3-1 0,1-2 104,0 0 1,1-1-423,-3-2 0,1-1-684,-3-1 1,-1-2-1527,-3-2 1,-2-2 2867,19-3 0,-23-1 0,-19 5 0</inkml:trace>
  <inkml:trace contextRef="#ctx0" brushRef="#br0" timeOffset="2398">3895 2688 26150,'-24'-21'39,"-1"0"0,-14-13-22,39 40-17,2 1 11,2 6 11,9 0 1,-1-5 27,13-2 12,-1-10-17,9-5-3353,7-13 3352,-13 3 63,1-9 16,-20 7-17,-6-3-33,-13 2 0,-13 7 73,-26 8-107,12 7 6,-18 11 3369,26 5-3408,-1 10-3410,11 15 3399,10-10 5,8 19-23,13-11-21,10 10-68,15-2-543,-3-20 0,2-4 392,19 8-107,-8-14 1,2-4-225,-12-8 1,0-3 209,10-2 1,2-3 217,-2-3 1,-1-5 168,-3-3 0,-2-3 95,-6 0 0,-3-3 176,-5-4 1,-4-2-51,1-8 3065,-10-14-2784,-14 18-52,-8-6 35,-13 2 931,-4 10-1363,-3 7 518,-4 12-529,3 10-23,-13 12-5,9 8-6,3 12-16,15-9 5,4 10-6,9-8-16,5 6 10,10-7 46,9-9 61,6-10-11,3-14-5,1-11-1,0-14-11,-3-7 34,-3-5 28,-4 2 22,-3 2 51,-5 8 38,-3 8-55,-6 9-185,-3 7-5,-1 5 5,0 4-12,-2 8-10,-1 8-28,1 9-230,8 18-387,12-3 79,4 0-185,8-11-1599,-3-13 0,4-1 2255,1-3 0,0 0 0,23 14 0,-14-15 0</inkml:trace>
  <inkml:trace contextRef="#ctx0" brushRef="#br0" timeOffset="2916">5139 2774 24379,'-2'-50'573,"1"1"1,2 7-1,-4 7 21,-23 2-243,3 17-283,-22-2-52,17 16-10,-11 11-56,17 9 76,-1 10-65,10 21-3400,13 2 3333,5 2-269,17 6-762,5-11 750,-6-17 1,3-2-123,4 0 1,3-2 107,12-2 1,1-3 313,-13-7 0,0-3-11,13-1 0,-2-5 238,6-14 236,10-6 329,-11-10 696,-9-10-987,-19 10 236,-7-10-197,-11 8 2905,0-8-3139,-2-6 33,1-22-208,0 29 1,1 1-31,0-2 0,1-2 11,2-7 1,1 0 162,1 4 0,0-1-166,3-17 0,0 0 139,-4 14 1,0 2-112,0 1 1,-2 5 16,-4 3 51,-2 11-95,-1 12-23,0 4 0,1 3 430,1 10-430,-2 24 0,0-1 0,2 2 0,1 4-188,0-6 1,2 3 187,4 23 0,2 2-511,-2-17 1,1 0 450,2-2 0,2 4 0,1-4-282,3 1 1,1 0-488,3 8 0,1 1-2143,-1-5 1,-1-2 2385,-3-9 0,-1-4 0,2 7 0,-8-20 0</inkml:trace>
  <inkml:trace contextRef="#ctx0" brushRef="#br0" timeOffset="3065">5414 2738 22789,'-7'-3'3327,"2"0"-2941,5 3-402,0 0-332,64-69-1596,-22 48 1944,1-5 0,8-5 0,-8 10 0,0 14 0,-10 3 0,0-1 0</inkml:trace>
  <inkml:trace contextRef="#ctx0" brushRef="#br0" timeOffset="3766">7514 2751 23511,'-6'-52'1030,"-1"0"1,1 6 0,1 9-908,1 20-123,1 9-11,5 15 28,4 13 0,4 20-12,5 17-145,-9-22 1,-1 1 144,-2 2 1,-1-1-1,-5 1 1,-2-2 5,-2-3 1,-2-1 32,-15 19 107,2-18 68,5-17-124,7-23-67,5-8-1651,4-16 1,4-6 1627,3 0 1,1-2-1,-1-6 1,2-4-382,4 3 1,1-3-1,0 6 387,-3 7 1,0 2-50,7-26 1,1 2 110,-1 3-51,-2 9-11,-3 16-5,1 23 2656,7 13-2674,15 9 24,16 14 683,-21-8 0,1 1-712,2 3 0,-1 3-8,-2 2 0,-1 3-62,-3 0 0,-3 3-223,-4 0 1,-4 2-209,-4-3 0,-3 1-406,-5-3 0,-3-1-2039,-11 18-3938,-10-15 6901,-1-17 0,6-11 0,7-5 0</inkml:trace>
  <inkml:trace contextRef="#ctx0" brushRef="#br0" timeOffset="3923">7756 2814 20604,'-44'-34'1447,"-1"1"0,6 3 0,7 3-1021,15 5-280,9 4-135,14 4-61,15 1-108,26 3-66,-13 5 0,3 2-847,9-1 0,3 1-232,6 1 1,2 1 1302,-13 0 0,0 0 0,-4 0 0,-3 1 0,-3-1 0,28 1 0</inkml:trace>
  <inkml:trace contextRef="#ctx0" brushRef="#br0" timeOffset="4383">8538 2571 22431,'3'-7'4038,"-2"1"-3355,-1 6-319,0 0-347,-14 0-6,10 32 6,-7 19 5,12-8 1,4 4-431,2 6 0,0 1 394,3 2 0,0 1 5,2-1 1,2 0 5,-1-4 0,1-2 6,-2-5 0,0-3 2,-3-8 1,-1-2 61,0 10 129,-5-20-17,-8-22-123,-6-20-16,-11-23-40,7 11 0,0-2-442,-4-10 0,1-3 447,-3-7 1,1-3-324,7 15 0,-1-1 0,1 0 318,1 0 0,0-1 0,1 0 6,-4-19 0,3 2-249,3 6 0,2 3 223,3 8 0,3 2 9,3 6 0,4 3-119,13-19 62,14 13 29,11 15 39,9 10-33,7 17 13,-27 5 0,0 4 6,1 5 0,-1 3 207,-2 5 0,-2 4-185,-5 1 1,-4 2-18,-5 1 1,-7 1 5,-9-1 1,-7 0-12,-6-3 0,-5-1-65,-6-2 1,-2-2-222,-2-4 1,-2-2-1606,-26 7-514,15-12 2419,4-12 0,25-2 0,1-1 0</inkml:trace>
  <inkml:trace contextRef="#ctx0" brushRef="#br0" timeOffset="4883">9276 2559 26138,'9'41'147,"0"1"0,0 0 0,4 16 0,0-4-74,-4-15 0,-1-3-28,2 13 44,-2 9 35,-11-31 72,-5 0 50,-4-11-50,-3-12-78,-3-15-85,0-13-10,-2-17-12,10 11 0,1-3-621,0-9 0,2-2 613,0-10 0,3-2-1,0-5 1,2 0-428,0 2 1,2 0 418,2 7 1,1 2-252,1 8 0,1 3 243,4 7 0,2 3-30,20-17-7,15 15 40,15 13 268,-25 13 0,1 4-274,3 5 1,-1 3 7,-1 3 1,-1 3 359,-5 3 1,-4 4-380,9 23 11,-27 4 34,-35-2-9,1-21 1,-5-4-7,-8 1 1,-3-4-109,-6 0 0,0-3-18,-1-2 1,0-3-406,3-1 0,2-4-2079,5-3 1,4-3 1882,-14-5 1,23 0 0,14 1 0</inkml:trace>
  <inkml:trace contextRef="#ctx0" brushRef="#br0" timeOffset="6889">11606 2487 22005,'10'-58'1322,"0"-1"0,-5 5 0,-5 7-964,-12 16-262,-4 10 18,2 16-92,2 14 39,-8 12 1,-8 34-432,6-10 384,6-6 0,1 2-23,5-9 1,0-1 8,-2 10 0,0 0-6,4-9 1,1 1 2,1 12 0,7 0 8,10-11 1,2-3-6,-3 3 0,3-3 14,14-4 0,4-7 20,21-8-17,-18-7 0,2-4 13,6-7 1,-3-4 8,14-5 59,-20-5 0,-5-1-25,-11 2 118,3-14 16,-16 17 56,-4-1-173,-2 8-79,0 4-11,0 5 379,2 0-362,0 4-12,0 1 18,1 6-1,6 5-22,-1-4 11,7 6 0,0-8-22,12 4 34,3-7-12,1-1 50,7-8-21,-2-7 4,10-7 57,8-19-73,-19 7 5,-12 0 1,-4 0 6,-7 3-3315,-1-27 3303,-12 33 56,-15-23-60,-1 20-24,-8-9 0,6 11 0,7 7 0,4 3 3392,6 7-3392,2 0 0,8 13 0,0-4 0,14 14 0,14-3 0,8-4 0,16-3 0,-26-10 0,1-4 0,0-3 0,-1-1 0,25-10 0,-14-4 0,-25 7 0,-9 2 0,-7 3 0,-2 3 0,-1 1 0,-1 4 0,1 0 0,-1 11 0,1-1 0,0 16 0,2 13 0,5 3 0,3 12-416,7-5 19,-3-11-1228,6-6 1,3-3 319,3-4-165,5-3 0,4-4-855,16-13 1935,-18-5 1,0-1 585,16-5 1143,-7-10 2162,-27-9-1496,-5 0-582,-13-7-449,-3 10-358,-2 2-196,4 4-184,1 5-152,3 3-40,4 3-32,2 3-7,8 2 1,7 2-6,9 1 0,5 0-6,4 1 6,1-8 23,-2-6 21,-2-12-32,-10 2 44,-1-20-23,-16 14 1,1-10-1,-15 15-16,-1 10-6,-18 5 1,0 7 10,-16 10-16,1 10-23,2 14 11,6 9-5,13-4 0,11-8 0,6 3-34,22 24 11,-2 0-283,8-25 0,5-4 138,-2-10 0,2-3-118,10 4 0,4-1-474,1-4 0,2-4 410,-1-1 0,1-4 114,-3-4 0,-2-4 188,-4-2 1,-2-4 39,-6-3 0,-3-4 131,14-23 124,-16-7 156,-13-2 117,-7 5-44,-10 6 332,-5 9-545,-8 9 804,-8 7-932,-4 6-52,-5 10-49,7 2 22,-14 18-29,13-2 7,-10 15-46,17-11 93,2 9-70,14-3 0,11-1 28,5-5 28,35-12-34,-4-13 29,19-7-12,-12-12 34,-10-11 16,-12-2-44,-11 5 246,-7-10-267,-7 21-24,-2-8 0,-1 19 0,-1 1 0,1 5 0,-1 6 0,1 6 0,1 7 0,3 3 0,6 1 0,9-1 0,15-3 0,16-9 0,-17-9 0,1-5-205,2-3 1,1-5 204,-1-3 0,-2-5 0,-3-3 0,-3-5 0,-4-3 0,-3-4 0,-4-5 0,-3-4 0,-2-7 0,-4-3-923,-2-7 1,-2-1 922,-3-1 0,-2 1 0,-3 5 0,-2 4-82,-1 10 1,-3 4 81,-10-9 0,4 24 0,6 13 325,5 12-325,3 13 1882,1 3-1882,1 41 0,5-1-444,-1-12 0,2 3 444,3 0 0,2 0 0,2 4 0,2 1 0,2 2 0,0 1-141,0-1 1,1 0-339,-1-4 0,-1-2-356,-1-6 1,-2-4-709,-1-8 0,-2-4-4624,4 6 6167,-8-20 0,-3-13 0,-2-2 0</inkml:trace>
  <inkml:trace contextRef="#ctx0" brushRef="#br0" timeOffset="7223">14219 2706 17143,'-9'-8'3414,"-32"-23"0,-6-6-2093,9 8-1105,-9-5 0,4-2 473,22 8-572,25 12-89,14-5-16,22 10-35,18 4-337,-22 5 0,1 1 360,3 0 0,0 0-3,1 1 1,0-1-7,-3 0 1,0-3-68,-2-1 1,-3-2 97,24-14 23,-13-6-34,-18 4 163,-13-10 150,-10 13 124,-4-9-212,-2 13 988,-2-3-983,1 11 16,1 0-246,2 8-22,1 18 33,0-2-9,2 27-13,4-2-35,4 16-139,4 1-430,1-2-12,-2-15-4851,0 6 5467,-6-26 0,0 3 0,-5-19 0</inkml:trace>
  <inkml:trace contextRef="#ctx0" brushRef="#br0" timeOffset="7766">14774 2058 22431,'35'1'-1433,"0"-1"1,-1 3 0,-3 5-1229,12 39 1673,-21-23 0,0 0 414,2 1 0,2-1 383,0-2 0,1-1 1121,28 11 1557,-7-13 3372,-8-20-3915,-17-11-371,-5-11-346,-12 0-320,-2 3-307,-2 4-287,-5 8-212,-6 5-45,-14 10 22,-11 8-22,-9 12-22,3 7-40,11 2 40,17 9-23,13-15 6,20 12 28,14-18-23,18 3-11,6-11-1662,-25-14 0,-1-3 1685,10-6 55,-1-19-10,-29-10-12,-4-21-44,-10 22 0,-3 0-97,-2-2 1,-3 0 73,-2 3 0,-2 3 0,-15-17 0,0 22 0,1 17 3306,5 18-3401,2 23 6,10-5-337,7 23-429,16-15-1209,4-8 0,3 0-905,14 8 2467,-7-15 1,-1-3 0,-8-8 0,1-1 0</inkml:trace>
  <inkml:trace contextRef="#ctx0" brushRef="#br0" timeOffset="8066">15808 2252 21808,'0'-4'4000,"0"0"-1978,0 4-1994,-5-7-17,5 30-28,-3 3 8,4 9 1,0 4 13,1-7 1,-1 0-6,-2 27 34,-4-16-23,-1-20 112,1-2 258,3-15-308,5-9 33,19-27-72,-5 8-3,4-1 1,3-1-32,19-6 0,-15 12 0,4 2 0,6 3 0,0 5-119,-4 6 0,-2 4 119,28 9-90,-32 9 0,-4 7-829,-6 3 1,-3 4 444,1 21 1,-3-1 0,-4-22 0,-2-1-1,-5 1 1,0 1 0</inkml:trace>
  <inkml:trace contextRef="#ctx0" brushRef="#br0" timeOffset="19914">1087 4317 19899,'-6'0'4693,"1"0"-4357,5 0-196,-1-9-56,32 7-39,19-7-23,8 8 1,4 3-603,-16-2 0,0 0 580,0 0 0,4 0 0,-4-1-11,3-1 0,-2-1-9,9-1 1,0-1-55,-9-1 1,-5-3 112,-7-3 1,-6-3-7,0-6 35,-22-15 22,-26 6 61,-18-8 20,0 15 0,-2 2-165,11 7 1,-2 0 209,-15-3 0,1 3 192,-5 0-60,-1 1 992,22 4-1239,15 6 118,17 5-208,5 2 34,24 11-34,14 3-8,-11-3 0,2 1-143,5 0 0,1 4 42,6 8 0,-4 5-452,-14-1 1,-6 3 350,-1-1 1,-11 3-438,-23 10 1,-14 1-1029,-11 0 1,-7-1 1231,10-10 1,-1 0 0,1-3 0,-6 4-1,2-6 1,-9 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7DEB4-9BF2-4EAD-021B-8872AD3C53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88A1A0-0FC0-DA5D-37B8-66A569F5A5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59536-3F6D-0D9F-A02F-0421E7F32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86006-C21E-BFC0-D492-27774B26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2D58-F7F8-B9E6-012A-3FAD04D78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4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1DC81-1373-60DD-6E46-6F5740501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3B7BC-5D33-CEC0-FCCC-783F1B414F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385F-6F27-BAB4-F612-6CFD7E444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A16916-C2F3-9995-E247-29F92C3CC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C2D53D-C0AB-390D-9EFC-970B667B9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73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0FD75-7287-32EB-7E30-120F1C24F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96FFF8-C081-4175-984A-931D32974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1ED78-D249-5B54-8847-E223BDC3E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9F070-FF63-ED63-B1D5-E4F357703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55289-07D4-F43B-BD84-62F6C4CE1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9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0DE37-01FF-BAFE-4BA9-766A4BF2D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32766-B2DF-4E73-7F6B-8F03796E23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2D11E7-EDD9-A4EE-17A1-869D82B62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84742-5889-BB63-60BF-E01F30C28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8C0CEE-8C21-C8BC-E87E-C51C5AD9D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FA849-F1F0-7D45-0D51-63DA249E7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45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C18B-A24F-8F95-6882-9B21F21B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E7CD1-1B77-D6E8-D690-985EB2717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E1E1C9-F4E2-19D0-5B2A-AA669DBF7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1CDBE6-6D7D-6DBA-22FD-279DE43E2A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4B312F-8951-14E8-A320-B389CEAED6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2D261C-5F83-C9CC-ABA4-EBF96FAD3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0BC4D2-7E2C-64DC-EE14-FB8B0D46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2AC923-7446-3C65-F158-75CB77C3A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6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CDB81-2C78-0E22-B187-D3E47949A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15E047-AD8A-882E-F147-806008575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52E314-C1C7-395E-656C-FFA6D6A2F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E307D1-B2B7-5ED2-65A7-FB90377EB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7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8A5DAF-7FF7-008E-D8C6-A452A7A34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BC2040-F2D3-773F-9CC1-42E92BB22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0256E-BC6A-EC7F-7291-DBFF43A2B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52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D3049-1371-9FE8-4CD5-9F47B58E2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653D7-EFE4-EF87-64F9-A5B3F0480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7E2DE2-D32D-CEB6-F179-E5D91B3C0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273EA-1DD7-E7B0-6725-039B39CE2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ED446-37D4-EDD2-771B-B10092AE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B9167-493C-D29D-4378-B028BE90B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638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D1F66-A393-E470-405F-9BAF70DA3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71D00-680E-A576-1BCF-888D750BEC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569BAF-52F5-49CD-93B9-77381DE4C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A5268-D744-5C0E-B1F3-CD6A47739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CDEB2-4F32-0E10-8476-8DC52C10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606DA-371B-051C-C5B9-D41A12705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6597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D9343-D4EE-C1BB-C70C-DC879B7DD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AE99A6-E9ED-659F-82B7-0C63BC9CBD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B790E-7554-5592-AD15-41DDD58A7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C767D2-F13E-9D28-DB4C-6C229C270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801A1-EFF4-3954-398D-77688DA1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634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199A3C-7497-BAE8-FD9D-4CA85C67A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78B372-6CEB-0129-24D1-C3942CC715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F364A-5B6F-45FE-F1B7-90BA5F30D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529700-BB57-9F40-4E58-4D1C2B021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F5F262-C77D-AE4A-F0C0-5F99FC23F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062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121F4A-9B4C-3698-1AC4-B8B3C71A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5FA3A-7947-EED2-E4B7-95FF5DA2E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866886-5C00-5B89-5008-881CE0205A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76622D-3CB9-4D40-B167-2F171EF1F90A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A9C20-A08F-8C84-E960-03A9A79621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5E31B-7840-90BC-93AF-BB83690289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2A7A2-0321-DC47-9193-7EFB517A3E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95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7734A4-B457-BDD2-5E4C-8DD7D712D8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81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CCF3B87F-6300-1C0E-F2CD-C9C920728B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8AD9915-E489-812C-2A0D-CD638719F592}"/>
                  </a:ext>
                </a:extLst>
              </p14:cNvPr>
              <p14:cNvContentPartPr/>
              <p14:nvPr/>
            </p14:nvContentPartPr>
            <p14:xfrm>
              <a:off x="387000" y="687960"/>
              <a:ext cx="5485680" cy="999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8AD9915-E489-812C-2A0D-CD638719F5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77640" y="678600"/>
                <a:ext cx="5504400" cy="1018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73839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8D24BF-F5B7-DB8D-A2CB-3018EDA4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1397188-77B0-0EB7-AF83-67D314B4DB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2D2E4630-0CA7-072E-DABE-5B8D9ABBF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28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A278D-8AA2-30F4-487F-E6862C3E7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AD2520B-871B-2D5A-4418-D6158F08C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C5687B4-3A0B-02B8-4E1C-68F4DE016E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91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E70E2F-B243-8A9A-E23C-44A7DAB95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D93E1AB-A0B1-1EC6-D249-12BC71F57B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FF014846-1698-D1F7-1DD8-518B09B98D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582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DAAFD4-7CDF-FF7E-FF80-5A69E93E7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AACF516-ABFA-40A9-97F5-E407852B2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DCD92F44-D285-0841-E1D7-8424FC0BBC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06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E6AF9-4DE6-B2F7-D687-E121CCC649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5212A5-A8BC-10F1-FEEE-02008048B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5B6DF842-EC2B-DA08-1DF2-67DB8438B2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2521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377631-9F85-BA81-45DD-28AEB83C6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7314F3F-EB3D-D877-870D-28B36CA27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0222501D-B77F-C79E-C810-446FE263D7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68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674C50-0375-AFC5-A8FA-71C757A2A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7F08CB8-74F1-2FED-C8C9-9505467668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DF052B5B-525A-FD09-1C83-5788CDA11D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552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F6FAB-E793-2BB0-C329-154C74180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DB29FD4-D1F8-8BDE-7162-E7CE0C18EF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C95E4B50-5249-FAEC-198F-8024FC188E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991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8A615-20FB-E225-A0EC-015FC9BA5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2EEE349-43AF-214F-3FD3-2DB440759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9275C770-AB6D-C13D-277D-AA0FDB650E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558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21E2BE-F8F2-B977-B45A-E0F3B967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8268A8-7A81-1DF1-E2C7-8159655F14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794C2FFA-3EF4-38E5-E433-B9747D31802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63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8142CC-9EAC-3E4F-FCC7-7F492250E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8543CFF-D734-3051-12DF-8261F0617D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4163E5F-C782-DC94-A8F5-27D88F700F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07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4DF60-3B46-DDDB-282D-918E3BEBC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83FF973-5258-2AC8-04F1-C71B6C751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586CCE4-8784-5A1A-EBA9-BD650EB3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4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6F6F6-A196-8410-4859-D562DA3E3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493B8D-5AC2-9005-C3DF-71DAC8696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29F80A7D-A103-6946-AB1F-CBDEDC49B3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447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2E7D58-71D4-3A0A-F5BB-4575B77E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CB6A9FB-AB02-783B-90A4-0006135FF6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EC8B052F-3854-4413-C7F7-1F796ACE3B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34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B8EA8F-8A47-51A5-E6B6-D616C6F58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1FEC54D-C836-1CBA-DA5E-7BD2EC42E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E2130B93-C17C-36D6-A2BB-250CE4A01B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827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80152A-6A90-B102-15EB-0D69479CA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263032A-C423-CA04-2136-429DE6F84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0B3A6D8D-27FA-9AA4-FC63-17048E7B83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72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A912D7-3EBF-6AC1-F38F-FF6FDC1D9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8688591-9429-1697-A821-EAAA9FA94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9188B4F0-6E61-2F00-E919-E55B334841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079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446254-331C-4821-9B3F-99B5BBA5C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0DD8C14-4C28-9DAF-7C25-032D0CFD6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C44E9287-F667-99C9-BA2E-8F60C9DE5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38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0</Words>
  <Application>Microsoft Macintosh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2026-01-07T13:16:04Z</dcterms:created>
  <dcterms:modified xsi:type="dcterms:W3CDTF">2026-01-07T13:41:35Z</dcterms:modified>
</cp:coreProperties>
</file>