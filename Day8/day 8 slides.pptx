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13:45:31.96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1044 2309 14258,'-43'5'2046,"1"0"1,0-1-1,14 0-1131,27-4-534,5 0 118,22-6-142,26-8-996,-11 4 1,6-1 722,0 0 0,5 0 0,-2 1-422,-3 0 0,0 1 0,1 1 386,7-2 0,2 1 1,-1 0-13,-1 1 0,-1 1 0,-3 0 103,-7 2 0,-1 0 1,-1 1 1,4-1 1,1 0 0,-4 1-59,6-2 1,-5 1 423,12-4-135,-19 1 58,-29-5 652,-12-2-1222,-18-15-262,-7 2 55,-6-1 2122,-4 4-1377,7 6 141,-7-3 519,-5-1-340,9 4 365,1 1-277,16 7 189,5 4-356,9 5-299,1 4 801,12 9-1439,11 8 134,17 11 120,0-3 103,-8-9 0,2 2-81,-4-4 0,1 1-413,12 10 1,0 4 165,-10-5 1,-5 2-891,-1 8 1,-7 0-197,-16 18 1451,-22-9 0,-5-3 1,5-10-1,1-8 1,-1 1-1</inkml:trace>
  <inkml:trace contextRef="#ctx0" brushRef="#br0" timeOffset="6544">3358 2449 9005,'8'-55'1856,"0"0"0,-2 6 0,0 7 1795,-2 6-2800,-2 13 554,-2 11-1130,-2 6 180,1 5-533,-2 11 2295,1 14-2200,1 23-6,0 16 3,0-27 0,1 0-154,0 1 1,0-2 158,-1-1 1,-1-2-1628,-2 2 0,-2-2 1631,-2 7-2161,-9 1 2267,8-25 146,-3-3-29,4-11 17,-2-13-173,0-13 2200,-1-19-2278,5-17-1,5 22 0,2 0 1346,2-5 1,2 0-1350,1-1 0,3 1-5,0 0 0,2 2 0,1 5 0,1 1-29,0 5 1,1 2-8,16-18 5,4 14 17,7 10-1,10 9-21,10 9 13,-30 7 1,1 4-54,26 15 22,-16 14 23,-17 13 34,-32 9 2,-9-24 1,-6-2-468,-9 4 1,-6-2 464,-6 1 0,-3-3-9,-2 0 0,0-3 3,3-3 0,1-2 14,8-4 0,2-2 20,-13 5-1,23-10 713,18-8-533,18-2 15,17-2-127,22-2-79,-18 1 0,2-1 367,4 1 1,0-1-387,3 1 0,-1 0-218,-1 1 1,1 1 208,-1 0 1,0 1-74,-2 1 1,-1 1-238,-2 0 0,0 0-819,3 2 1,-3-1-87,11 1-2845,8-2-2023,-28-4 1374,2-5 4535,-9-4 393,-8-5 1931,-5-3 2041,-8-1-314,-3-1-1032,-4 0-1785,1 4 1197,-5-6-1265,4 8-291,-2-4-298,4 8-335,4 5-51,23 5-11,-7 2 11,20 3 1,-4-2-1,4-1 22,7-2 79,2-6-5,-12-4-46,-7-4 74,-9-5-1,-10-1-11,-2-4-39,-9-1-39,-15 0-28,3 8 5,-9 2 85,-8 9 50,-3 4-107,-15 11-50,19 0 0,7 9 0,14 3-62,2 26 20,15-14 0,4 0-28,1 2 0,4-2-209,10 1 1,6-5 1,0-10 0,4-4-393,15-1 1,1-4 168,-13-2 0,1-4 144,6-3 1,4-4-1,-3-1-148,-2-4 1,-3-3 481,10 1 1,-1-3 30,-7-4 1,-3-1 119,13-13-138,-23 12 1,-2-1 362,12-18 421,-15-5-549,-13 14 695,-8-7-556,-11 15 658,-7 0-814,-14 8 72,-22 14-208,13 6 128,8 4 0,1 3-175,5 6 1,3 2-26,-17 14 5,16-3 1,4 2-6,9 4-11,0 8 64,29-6-53,20-21 0,-7-10 0,3-4-199,0-8 0,0-4 205,24-10 11,-5-19 27,-17-3-88,-14 4 0,-2-5 75,-5 2 0,-3-2-298,-1-9 0,-4 0 348,-2 4 0,-3 2 26,1-22-1374,-2 26 0,-2 2 1604,-3-1-181,1-5 372,-3 19-489,3 16 88,1-1-116,3 30 443,2 8-451,-1 17 0,-1 4 1681,1-20 1,0 0-1696,-2 26 0,0 1 0,-2-24 0,0-3-473,1 8 1,0-2 460,1 16-49,14 1 49,3-33 18,12 3 5,-8-22 0,11-16 22,4-20-16,-1-7 361,-15 13 1,-3 0-324,4-18 57,-7-2-34,-6 15 17,-6 6-44,-3 16-29,0 6-17,0 4 241,0 0-268,1 2 265,-1 7-232,-2 8 5,-3 12 6,-3 11 1,-1 6-18,1 1-11,5-10-3358,17 11 3375,-4-28 22,22 13 18,-3-27-12,13-2 28,4-12 11,3-8-11,-3-13 22,-7-7-5,-9-8 5,-9-6-10,-8-3-1,-7 1 22,-8 6-44,-1 14 3482,-8-2-3455,5 18-49,-2-3-51,6 14-39,0 2 22,2 6-442,1 18-790,3 6-2807,6 23 4084,3-10 0,-2-12 0,-3-12 0</inkml:trace>
  <inkml:trace contextRef="#ctx0" brushRef="#br0" timeOffset="6760">6128 2344 20795,'3'-5'4867,"-2"1"-4239,-1 4-600,12-39-12,-13 34 63,-15 0-62,-22 49-43,7-9 1,0 4-746,1 0 1,1 1 260,1 2 0,3 1-677,3 1 0,2 1-1967,5-4 1,3-2 2465,-3 21 0,9-27 0,5-19 0</inkml:trace>
  <inkml:trace contextRef="#ctx0" brushRef="#br0" timeOffset="6944">5865 2505 20487,'-14'-56'1842,"-1"0"1,2 6 0,5 12-1636,8 27 23,20 7-168,8 13-1,19 13-50,-9 5-31,0 15 1,-3 5-261,-1 1-1396,-12-14 1,2 6 0,-4-4 1675,5 17 0,-5-7 0,-10-22 0</inkml:trace>
  <inkml:trace contextRef="#ctx0" brushRef="#br0" timeOffset="12944">2696 3131 7126,'42'-13'791,"1"0"0,0-1 0,10-1 0,3 0 0,-2 2-470,-8 4 0,-1 2 0,2-1-959,-1 1 1,3-1 0,1 0 0,0 1 749,2 0 0,1 0 0,0 1 0,1 0-53,-5 1 1,0-1-1,2 1 1,1 0-1,3 1-16,-5 0 0,3 0 0,2 0 1,1 1-1,1-1 0,-2 1 1,0 0-254,5 0 0,0 0 1,-1 0-1,1 1 0,0-1 1,2 1 228,0 0 0,1 0 0,1 0 0,1 1 1,-1-1-1,-1 1 0,-2 0-89,2 0 1,-1 0 0,-1 0 0,-1 1 0,-1 0 0,1-1 74,-3 1 1,1 0 0,-1 0-1,-1 0 1,-1-1 0,-2 1-4,11 0 1,-4 0 0,0 0 0,0 0 2,2-1 1,1 1 0,-3-1-1,-6 1-73,7-1 1,-4 0 70,-4 0 1,2 0 0,-4 0 29,-5 0 1,-4-1-1,-6 1 1,-5 0 987,-8 0-1066,-39 0 34,-31 1 0,-9 0 16,20 0 1,-5 0 111,-12 0 0,-13 1 0,-2-1 0,8 0-62,14 0 0,3 0 0,-7 1 32,-3-1 1,-10 1 0,-5 0-1,0 0 1,3 0 0,8 0 52,-8 0 1,7 0 0,-7 0-69,17 1 1,-4-1 0,-3 1 0,-2-1 0,-1 1 0,1 0 0,3 0 19,-5 1 0,1 0 1,1 0-1,0 1 1,-1 0-1,0-1-198,-1 1 0,0 0 0,-1 0 0,0 1 0,0-1 0,-2 1 190,5 0 0,-3 0 0,-1 0 0,1 0 0,1 0 0,3 1 0,3-1-255,-12 1 1,5 1-1,1-1 1,-1 1 272,7-1 0,-1 1 0,0 0 0,1 0 0,3-1 75,-13 3 0,4-1 0,-2 0-101,3 1 1,-4 0 0,2 0 0,3-1 29,2 1 1,2-1-1,3 0 21,-16 2 1,9-1 1291,7 1-994,55-8-134,11 0 58,34-6 0,15-3 47,-22 3 0,0 0 1,4-1-265,6-1 1,5-1 0,2 0-1,0 0-34,-10 2 0,1-1 1,0 1-1,1-1 0,1 0-12,7 0 1,1 0 0,0 0-1,0-1 1,-1 2-6,-9-1 1,-1 2-1,-1-1 1,2 0 0,4 0-27,1 1 1,5-1 0,2 0 0,1 0 0,0 1 0,-2-1 0,-3 1-136,6 0 1,-3 0 0,-2 0 0,2 0 0,4 1 13,-12 0 1,2-1-1,2 1 1,1 0 0,1 0-1,-2 0 1,-1 0 0,-2 1-742,6-1 1,-1 1-1,-2-1 1,0 1 0,-2 1-1,-2-1 799,3 0 1,0 1 0,-3 0 0,-2 0 0,-3 0 0,8 0 0,-4 0 0,-6 1 0,-10 0 0,1 0 0</inkml:trace>
  <inkml:trace contextRef="#ctx0" brushRef="#br0" timeOffset="15317">9426 4540 16100,'-6'-9'2891,"1"2"-1685,5 7 460,0 0-558,-77-47-2201,20 35 1252,6-13 0,-5 4 215,3 23 1,1 7-165,16-2 1,1 1 244,-13 3 1,1 3 17,-7 13-702,21 2-472,19 4 401,18 2-294,5-6-139,29 20-204,-3-12 463,-8-9 0,1-1 205,-1-4 0,0-1 37,1 0 1,1-1 129,1-2 0,0 0-9,0-1 1,0-1 23,23 14 58,-14-3 1286,-17-5-1316,-24-4 660,-26-4-553,-28-1-33,15-10 1,-3 0-397,-6-1 1,-3-1 387,-2-1 0,-1-1-34,2-3 0,3-1-168,6 0 0,3-2-2513,-16-9 2768,31-1 0,16 7 0,13 2 0</inkml:trace>
  <inkml:trace contextRef="#ctx0" brushRef="#br0" timeOffset="15577">9773 4499 18095,'0'-7'2884,"0"2"-1415,0 5-658,0 0-375,-5 18-265,10 22-184,-4-8 0,2 3 1,7 21 0,1 1-287,-3-18 1,-1 0 200,4 19 0,0 0-197,-5-21 0,-1-1-409,3 7 1,0 1-698,0-5 1,-1-1-1836,0-5 0,-1-2 2428,4 15 0,-5-19 0,-3-15 0</inkml:trace>
  <inkml:trace contextRef="#ctx0" brushRef="#br0" timeOffset="16343">9648 5013 8574,'-8'-6'7897,"1"2"-5763,7 4-1826,0 0-319,1-63 17,47 40-605,-31-11 1,5 0 586,17 23 1,12 9 0,-4 1 0,4-4 0,-1 1 9,-3 1 0,3-1 0,-3 0 13,7-1 1,-4 1 81,-5-1 1,-2 1-83,-7-1 0,-3-1 168,15-3-2054,-20 0 2043,-15 2-33,-21 1 27,-15 3 129,-20 0 96,-13 10-60,24-2 1,-1 2-199,0 4 0,0 3-62,2 1 0,1 2 23,-21 22 4,17 2-88,16-2 3051,17-3-3024,17-6 40,16-9 11,14-10 17,9-9 28,3-13 5,-1-10 763,-9-11-662,-10-7 90,-11-1 337,-11 1-298,-9 6-50,-9 7-96,-3 8-100,-2 9-84,-1 5-29,1 10 12,0 7-11,3 10 45,4 16-40,7-3-11,1 2 0,11-4 11,3-8 0,12 3 17,8-8 23,8-9-1,2-12 6,0-15 17,-2-13-17,-5-15-146,-25 16 1,-3-2 117,-2-4 0,-3-3-9,-3-4 1,-2-3-6,-2-3 0,-2-1-3,-3-3 1,-1 1-530,-2 2 1,-2 1 548,-1 6 0,-2 1 58,-3 6 1,-1 3-28,-4-5 10,-2 12-44,11 20-11,2 11-11,2 14-6,1 23 0,2-14 0,2 3-6,0 6 1,2 3-267,0 5 1,1 1 226,2 5 0,-1 0-89,2 4 0,0-1-180,0 1 0,3 0-274,2-15 0,1 0 0,1-2 168,0 0 0,4-2-984,12 8 1,7-6 1403,-6-21 0,0-4 0,12 11 0,-3-12 0</inkml:trace>
  <inkml:trace contextRef="#ctx0" brushRef="#br0" timeOffset="16901">10853 4887 15373,'-44'-7'1320,"0"1"0,7 1 0,7 1-1090,20 2-6,14 0-28,15-1-39,39-2-141,-24 3 1,1 1-387,4-1 0,0 1 375,4 1 1,0 0 5,-1-1 0,-1-1 0,-3 0 1,1-1 60,2-3 1,-4-1 28,-3-2 337,-4-7-298,-22 8 134,1-6 6,-7 3 185,-4-2-325,-1 5 129,-9 0 6,-4 7 537,-6 1-672,-1 7-78,1 7-51,9 4-11,4 4 45,16-3-6,1-5 73,16 0 90,14-8-29,2-3 68,7-9 50,-16-7-134,-10-1 341,-9-18-414,-10 16 40,-10-17 44,-16 14-107,4 5-3313,-16-1 3314,17 12 56,-13 0-45,7 7-56,-10 12-6,9 7-17,3 4-16,12 21 22,9-21-68,7 6 1,6 2-264,16 7-125,-2-12 0,4 0-815,4-6 0,2-3-65,-5-5 1,1-1 1335,6-2 0,-4-2 0,-5-3 0,-1-2 0</inkml:trace>
  <inkml:trace contextRef="#ctx0" brushRef="#br0" timeOffset="21174">12622 4941 25762,'-12'-48'84,"1"0"1,-1 3 0,4 11-595,8 26 269,-1 3 1,13 17 87,0 9 2,12 21 51,-5 9-654,-7 8 736,-5 3-1667,-8-28 0,-1-2 1635,-3 11 119,-6 0 100,3-26 253,-2-5-11,2-7-155,-2-14-105,-8-18 3266,4 3-3405,-8-26 4,7 4-12,6 15 1,1-2-2,0-6 0,2-1-1728,2 8 0,1 0 1617,0-25 71,8 17 3,6 16 17,10-2 0,12 8 6,23 8 11,-15 8-81,-7 5 1,-1 4 58,13 14 13,-10 2 1,0 2 8,11 12-17,-12-1 0,-4 0-146,-9-4 157,-5-4 1,-4 0-1,-7 2 6,-7 3 208,-8-9-79,-11-10 3281,2-11-3360,0-7 279,3-13-273,7-8-23,2-12-10,12-13-46,7 8 18,5 5-18,8 12-27,18 14 5,16 12 33,-3 4 4,-22 6 0,-2 4-26,11 14 0,-16-10 1,1 1-37,-3 1 0,1 0-135,3 4 1,2-1-222,4 2 1,0-1 296,-10-7 0,2-1-213,16 0 1,1-6 95,12-17 243,-25 5 0,1-4-1662,2-11 0,-3-4 1709,-5-2 1,-2-2 0,-2-2-257,3-14 402,1-11 144,-11-4-121,-18 14-17,-25 4-90,-11 24-36,6 11 0,-1 5-25,-15 11 3172,2 7-3217,14 8-34,14 10-5,4-7 553,7 14-547,18-9 10,17 3 12,12-6 34,10-15 53,-8-15 165,9-26-151,-24 8 67,7-26-85,-26 20 74,1-17 117,-7 0-28,1 2 18,-6 3-12,0 16-180,0 8-44,0 5-134,1 3 83,1 8 28,0 8 1,1 12-1,3 0-22,6 10 0,8-5-101,18 14-44,2-10-102,12-3 118,-16-18-140,8-8 12,3-18 257,1-5 67,2-15-17,-22 5 73,-2-21-33,-15 20 72,3-22 23,-9 20 207,0-6-117,-2 13-163,0 6-89,0 11-102,0 3 11,5 11 96,3 7 0,2 5-11,10 23 11,-6-10 0,1 7-5,-1 3-12,-10-19 22,3 6 80,-6-19-1,0-6 101,4-14-168,-1-1-12,15-25 1,1 3 5,12-14 23,-1 11-29,-7 10-44,3 5 0,-12 13 0,7 1-1,-1 12-4,4 6 10,-4 1-168,19 14-22,-7-8-140,21 7-135,-2-10-100,7-6 361,-26-8 0,-1-1 151,2-1 1,-1-3 83,0-1 0,0-3 48,26-9 16,-8-8 46,-10-5 89,-9-3-51,-13 6 147,-8-5 128,-16 0-213,-10-1-50,-18-1-51,-15 13-16,-11 8-60,27 8 1,-1 3-138,2 3 1,0 4 117,-24 13-28,12 9-22,14 4 0,13 2 27,9-9 1,13 3-11,20-4 16,12-4 17,19-5-16,-15-12 78,7-11 415,-11-15-270,-4-4 40,-7-9 33,-17 4-5,-7 5-17,-3 4-62,-3 7-106,0 6-140,0 5-62,2 2 56,1 7 34,0 7-12,4 11-44,4 7-112,7 5-151,6 2-209,8-1-245,9-3-184,13-6 111,-20-17 0,1-1 193,5-3 0,1-2 222,1-2 0,0-1 307,0-4 1,-2-2 102,-3 0 0,-2-3 234,20-15-29,-18 4 628,-1-22-56,-18 8 123,2-18-44,-14 7-180,-13 1-252,-12 5-185,-16 7-67,-11 12-56,-7 10-51,-3 14-27,5 7 125,9 12-114,17-2 43,9 18-72,18-11-4,9 13-29,17-12 62,10-8 39,3-8 455,-4-8-292,-9-12 55,-7-7 68,-6-9-23,-5-5 0,-4-4-33,-3 0-96,0 6-83,1 7-85,1 9-22,7 12 11,8 17-5,11 23-6,-10-11 0,-1 3-371,1 7 0,0 3 368,-1 5 0,-3 1-3,-2-10 1,-3 2-23,-2 0 0,-2 4 0,-2-2-87,-3 5 1,-4 0-407,1-3 0,-2 2 0,-4-2 28,-7 10 1,-9-4-369,-1-16 0,-6-2 1,0-2 361,0 0 0,-3-4-246,-20 1 1,0-9-80,-5-23-442,25-27 0,5-10 292,-1-15 183,21 3 1,9-4-874,11 5 0,7 0-649,7-6 1,4-2 1699,-4 10 1,3-1 0,1 0 612,1 2 0,1 0 0,1 1 0,0 4 0,1 0 0,-3 3 0,5-5 0,1 3 111,8-6 1,0 4-112,-16 20 0,-1 1 0,11-8 0,0 3 784,12-1 2689,-8 10 628,-10 9-1771,-11 4 248,-11 4-1486,-5 2 926,-4 3-898,3 6-196,5 4-106,14 9-571,7-3-175,3 1 57,10-4-11,-4-7 44,10-1 68,-3-7 78,-8-10 5,-10-6-94,-12-9-90,-9-5-34,-13-4 45,-16-7-79,2 12 85,-17-4-34,11 17 11,-8 3-39,2 5-39,4 9-28,3 8 11,5 11 0,4 8-34,6 9-16,7 8 10,11-17 1,3 0 0,7 11-6,4-13 1,4-2-63,19 0-83,13 1-157,0-14-163,-3-12 68,-2-11 240,-6-10 129,-7-12 45,-11-9 34,-9-9 41,-13 17 1,-1 0 137,0-21-73,-3 5 196,-2 13 89,-2 15-49,2 1-197,-2 9-190,2 6-34,0 3 39,4 10 12,5 11 5,5 17-11,3 14-11,0 7 11,-7-21 0,-1-1-11,3 13 8,-3-16 0,-1-3 3,-2-9 50,2 5 192,-7-21 139,0-7-353,-1-4 5,1-16 23,-1-22-39,1 13 0,1-3 5,5-11 1,2 1-21,-1 11 1,1 2-20,19-24 1,-3 38-12,5 7 11,14 14 6,-11 2-6,16 14-22,-7 12 27,-9-6-16,11 16-5,-17-14-46,6 9 46,-12-13-29,-3-2 62,-14-17 62,-1-1 61,-2-4-28,1-10-89,1 0 22,2-18-11,6-13-17,1 7-23,9-7 12,-10 27-23,5 6 6,-3 7 6,6 3-6,14 12 45,1 1-17,2 5-39,6 0 27,-2-4 1,14 1 11,1-5 6,-3-6 22,-2-14 5,-20 0 1,-1-16-6,-19 1 0,-2-12-6,-5-10 6,-8 6-16,-1 4 10,-9 10-16,1 12-1,-6 0 1,-4 6-6,7 7-6,-5 7 6,7 9-28,-2 9 11,4 8-5,6 6-6,12 3 11,13-1-28,15-4-39,12-7-50,5-9-60,-13-17 1,0-3 137,8-3 39,-10-5 0,-4-3 23,-7-3 28,11-17-1,-13-2 12,2-13 23,-7-2 105,-4-1-105,-6 19 66,-1 3-44,-4 18-79,1 2-62,-1 4 18,9 14 38,-3-1-5,12 24-11,-4 3-3,-4-1 0,0 2 20,1 9-12,-3-12 1,-2-3 5,-2-12 0,2 6 72,-4-18 108,0-1-35,3-17-106,2-8-5,4-16-17,-3 4 16,4-12-21,0 9-7,4-3 34,11 6-50,-2 15 0,1 5-34,3 12 45,-2 7 0,22 14-17,-18-7 1,0 0 27,18 10-14,-19-12 0,0-2 9,6-5 5,18-4 11,-9-12-10,-6-3-12,-9-16 11,-12-6-6,1-19 3,-12 20 1,-2-3-502,1-16 0,0-3 501,-2 6 1,-1-1 16,0-10 0,-1 2-258,-1 20 1,-2 2 263,-3-1 0,-2 1 131,-9-15-55,-3 6-46,-2 12-49,7 22 948,3 9-932,-2 12 496,-6 30-524,4-2-9,5 14 1,7 6-696,8-15 0,3 1 701,-1 9 0,5 1-19,10-1 0,7-1-1539,7-3 0,1-2 1499,-8-8 1,1 0-270,-2-6 1,2 1 0,-5-6-1578,7 6 76,4 3 1832,-20-29 0,-13-7 0,0-2 0</inkml:trace>
  <inkml:trace contextRef="#ctx0" brushRef="#br0" timeOffset="21360">18808 4407 23717,'49'-18'171,"0"0"0,0 0 1,0 1-1,0 2 1,-2 3-128,15 7 1,-1 3-249,-3-2 0,0 2-334,2-1 1,-4 0-1277,-19 2 0,-2-1 1814,2 0 0,-5 1 0,-14 0 0,-3 0 0</inkml:trace>
  <inkml:trace contextRef="#ctx0" brushRef="#br0" timeOffset="23325">5249 7991 8170,'5'-12'5523,"-1"3"-2313,-4 9-1838,10-64-409,-7 31 146,2-10 0,0 1-392,-5 14-342,0 8-347,-1 14 325,1 5-454,-2 9 1865,-2 26-1741,-1 13-15,1-11 0,0 2-1710,2-1 1,0-2 1684,0 22-124,8-19 0,6-2 175,12 6-1085,-2-15 1,2-2 1101,15-2 55,-7-18 1,1-5 38,14-14-70,-13 1 1,-1-4 22,-8-4 1,-2-3 21,-2-2 1,-3-2 976,-3-1 1,-3-2-1020,-4 0 1,-2 0-18,0-18-932,-6 16 0,-3 2 983,-3-2 2156,-3-9-2268,2 28-274,2 7 128,4 6-119,-1 13-324,1 7 130,4 6-1983,15 23-1037,8-13-374,7 7 3853,4-13 0,-21-18 0,0-2 0</inkml:trace>
  <inkml:trace contextRef="#ctx0" brushRef="#br0" timeOffset="23767">6275 7829 15715,'0'-6'6615,"0"1"-5534,0 5-213,-16-62-510,9 44-75,-2-17 0,-1 4-8,6 27-320,0 1-12,4 8 68,5 1 1,9 16-18,8 5 0,2 3 1,9 10-205,-2-1 0,-1 0 154,-2 7-14,-13-17 0,-3 1-230,-2 27-53,-20-2-213,-17-4-397,-16-9-807,-8-14-1585,2-18 1104,13-14-3961,-1-31 4442,22-9 1801,6 8 1,2-2 1111,3-2 0,3 0 789,2-3 0,0 2-904,0 7 0,0 1 1235,1-7 0,1 4-1362,-1 4 1026,-1-15-1210,-1 35-72,0 0-633,-1 10 98,1 12-65,3 11 304,2 19-299,4 18-64,-4-22 0,-1 1-360,0 3 1,-2 1 14,-3 2 1,-1 0-737,-1-1 0,-2 0-3821,-1-4 1,1-1 4417,-4 13 0,5-20 0,3-23 0</inkml:trace>
  <inkml:trace contextRef="#ctx0" brushRef="#br0" timeOffset="24318">6722 7720 14521,'0'-4'7450,"0"1"-4689,0 3-2526,1-4-89,0 4 163,0-4-298,5 13-28,2-1 11,6 8 12,-2-6 11,8 4-12,-11-8 85,13 3 16,-9-7-5,7-2-6,-2-6 34,2-5 73,-1-12-141,-6 5 68,-3-13-34,-8 5-22,-3-10 6,-6 1-7,-4 5-49,-2 12-12,-19 8 0,0 17 0,-16 11-5,5 14 0,8 11-12,12-5 3,14-3 0,4 2-827,7 20 796,-1-22 0,3-1-142,6 0 0,6-2-1142,7-1 0,5-3-2357,3 1 1,2-2 3674,5 0 0,-1-4 0,6-3 0,-18-12 0</inkml:trace>
  <inkml:trace contextRef="#ctx0" brushRef="#br0" timeOffset="24810">7550 7554 22274,'6'-53'703,"1"-1"1,-2 6 0,-6 8-211,-23 14-191,0 10-151,0 7-95,2 8-33,2 9-6,3 9-6,5 12 17,5 11-5,14 13-18,1-22 1,4 2-454,6 3 1,5 0 441,5 2 1,3-1 5,-5-7 0,2-1-14,16 10 0,0-1-9,-19-16 1,-2-1 2,9 8 0,-5 0-25,-12 4 28,-28-6-5,-24-5-6,8-13 0,-4-1-25,-5-2 0,-2-2-277,-3-2 1,-1-1 127,0-5 1,2-2-4,9 2 1,1-3-1793,-6-10 1,5-6 1996,5-17 0,-5 5 0,29 10 0</inkml:trace>
  <inkml:trace contextRef="#ctx0" brushRef="#br0" timeOffset="25074">7891 7304 19669,'2'-3'4610,"-1"1"-3692,-1 2-823,7-2 96,-6 25-73,12 15-71,-7-4 1,0 5-435,5 4 1,2 1 364,2 4 0,2 1-82,0 0 0,1 0-140,0 0 1,-2-2 27,-3-12 0,-2 1-1064,0 11 1,-4-1-2989,-10 10 4268,-2-17 0,-2-3 0,-4-5 0,-2-10 0</inkml:trace>
  <inkml:trace contextRef="#ctx0" brushRef="#br0" timeOffset="25885">7897 7987 11474,'-2'-8'4915,"-1"-24"0,-1-5-2036,1-4-2649,1 0 0,2 1-197,13 3-33,4 18-33,27 2-23,13 5-266,-17 5 0,4 0 291,14 0 0,0 1 36,-19 2 1,1 0 14,17-1 0,-3-1-3127,-6-1 3118,6-2 28,-21-1 34,-14-3 134,1-10-100,-9 6 475,-4-8-245,-7 8 3363,-5-2-3510,-4 3 1,-13 2-124,-1 6-56,-1 3-5,0 9-40,3 7-22,-9 18 34,8 4 22,4 2 0,10 2-6,11-8 34,10 11-6,0-16 6,12 2 28,0-19-3392,1-2 3364,0-8 84,-4-7 12,-7-6 10,0-6 56,-7-7-134,-5 10 79,-6-4 3369,-1 16-3515,-2 1-1,1 3 7,-3 12 10,4-2-16,-2 16 11,9-1 17,22 17-17,10-5 3,3-11 0,2-3-1142,14 2 1136,-20-11 1,2-3 8,4-5 1,0-5 49,18-13-36,-18 6 0,-4-5 36,-1-28-17,-21-10-34,-8 5 9,-8 0 0,-3-4-1497,-3-1 1,0-1 1496,-1 2 0,0-1 14,-5-8 0,-1 4-157,2 23 1,1 3 161,0 0 1,-1 1 867,-20-24-829,17 33-55,-3-1-7,8 26 7,2 17-17,0 4 0,-1 33 0,7-27 0,2 4 996,3 24 1,2 5-1011,3-6 0,3 0-10,-1-12 0,1 2 0,2-4-7,1-1 0,2-2-143,7 13 1,4-1-1689,0-13 1,0-2 1553,-4-2 0,0-2-1319,6-3 0,-2-9-3661,-5-14 5288,3-3 0,-13-7 0,-5-1 0</inkml:trace>
  <inkml:trace contextRef="#ctx0" brushRef="#br0" timeOffset="26452">9013 7607 15541,'-5'-3'6750,"2"1"-4449,3 2-2346,19-26-55,17 20 27,9-19-98,0 22 0,2 6 34,-15-3 0,0 0-138,14 0 1,-1-1 84,17-4 78,-11-4 128,-11-5 130,-10-3-23,-11 4 547,-8-5-205,-8 8-17,-3-3-39,-3 6-28,-3 3-123,-3 2 113,-4 1-315,-2 4-44,-2 6-18,4 9 6,5 6 0,5-1 11,20 14 6,6-12 0,18 8 11,2-15-17,-8-9 79,13-9 27,-21-10 18,7-8-23,-19-10-17,-7-5-28,-11-6-11,-7 0-34,-3 8 74,-15-5-35,6 17 12,-11-1 22,5 13-5,-3 11 22,-3 8 28,-7 13-23,-2 14-89,9-2 0,12 0 0,4 3-311,8-9 0,5 1 274,-1 14 1,6 2 11,11-9 0,6-2-9,9-2 0,6-3-98,7-3 1,3-4-410,5-4 1,1-3-3280,0-5 1,-1-3 3791,-8-3 0,-4-2 0,7 0 0,-22-4 0</inkml:trace>
  <inkml:trace contextRef="#ctx0" brushRef="#br0" timeOffset="29175">4848 8718 14023,'-51'6'490,"1"0"1,-1 0 0,2 0 0,1 1-1,9-1-562,-2 7 217,20 2 169,49-4-174,4-6 0,8-2 56,13-2 0,7-1 0,-2-1-1110,-12 0 1,-3 0-1,8-1 1109,-3 0 0,7-1 0,4 0 1,1-1-1,-3 1 0,-7 0-683,10-2 0,-6 1 0,7 0 643,-8-1 1,8 1 0,2-1 0,3-1 0,-3 1 0,-3 0-360,-2 1 1,-2-1 0,-2 0-1,2 1 1,3-1 282,-8 1 0,2-1 0,1 1 1,2 0-1,-1-1 0,1 1 0,0 0-197,0 0 1,2-1-1,-1 1 1,1 0 0,-1 0-1,1 0 1,0 0 136,1 0 0,0 0 0,1 0 0,-1 0 1,1 1-1,0-1 0,-1 1-56,0-1 1,0 1 0,0 0 0,0-1 0,0 1 0,-1 0 0,1 0 39,-2 0 0,-1 0 0,1 0 0,0 1 1,-1-1-1,-1 0 0,1 1 63,4-1 1,0 1 0,-1-1 0,1 1 0,-1-1 0,3 0-64,-4 1 0,2-1 0,0 1 1,1-1-1,-1 0 0,-3 1 1,-3-1 39,2 0 1,-3 1 0,-2 0 0,0-1 0,0 1-37,5-1 1,3-1 0,-2 1 0,-4 0 0,-8 0 81,6-2 1,-10 0 1244,-3-5-1553,-81-3 166,3 7 0,-7 1 17,-3 0 1,-7 0-1,2 0 21,8 2 0,1 0 1,-3 1-7,-3 0 0,-3 0 0,-2 0 0,1 0-69,4 1 1,0 0 0,0 0 0,-4 0 83,1 0 1,-3 1-1,-2-1 1,0 1-1,0-1-42,8 1 0,-1 1 0,0-1 0,-1 0 1,1 1-1,-1 0 49,-2 0 1,1 0 0,-1 0 0,0 1 0,-2 0 0,-1 0-163,0 0 1,-3 1-1,-1 1 1,-1-1-1,2 1 1,1-1-1,3 1 155,-3-1 1,3 1-1,1 0 1,0 0-1,-5 0 5,7 1 0,-4-1 0,-2 1 1,0 0-1,1 0 0,2 0 1,4 0-4,-2 0 1,4 1 0,2-1-1,-1 1 1,-2 0-3,1 0 0,-2 0 1,-1 0-1,-1 1 1,1 0-1,1-1-2,-8 2 0,0 1 0,1-1 1,-1 1-1,0 0-12,5 0 0,-1 0 1,0 0-1,0 1 1,2-1-1,4 0 7,-6 0 1,4 0-1,2 1 1,-4-1 104,3 1 0,-2 0 1,0 0-1,1 0 1,4-1-125,-9 3 0,4-1 1,2 1 12,2-2 0,1 1 1,2-1-103,-18 5 1,10-1 1051,14 0-925,39-5 100,45-6-61,-2-3 0,7-2 49,-2-1 0,4 0 0,2-1-66,-5 0 0,2 0 0,2-1 0,3 0 0,-4 0 1,4 0 0,2 0 0,0-1 0,-1 1 0,-3 0-21,9-1 1,-4 1-1,1-1 1,5 0 5,-4 1 0,5-1 0,2-1 0,1 1 0,-1 0 0,-4 0 3,-3 1 1,-3 1 0,0-1 0,1 0 0,5 0-8,-8 1 1,4-1-1,2 0 1,2 0 0,0-1-1,1 1 1,-2 0-1,-1 0-122,2 0 0,0 0 1,-1 0-1,0 1 1,0-1-1,0 0 1,-1 0 112,0 1 1,0-1-1,-1 0 1,1 0 0,-1 1-1,0-1 1,0 1-153,-2-1 1,1 1 0,0 0-1,-1 0 1,0-1 0,-1 1-1,-2 0 155,12 0 1,-4-1-1,0 1 1,1-1 0,3 1-20,-12 0 1,2 0 0,0 0 0,2-1-1,-1 1 1,2 0 0,-1 0 13,4-1 0,2 1 0,1-1 1,-1 1-1,0-1 0,-2 0 0,-1 1 3,0 0 0,-2-1 0,0 1 0,-2-1 0,0 1 0,0 0 0,6-1 0,0 0 0,-1 1 1,0-1-1,-2 0-9,-2 1 0,0-1 1,-1 0-1,-4 0 0,-5 1-7,13-2 0,-2 1 253,6-1 1,5 0 0,-14 0-329,-9 1 1431,-5-1-1395,-65 6 0,-18 1 28,-8 1 0,-4 2 524,12-3 0,-2 1 0,-4 1-513,0 0 1,-6 0 0,-2 2-1,0-1 1,2 0 17,-5 0 0,2 0 0,0 0 1,-6 0 1,6 1 1,-4-1-1,-3 1 1,0 0-1,0 0 1,1 0-266,4 0 1,-1-1 0,0 1-1,2-1 1,0 1 0,1 0 270,-1-1 0,1 1 1,1 0-1,-1-1 1,-1 2-224,-1-1 1,-1 0 0,-2 0-1,1 1 1,0 0 0,3-1 238,-1 1 0,2 0 0,1 0 0,-1 0 0,-2 0-133,1 1 0,-1-1 0,-2 1 0,1 0 0,0 0 0,0 0 110,4 0 1,1 0-1,-1-1 1,1 1 0,1 0-1,0 0-4,-7 1 0,0 0 0,1 0 1,1 0-1,0 0-3,4 0 1,1-1 0,0 0 0,1 0 0,1 0 107,-8 1 1,1 0 0,0 0-1,1-1-106,0 0 0,-1 0 0,1 0 0,4-1 17,0 0 0,2-1 0,3-1 37,3 0 0,1 0 0,8-1 1197,-8-2-1313,39-8 1851,25-2-1786,20-3 1,15-4 0,-3 2 594,-5 2 0,4-1-620,-7 3 1,8-3 0,3 1 0,1-1-1,-3 2-328,1 0 1,-2 2-1,1 0 1,3 0 215,0-1 1,3 0 0,2 0 0,2 1-1,2-1-792,-8 3 0,3 0 1,2 0-1,1 0 0,0 0 1,-3 1-1,-1 0 831,-3 0 1,0 0-1,-2 1 1,-1 0 0,0 0-1,-1 1 1,6-1 0,2 0-1,-2 0 1,-5 1-1,-5 1 1,6 0 0,0 0-1</inkml:trace>
  <inkml:trace contextRef="#ctx0" brushRef="#br0" timeOffset="31268">12226 7623 15289,'0'-7'6155,"0"2"-4888,4-58-321,-1 38-560,-1-12 1,0 2 128,-1 22-381,-1 7-195,0 3 5,-3 11 117,-4 13-21,-7 19-12,-2 19-157,8-25 1,2 1 125,1 2 1,3 0-1,4-1 0,4-1-3,3-2 1,4-2 16,5-4 0,3-3 57,28 10-18,-6-17 48,-9-16 1,0-5 69,14-16-157,-13 4 1,-2-5 150,-8-1 1,-5-4-23,-1-1 0,-4-2-67,-3 0 0,-3-2 50,1-31-17,-6 1 1,-4 8-12,-2 10 218,-2 15-263,1 11-134,0 9-330,2 5 160,3 18-727,5 3-1147,8 17-4028,7 3 5308,1-4 0,-9-12 0,-5-10 0</inkml:trace>
  <inkml:trace contextRef="#ctx0" brushRef="#br0" timeOffset="31591">13031 7519 15692,'0'-4'5892,"-1"1"-3181,1 3-2548,-12-25-12,5 27-45,-10-15-61,10 32-28,3 5 5,8 3 18,12 7-18,3-6-14,7-3 1,3 0 2,19 13-209,-13-11 1,0 1 186,-8-7 0,-3 0-23,12 17-16,-16-5-40,-19-4-184,-20-2-353,-19-1-756,-15-3-2000,-7-8 3383,1-8 0,26-4 0,9-5 0</inkml:trace>
  <inkml:trace contextRef="#ctx0" brushRef="#br0" timeOffset="31777">12966 7655 13146,'14'-43'887,"-1"1"0,-1 4 0,-2 9 1958,-5 21-2772,-3 6 1459,-2 9-1252,0 18-157,-2 24-174,-5 13 47,2-25 1,0 1-524,-1-2 1,0-1-1152,0-1 1,2 1 1677,1-1 0,0-1 0,1 3 0,2-10 0</inkml:trace>
  <inkml:trace contextRef="#ctx0" brushRef="#br0" timeOffset="32211">13548 7648 20923,'0'-3'3910,"0"1"-3473,0 2-387,3 9 1,6-2 0,1 5 83,11-5 6,3-4 6,8-7-1,3-6 57,-4-10 33,-4-8-50,-8-6-23,-9-3-44,-5-2 100,-10-3-111,-5 11-68,-4 6 56,-8 12-56,-3 9 6,-17 9-34,12 2-50,-13 24 5,24 0 6,-1 6-16,12 15-40,12-4-73,2-17 0,4 1-218,4 1 0,4-3-639,16 18-1882,2-16 0,2-4 2076,9 2 1,6 2 0,-32-23 0</inkml:trace>
  <inkml:trace contextRef="#ctx0" brushRef="#br0" timeOffset="34208">14478 7338 11306,'2'-6'8262,"-1"1"-6856,5-55-348,-11 36-702,4-12 0,-3 3 25,-19 20-151,-7 6-85,-6 14 29,-20 21-135,17-1-1690,4 10 0,3 2 1684,3 3-19,3 2 0,1 1-365,11-12 0,2-1 337,0 0 0,2 2-199,3 11 1,7-1 145,17 11 41,2-17 1,6-4-978,8-10 1,6-7 968,7-1 1,3-5-9,5-4 0,1-4 348,2-6 0,-2-2-303,-12 0 0,-1-4 134,12-9 1,-4-4-43,-21 6 0,-1-2 104,9-7 1,-4-2-26,0-17 5,-15 2-73,-11 11 2725,-9-7-2708,-2 23 2114,-15-9-2170,-1 20 655,-4 1-699,-7 13 92,-3 17-115,1 8-23,1 13-27,16-4 16,9-3-5,14-3 17,11-8 11,17-8 22,13-10 11,9-14-11,-9-5 34,7-15 146,-10-12 11,-6-4-45,-8-14-304,-21 4 253,-11-3-5,-8 3-12,-6 9-10,-9 9-23,-3 12-56,-5 8-23,-4 16 23,-2 10-33,-1 14-29,3 9-39,9 6-117,10 2-5,15 2-505,18-5-459,18-5-589,18-11 672,-20-18 1,1-3 315,3-3 1,0-3 274,0-4 1,0-3 406,-3-2 0,-2-3 682,20-18 544,-16-5 242,-13-3-68,-10-3-118,-6-1 207,-2-7-1030,-2 17 246,1-5-117,-1 20 119,1 2-529,-2 6-77,1 5-23,3 8 17,6 8 39,10 21-28,-4-5-12,4 25 12,-12-13 0,-2 10-5,-4-5-12,-3-9 0,0-12 79,0-12 100,0-7-11,4-12-72,5-6 27,5-12 34,2-9-84,-1 5 90,6-19-68,-6 17-44,6-9-23,-4 19-17,1 10 6,-3 5 23,12 14-18,-13-1 29,15 15-34,-13-3 0,7 5 17,4 0-23,6-3 23,7-6 28,10-7 0,6-11-282,1-10 344,-2-12 27,-8-8-61,-8-11-40,-11-11-8,-17 23 1,-4-4 32,-2-21 1,-4-2-20,-2 15 1,-1 0 2,-2-14 0,-1 3 109,-7-7 28,2 16-33,2 15-101,2 15-107,2 9 23,1 12 326,-3 12-287,-2 22 5,-4 22-441,5-21 0,0 4 427,1 6 1,0 2-31,1 5 0,1 1-65,4 0 0,2-1-78,3-2 0,3-2-134,3-6 0,2-2-489,1-6 0,2-3-542,-1-8 0,1-3 1347,17 12 0,-17-20 0,-1-10 0</inkml:trace>
  <inkml:trace contextRef="#ctx0" brushRef="#br0" timeOffset="34900">15942 7441 24004,'44'5'-181,"0"0"0,-4 0 0,-3-1-21,15 5-363,1-2-24,-12-4 113,9-2 196,-8-6 297,-1-4 84,-17 1 246,-2-3 107,-18 4 45,-1-1 27,-5-1-22,-2-3 319,-5-5-543,2 4 202,-3-5-67,5 9-40,1 0-330,1 5-107,3 2 6,-2 10 62,2-1-1,-1 9-5,0 5 28,3 3-44,7 10 16,-1-11 33,12 2 6,-4-13 45,8-4 28,11-9-44,-4-7-24,1-4 40,-7-7 12,-10-1 21,2-17-33,-8 2-22,-4 0 156,-13-2-184,1 22-6,-7-7 0,-3 17-6,-7 2-55,-4 5 21,-4 9 12,11 3-16,-7 14 21,8 5-22,-4 14-33,9 6-141,14-19 1,3 0-79,6 12-207,6-16 0,5-2-1271,23 1 388,-14-14 1,3-3-1193,2-3 0,1-3 2551,2-6 0,-2-2 0,4 0 0,-6-5 0</inkml:trace>
  <inkml:trace contextRef="#ctx0" brushRef="#br0" timeOffset="35267">16982 7527 23707,'19'-40'713,"0"0"1,0 2-1,-8 12-668,-14 24-28,-5 8 39,-13 18-45,4 0-11,-16 23-22,10-6-88,7-11 1,-1 2-219,2-1 0,1-1-428,-17 25-296,-1-14 856,14-25-96,-4-9 186,14-24 156,1 1 270,3-32 72,4 9-157,0-9 314,1 2 279,0 9-604,1 8 152,-1 3-258,-1 19-6,0 1-129,3 5 39,7 9 6,3 1-16,20 17-40,-8-7 0,3 1-59,2 1 0,1 0-53,-1 0 0,2-1-2756,6 2 0,-2-3 2896,5 2 0,5 1 0,-30-15 0</inkml:trace>
  <inkml:trace contextRef="#ctx0" brushRef="#br0" timeOffset="36110">17339 7684 24363,'12'-1'1137,"1"-7"-913,-3-30-162,-3 9-6,0-11 44,-5-13-66,-1 1-371,-1 12 0,-1-2 362,-1 5 0,-2-2 67,-4-15 1,-2 0 8,2 14 0,0 1 19,-4-8 1,0 2 282,-3-3-342,6 23-44,2 8-62,6 16-27,-1 8 72,-4 12-17,-2 18 11,-1 22 0,5-9 1,2 2-102,1-15 0,3 2 93,3 22 0,4 1-54,2-20 1,4 0-104,4 11 1,4 1-140,-1-16 0,2 0 0,0-2-1815,10 8 0,0-3 1671,-1-3 1,0-4-1289,-2-9 0,-2-5 1742,15-1 0,-13-3 0,-8-11 0</inkml:trace>
  <inkml:trace contextRef="#ctx0" brushRef="#br0" timeOffset="36367">17349 7384 23080,'15'-22'1036,"-3"4"-834,30 13-23,-4 1-39,16-2-67,0 1-48,-20 0 0,0 1-36,18-2-95,-7 1-1580,-22 1 1686,-17 3 0,-2 0 0,-4 1 0</inkml:trace>
  <inkml:trace contextRef="#ctx0" brushRef="#br0" timeOffset="48234">21317 7577 15782,'0'-3'5293,"-1"0"-4722,1 3-308,4 16-101,1 6-32,3 19-40,0 4 27,-3 2 68,-2-3 101,-6-7 341,-8-5-39,-8-13-303,-4-5-83,-1-18-56,6-11-51,4-13-11,4-13-34,4-13-45,4 22 1,2-1-144,2-3 1,2 1 137,1 1 0,2 1 0,15-25 0,5 12-28,6 12 0,6 9 0,6 12 0,5 7 8,-18 11 1,-1 5 13,-1 3 1,-3 4 22,19 25-6,-24 12 0,-32-3-1650,-12-18 0,-5-2 1650,-16 13-9,3-16 1,-2-2-40,13-11 1,-1-3 86,-3 3 1,-1-2 89,-17 6 28,21-11-28,15-4-67,12-4 3133,2 0-3206,14 3 466,11 1-455,9 2 0,6 0-5,0 0 0,3 1-23,1 0 0,5 0 0,-2 0-338,7 1 0,0 0 121,-8-2 1,2-1 0,-3 0-321,1-1 0,-1-2-766,4-4 0,-4-1 548,9-5-600,1-13 599,-24-1 622,-1-8 324,-14 2 747,-8 0-203,-9 4 1425,-5 5-1677,-2 4 773,-9-2-336,3 7-555,-2-1-269,5 6-218,8 4 62,5 2 173,20 11-72,-5-5 10,25 11-5,-18-12 11,19 1 45,-9-6 23,4-3 122,-7-9-55,-10-4-112,-9-3 83,-7-4-38,-7 2-29,-7-5 34,-17-1-83,5 9 43,-20 0-21,12 13-79,-13 6 11,11 7 0,2 11-11,16 9 28,6 9-11,5-5-34,18 24 22,-3-27-58,10 4 0,5 1-210,22 1 165,-20-13 0,4-2-378,20-5 0,2-5 9,-24-6 1,1-2 309,7 0 0,6-1 1,-1-3 21,11-7 1,-2-5-1395,7-5 0,-2-3 1585,-9 3 0,-5-2 14,-11 0 0,-6-3-1847,3-24 1951,-14 18-53,-6-4 0,-3 1 103,-8 6 565,-22-25-643,4 33 72,-26-8-61,5 20-65,8 7 1,-2 4-26,-24 13 899,26-1 0,1 3-949,-13 23-6,16-5 1474,15-8 0,3 2-1462,3 11-18,10 19 807,8-26-750,33 4-17,-2-25-9,-10-5 1,1-3 7,13-9 29,6-15 39,-7-23-45,-23 16 1,-1-3-15,-1 0 0,-2-2 3,-4-5 0,-3-2-9,-2 4 1,-1-2 13,2-15 1,0-1-3,-3 9 1,-1 1-79,-1-1 0,-1 2 92,-1-1 173,-3 10-90,-1 17-139,1 4-101,-1 5 112,-1 37 11,1-12 264,-1 15 0,0 8-298,3-3 1,1 1 13,1 1 1,1 0-165,4 4 1,1-4 161,8 0-3295,18 8 3295,-16-30-22,29 10 5,-16-25 28,16-10 5,-17-7 220,4-14-175,-7-15 1,-2-2 33,-4-7 3442,-12 16-3447,-6 13 89,-2 7-129,-2 10-22,-1 1-129,1 2 117,-2 6 12,-2 8-17,-5 14-6,-4 20 1,3-12-1,4-3 1,2 1 5,9 5-6,1 7 12,18-10 16,19-11 6,9-6-261,-19-11 1,0-4 254,13-6 40,6-11 50,-8-19-6,-4-7-208,-22 13 0,-3-3 186,-1-22-11,-8 2-34,-5 12 62,-7-5-68,1 19 446,-3-5-518,5 15-118,2 5-213,2 5-133,7 4-271,2 2-4613,24 11 5387,0 3 0,-4-3 0,-8-3 0</inkml:trace>
  <inkml:trace contextRef="#ctx0" brushRef="#br0" timeOffset="48424">24406 7582 24727,'-22'16'196,"-15"24"-213,8 2-772,5-8 0,0 0 633,-8 16-973,5-11 1,-1-1-4490,-11 11 4946,13-17 1,2-3 0,1-3 0,11-14 0</inkml:trace>
  <inkml:trace contextRef="#ctx0" brushRef="#br0" timeOffset="48617">24115 7812 20476,'7'-55'1450,"-1"1"1,-1 7-1,-1 7-872,-3 19-405,-1 11-189,2 9 27,7 14 6,11 16-51,13 25-11,-11-20 0,2 4-1148,2 0 1,4 3 0,-2-2 1192,8 8 0,-1-1 0,-1-3 0,-2-4 0,0-4 0</inkml:trace>
  <inkml:trace contextRef="#ctx0" brushRef="#br0" timeOffset="49168">25122 7411 18691,'12'-60'1493,"0"1"1,0 1 0,-4 12-1130,-6 31-218,0 1-56,-8 28 89,-9 24-104,0-2 1,-2 5-844,1-4 0,-1 4 1,-2 1 776,-4 10 0,-2 4 1,-2 0-13,4-8 0,-1 2 0,-1 0 0,0 0-10,-2 4 1,-2 0-1,0 0 1,0 0-481,-1 1 1,0 0-1,0-1 1,0 0 340,3-3 1,-1 0 0,1-1 0,2-1-246,3-5 1,0 0 0,2-1 0,2-2-2257,1 6 1,1-1 0,4-4 2652,0 6 0,5-5 0,5 3 0,4-26 0</inkml:trace>
  <inkml:trace contextRef="#ctx0" brushRef="#br0" timeOffset="50921">25355 7674 22688,'15'45'406,"-11"-8"0,-3 0-1084,-7 22 739,-1-15 1,-3-1 44,-6 6 12,-6 6 227,1-14-233,4-14 359,6-13 33,6-9-240,4-13-214,4-11 361,1-17-383,3 3 0,1-3-339,5-19 339,-2 9 0,2-1-11,-3 13 0,1 1-488,2-9 0,0 0 496,1 5 0,0 0-20,0 4 1,1 2-17,15-19 0,3 12 17,4 14 10,7 12 1,1 12-11,-1 11 278,-6 13-307,-10 13 12,-12 10 6,-18 9 506,-18 2-501,3-28 0,-4-1 8,-5 0 0,-2-3-113,0-1 0,-1-3 144,-24 13 51,13-14 84,14-10-23,14-8-11,8-2 421,4-1-544,10 4 274,6 1-291,33 10-3409,2-2 3403,6 1-3,-25-8 1,0-1-36,23 1 5,-13-4 0,1-1-17,15-2-26,-15-5 1,-3-2 36,-9-3-33,17-13 50,-30 4 39,-1-6 0,-10 0 3410,-5-1-3416,-4 11 84,-2 0-33,-2 10 17,-1 0-56,2 4-23,-3 0 1,5 5-46,-5 6 40,1 8 11,-2 14-17,5-7 12,9 11 10,6-19 29,3 1-23,9-10-5,-1-5 16,7-8 6,4-11 6,-12 0 50,-1-16-45,-13 3 11,-2-6 40,-3-6-68,-5 16 40,-2-2-34,-2 18-11,-3 2 5,-3 4-33,-4 9 28,-6 7-23,-3 11-28,-2 10 18,6 9-12,4 4-28,6 4-230,8 8-190,11-9-421,11 2 298,4-22-745,21-2-174,-12-19 0,4-3 104,1 0 0,0-2 624,2-1 0,0-4-1770,8-4 1,-3-2 1433,1-2 694,1-5 1,-2-1 481,-9 0 57,13-10 1411,-9-11 257,-14 9-654,7-10 1315,-15 8-134,-6 4 247,2-11-1340,-3 8-284,-3 1-516,-3 15 297,-1 2-180,-1 5 124,-1-1-298,1 4-217,-1-1 145,-1 3-84,0-1-56,-2 2-28,0-2-106,0 2 0,0 0 10,-9 6-10,2 0-6,-17 15-28,-3 17 22,3-6-2,9-5 0,0 3-26,-10 22 34,5-8-6,9-10 1,2-1 5,6-7-34,-2 20-16,15-22-79,18 7-96,15-12 91,6-3-29,-4-12 1,1-3 95,4-1 33,6-3 1,2-4 50,2-7-6,-22 5 0,-1-1 23,19-16 50,-12-5 44,-5-1 57,-7-4-90,-20 16 214,-4-3-163,-8 11-90,0-1 28,-8 7-73,0 4-28,-10 7 17,-2 5 6,-5 12-23,2 7 11,6-2-16,5 9-6,10 2 22,8 0-5,4-4 17,14-8-12,6-12 0,19-2 12,-5-10 5,6-13 28,-15-9 17,-8-10-28,-8 4 79,-7-23-23,-8 12 17,-7-15 11,-7 15-73,1 12 45,-7 5-34,6 9-111,1 4-12,1 4-22,2 11-23,2 1-762,-2 20-895,8 0-2403,8 15-5653,6-6 8947,2-12 1,-4-10 0,-8-12 0</inkml:trace>
  <inkml:trace contextRef="#ctx0" brushRef="#br0" timeOffset="51141">27528 8120 14516,'3'-4'7808,"0"1"-4094,-3 3-3496,22-58-190,-17 44-67,16-42 28,-24 60 11,-7 17-12,-1 6-55,-3 18-140,5 0-308,5 1-791,11-2-2004,7-7 3310,12-9 0,-10-14 0,-1-7 0</inkml:trace>
  <inkml:trace contextRef="#ctx0" brushRef="#br0" timeOffset="51324">27750 7725 22274,'-8'0'-7691,"1"13"6276,12 27 0,-2-13 0,-3-10 0</inkml:trace>
  <inkml:trace contextRef="#ctx0" brushRef="#br0" timeOffset="51675">27765 8316 17641,'3'2'5484,"-1"-1"-4571,-2-1-286,63-25-179,-30 3-272,10-1 1,0-4-276,-20 4 1,-4-2 176,2-5 1,0-3-350,0-4 0,-3-4 318,-1-2 1,-3-3 25,-3-2 0,-3-2 28,-4 2 0,-4 1-54,-1 11 1,-3-1-1361,-8-13 0,-3 4 1425,0 7-8,1 4 0,0 4 52,5 14-49,1 2 142,3 8-260,3 5 529,0 5-501,-5 27-17,-3 20-6,3-7 1,-1 6 1285,2 6 1,1 3-1293,2-16 1,1 1 0,2 0-422,1 1 0,1 0 1,2 0 227,3 19 1,4-2-763,4-5 1,2-2-3950,1-8 1,0-3 3280,9 12 0,-8-24 0,-15-24 1</inkml:trace>
  <inkml:trace contextRef="#ctx0" brushRef="#br0" timeOffset="66470">6236 9737 21015,'12'-44'1090,"0"-1"0,0 1 0,4-19 0,-4 16-559,-9 35-630,-3 3-63,-1 10 442,-4 19-335,2-2 1,-1 11 1,-1 4-159,-2 19-93,2-12 1,-2 1 157,1-3 1,-2-1-35,-1 2 0,-3 1 13,-2 0 1,-2 0-113,-1-1 0,-3-3 163,-1-3 0,-2-4 63,-24 14-109,0-20 187,-1-14 60,3-17-34,11-2 51,-9-19 39,16 7 493,-10-8-515,13 12 103,3 8-221,1 7 0,0 11 11,5 1-22,-2 25 22,13-3-11,11 15-39,18-7 84,4-19 0,6-4-17,10-4 0,3-3-464,4-2 1,2-3 460,5-7 1,-2-4-4,-8-1 0,-2-4-14,-3-1 1,-1-2-4,-6 0 1,-3 0-34,17-12-481,-22 8-2079,-16 8-7243,-15 7 8134,-1 2 0,-3 2 0,3 0 0</inkml:trace>
  <inkml:trace contextRef="#ctx0" brushRef="#br0" timeOffset="67222">3692 11501 21495,'-10'48'26,"1"-1"1,-1 0 0,0 0 0,1-1 0,-1-1-128,-2 13 0,0-1-1227,-1 1 1,1 0-860,0-1 0,1-1 1543,1-8 1,1-5 0,-2 13 0,6-29 0</inkml:trace>
  <inkml:trace contextRef="#ctx0" brushRef="#br0" timeOffset="67541">3551 11767 14583,'-21'-57'1725,"0"0"0,3 5 1,4 3-1480,4 10 1,5 2-386,5 2 0,4 1 296,5 0 0,5 0 2,5 1 1,5 2-23,5 1 0,4 4-500,4 2 1,1 4 407,-7 6 0,1 3 38,13 4 1,0 8-180,9 19 103,-18-2 0,-3 7-1431,-15 17 1,-7 3 1433,-5-12 1,-4 1 12,-9 18 1,-10-1-236,-4-14 1,-6-3 251,-7 10 1,-5 1-24,-3-4 1,-2-1-30,1-3 1,1-3 17,6-6 0,1-4-189,-12 7-3199,24-23 4063,32-31 0,-4 9 0,12-9 0</inkml:trace>
  <inkml:trace contextRef="#ctx0" brushRef="#br0" timeOffset="68213">4327 11209 17511,'10'-3'4601,"-3"0"-3989,-7 3-87,0 0-360,20 39-217,2-12-104,12 26 127,-7-29 1,3-3-76,13 11-208,-13-9 0,-1 2 74,4 17 54,-18 3 98,-25 1 273,-18-3 148,-15-4 96,-6-10 15,0-9 98,8-13-199,11-15-52,14-13-208,15-15-188,17-8-129,5 6 99,4 11 1,4 1 50,17-6-46,-12 10 0,0 2 135,22-2 277,-5 10-37,-7 8-206,-8 11-11,-8 7-18,-6 8-12,-3 6-2,-3 2-4,1 5-275,2 0 242,3-1-9,-2-10-3368,24 2 3416,-22-18 101,22 3 86,-24-18 20,0-5 11,-4-11 18,-7-8-12,-5-6-51,-8-5-50,-5-3-21,-6 0 3385,-2 2-3381,-1 6-16,0 9-62,-2 11-22,-3 9-6,-4 16-12,-2 10 1,5 3-101,-5 21-129,18-9-375,1 14-566,22-11-975,14-4-3724,15-6 5881,-1-9 0,-13-9 0,-13-4 0</inkml:trace>
  <inkml:trace contextRef="#ctx0" brushRef="#br0" timeOffset="68625">5350 11292 14674,'10'-52'1006,"0"1"1,0 1-1,-3 10 1559,-6 23-2296,-1 2 396,0 12-648,-1 14 420,2 17-386,-1 19-29,0 0 3,-1-3 0,-2 1 367,-1-11 0,-1 0-384,-3 15 1,-1 1-1,-1-11 0,-1-2-8,1-4 0,0-2-5,-5 13 66,4-8 331,8-24 118,0-2-112,3-29-298,1 3 108,5-29-46,5 4-11,9-15-5,6 0-34,4 5 472,1 11-556,0 10-6,-1 13 12,2 13-29,2 14-10,0 12-6,-2 9-17,-4 7 11,-8 2-11,-9 5-18,-19 3-60,-18 4-437,-6-21 0,-3-3-626,9-8 0,-2-1 1169,-21 5 0,2-5 0,18-9 0,-14 1 0</inkml:trace>
  <inkml:trace contextRef="#ctx0" brushRef="#br0" timeOffset="71291">5787 11752 21338,'4'-7'1697,"12"-20"-1635,4-4-3,-2 3 0,1-3 69,12-22-33,-6 6 1,0-2-661,-7 14 0,-1 0 615,7-21 1,-1 0-15,-9 15 1,-1-2 4,-2 3 0,1-3 0,-1 3-10,0 0 0,-1 0 117,0-9 1,-3 5 224,-3 19-278,-3-4-95,-7 28-33,-9 15 5,-12 20 30,4 5 1,0 4-392,6-10 0,1 1 389,-7 22 0,2 5-11,13-17 0,2 0 0,1-2-341,-3 5 0,2-1 349,1 13 1,6-3-18,9-19 0,2-4-19,7 8-31,2-7 0,4-2-112,6-16 0,0-4-295,22 8 323,-11-13 0,1-7 3,-3-12 0,-3-5 134,-5 6 0,-1-2 17,10-14 0,-3-3 34,0-17 22,-16 12 0,-2 0-6,2-12 859,-7-10-797,-18 39 1517,-2 0-1585,-14 17 46,-18 18-45,6-2 16,-19 21 12,17 3-73,7-7-22,6 13 44,23-19 441,4-4-368,31-5-3442,2-21 3375,10-3-801,-14-9 1,-2-4 834,12-13-119,-14 8 0,-3-3 125,5-19-1,-14 0-17,-12 12 68,-17-9-62,-7 21-28,-7-3 2479,-15 17-2462,-16 26-29,24-7 1,0 3 505,-8 8 1,2 3-523,-9 12-20,20-12 1,1 2 15,6 2 1,3 1 11,0 1 1,3 1-29,1 4 1,6 0-32,8 7-170,10-13 0,6-2-76,6-3-639,14 0 1,4-3-112,4-9-687,12-7 1,2-3 803,-2-10 384,-5-2 0,2-6 453,-13-5 1,-4-2 150,-5 5 1,-1-3 417,11-13 1,-5-2 598,-6-6-509,4-8-1658,-18 2 1635,-13 26 941,1-16-705,-7 26 572,-2-3-1178,-1 12 107,1 3-258,-6 11 3393,0 6-3404,-3 6 0,-5 21-11,5-8 11,-3 19 6,5-8-17,3-10-22,2 8 16,3-26 129,0 4 73,5-22-112,0-5 112,14-23-28,-1-6 23,11-24-79,-7 12 2,-2 8 1,0 1-375,3-2 313,-2 5 0,3 0 14,13-3-50,0 7-28,2 9 5,-10 20 6,-6 6 0,11 27 11,-12 4-5,-6-7 0,-2 2-9,-5-1 0,-3 0-11,-1 3 0,-2-1 320,-3 19-320,-4-16 0,-1-1 2,-3 4 12,-5 9 101,8-30 0,3-16-79,4-11 12,16-38-12,9-7-487,-4 12 1,2-1 484,2 5 0,0 1 16,1 4 0,0 2 4,14-9 21,0 10-50,-19 22 1,6 9-1,-10 18-45,-3 16-139,-5 10-695,-7 13-1269,-6-25 0,-2 0 1527,-6 29 0,1-22 0,3-17 0</inkml:trace>
  <inkml:trace contextRef="#ctx0" brushRef="#br0" timeOffset="72746">3308 13652 21730,'1'-49'825,"-1"-1"0,1 8 1,0 7-776,2 15-61,0 18 22,-1 20 17,2 23-3,-1-9 1,-2 3-38,0 23 1,-1 3-808,-1-16 0,-2 0 757,-1 3 1,-1 4 0,-1-6-54,-1-8 0,-1 0-711,-3 14 1,-2 6 0,0 1-2050,0-4 0,-1-1 0,1 0 2473,0-2 1,1-1-1,-1-2 458,-2 16 0,1-16 123,6-35 497,6-43-20,0-29-231,2 16 1,0-3-384,0-9 1,0-3 289,0 15 0,0-1 1,0-1 66,0-2 1,0-2 0,0 3-70,0-11 1,0 0 346,1 6 1,0-3 0,0 4-149,-1 4 1,2-1-138,1-4 0,3-5 0,-1 7-308,-1 12 0,1 3 33,8-14 1,3 6-17,5 13 90,23-10-356,1 17 221,-14 12 0,2 2-20,1 4 1,0 5-23,2 4 0,-2 5-20,1 4 1,-3 5-18,-1 3 1,-4 3-3,-3 3 0,-5 2 8,-5 0 0,-6 2 28,-8 0 1,-7 0 7,-5 1 1,-6-2-4,-8 0 1,-3-1 236,-5-1 0,-3-2-242,-1-1 1,-1-3-18,-5-4 1,1-3-1440,11-7 1,2-2 1220,-21-5-450,29-24-3045,19-13 3719,17-19 0,-6 23 0,10 1 0</inkml:trace>
  <inkml:trace contextRef="#ctx0" brushRef="#br0" timeOffset="73395">3881 13327 22817,'25'-16'185,"-3"5"-112,1 34-68,-6-7 12,18 21-23,4 2-16,-7-6-9,-6-4 0,-1 0-8,-4 5 39,3 6 28,-19-6 11,-15-7 29,-9 3 60,-12-6 130,-4-8 190,2-9 78,9-13-156,8-10-236,11-15-83,17-13-1,19-10-36,2 17 0,5 2-329,-11 9 0,2 1 320,15-8 1,2 1-6,-7 8 0,0 3-3,7-2 1,1 2-761,-4 2 1,-3 3 767,17 0-10,-29 13-6,-15 7 50,-4 7-34,-3 11 513,-4 10-529,-6 20 0,3-14-17,1 25 28,4-38 1626,5 12-1632,32-3 12,-18-19-1,23 11 7,-24-24 72,3-5-34,-5-2 119,2-10 217,-15-13-106,-3-7-146,-6-1 74,-14-6-60,-1 15 0,-2 1-86,-7-12-12,5 12 1,-1 3-12,1 10-50,-5 3-112,9 11-521,3 21-73,8-2-4039,2 26 4756,4-16 0,1-4 0,-1-12 0</inkml:trace>
  <inkml:trace contextRef="#ctx0" brushRef="#br0" timeOffset="74079">5294 13512 13054,'1'-8'4259,"0"-22"1,0-8-2904,-1-9-3428,1-11 1,0-2 2474,1 1-58,-1 19 0,1 4 1333,0 5-1062,1-14-432,-2 27 698,1-1-871,0 19 6,5 15-11,4 16 3403,3 21-3421,-7-6 1,-3 3 28,-2-2 0,-4 3-549,-3-3 0,-1 5 1,-2-4 531,-4 4 0,0-3-17,-3 3 0,0-4 45,-4 2 62,9-25 16,3-15-11,3-16-44,-1-10-12,-1-15-6,2-12-5,4-12 1231,10-5-1259,3 12-11,4 18 0,4 3 22,10-2-11,18-4 0,-16 22-11,12 11-1,4 18 18,1 5-1,-22-6 1,-1 2-62,12 15 17,-13-7-123,-7 16 117,-28-13-157,-15 15-431,-26-13-149,17-18 1,-2-3-1804,-5-1 1,1-3 1979,2-2 1,3-2 0,-11 0-1,20-2 1</inkml:trace>
  <inkml:trace contextRef="#ctx0" brushRef="#br0" timeOffset="74963">5242 13461 10858,'9'-47'3202,"-1"-1"0,-1 5 0,1 6-2009,1 7-352,0 5-320,1 1-258,-2 11-218,-4 8 106,-1 14 101,-3 13 89,2 24-170,-4-11 0,-2 3-520,0 11 1,-2 5 439,-3 0 1,0 3 0,-1-2-696,0 6 1,-1 0 610,1-3 1,-2 3-1,3-5-24,1-5 1,1-2-322,4-6 0,0 2 0,1-4-696,1-1 1,3-3 1033,3 5 0,2-9 0,-4-20 0,1-5 0</inkml:trace>
  <inkml:trace contextRef="#ctx0" brushRef="#br0" timeOffset="76133">6342 13609 9078,'3'-5'7337,"0"2"-2605,-3 3-3908,9-63-185,-11 36-508,6-9 1,-3 1 462,-16 14-477,6 13 29,-24 1-85,2 19-10,-19 12-23,10 5 0,6 3 0,1 1-17,-1 5-6,1 4 1,2 1-267,10 0 244,-1 12 12,28-26 89,37-18-51,6-20-318,-9-4 0,0-5 305,-3-6 0,-2-3 19,2-3 0,-1-2 34,-2-2-1,-3 0-22,-7 7 1,-3-2 106,0-13 0,-4-3-79,-8 12 1,-2-1-37,3-15 0,-2-1-6,-2 10 0,-2 1 4,2-19 139,1 2 197,-4 23-63,0 8-279,-3 11-51,2 23 28,0 15-5,2 18-6,0 1 0,-2-1 0,-1 3-110,0-8 0,0 0 65,0 7 1,0 2-231,0 2 0,1-1-635,1-8 0,2 1-4006,5 15 1,3-1 3440,-6-20 0,2-3 0,11 22 0,-16-44 0</inkml:trace>
  <inkml:trace contextRef="#ctx0" brushRef="#br0" timeOffset="76663">6887 13561 18123,'0'-10'2445,"-3"-31"0,-2-6-1515,0 12-592,0-12 1,0 2 70,-1 24-303,3 11-184,1 6 95,15 24 0,5 5-40,13 26 28,-11-9 1,-3 1-17,3 13-9,-9-2 1,-6-2 8,-13-4 16,2-16 1,-2-2 78,-11 0 22,1-15-38,5-13 207,0-19-113,8-6-33,5-19-79,15-2-39,13-6-3,-9 24 1,4 2-150,2 0 0,1 2 147,2 1 0,0 2-9,1 3 0,0 1-3,28-13 1,-4 5 10,-5 3 35,-9 3-18,-11 3 28,-11 3 34,-9 2 84,-4 1 146,-3 1 315,0 2-355,-1 1-89,0 2-17,0 2-173,0 10-1,-1 7-22,0 15 17,-2 8-40,0 7-122,-2 5-404,2 0-1003,1-1-4048,2-8 4780,4-12 0,-2-14 0,1-9 0</inkml:trace>
  <inkml:trace contextRef="#ctx0" brushRef="#br0" timeOffset="76830">7566 13111 20828,'-2'-5'1955,"0"2"-8598,2 3 6643,-15 3 0,11-6 0,-12 1 0</inkml:trace>
  <inkml:trace contextRef="#ctx0" brushRef="#br0" timeOffset="78028">7622 13785 24111,'35'-25'247,"0"1"1,0-1 0,15-14 0,-3 0-215,-18 8 1,-3 0-765,2-3 1,-1-2 760,-5 1 1,-2-1-20,0-5 1,-1 0 10,-3-4 1,-2-2-18,-2-1 1,-2-1-9,-2-1 0,-2 1 17,-1 3 1,-2 0 2,-1 7 0,-1 1 521,-1-17-493,-3 23 200,-3 19-245,0 13 6,-7 19 16,-7 22-19,6-11 0,-2 5-549,-5 19 1,1 0 545,5-14 0,2 0 0,-4 20 0,4 0-344,7-20 0,2-2 338,-1 10 0,3 0-152,3-5 1,4-2 163,1-5 0,5-3-23,22 20 17,13-16-11,8-14-17,4-12 28,2-16-12,0-14 9,-31 4 1,-2-4 16,0-3 0,-1-2 0,-3-3 0,-2-3-3,-2-2 0,-2-3-6,-3-4 1,-3-2 8,-1-2 0,-2-2 8,1-11 1,-2 1-15,-3 17 1,-1 2 38,1-10 1,0 3 109,-4 5 0,-3 1-45,-1 19 1541,-1 11-1636,-4 16 795,-6 15-817,-9 22 7,5-6 1,1 2-183,4-11 0,1 1 171,-6 20 1,2 2 5,6-14 0,2 0-11,-1 11 0,2 2-14,1-4 0,4-1-42,3-5 0,6-2-67,8-2 0,6-4 22,1-11 0,3-3-31,28 12-120,-10-27 0,0-7 115,6-6 83,-2-4 1,2-4 67,-16-2 0,-1-2 36,7-5 1,0-2 117,1-6 0,-2-1 25,-10 6 1,-2 2 27,15-22 236,-22 20 61,-13 14-392,-2 5 17,-4 3-96,-1 5 1,-4 3-12,-3 5 729,-7 17-757,2 6 0,0 12-10,9-3-7,5-8-72,7 3-207,6-11-1401,18 7-3713,1-12 5059,2-5 1,-16-11 0,-9-3-1</inkml:trace>
  <inkml:trace contextRef="#ctx0" brushRef="#br0" timeOffset="78222">9173 13133 19815,'-3'-4'3478,"0"0"-3444,3 4-202,-44-3-6,33 11-616,-26 11-1512,51 19 2302,10 18 0,-8-24 0,-1-2 0</inkml:trace>
  <inkml:trace contextRef="#ctx0" brushRef="#br0" timeOffset="78946">9375 13429 25362,'35'-13'5,"-8"11"131,-22 47-136,-3-11 11,-6 12 11,-10 6-27,4-16 60,-6 7 34,13-36 96,3-3-45,9-13 67,19-20-95,-3 2-1596,6-4 0,0 0 1596,0 2-17,-2 2 1,1 1 27,5-1-62,7 1-55,-15 13-17,3 11-12,-15 15 18,3 3-68,-7 41 51,-7-27 3374,2 26-3464,2-22-72,8-2-220,27 6 102,7-17 176,-15-13 0,2-5-101,-3-6 1,0-3 229,-1-3 0,0-2 8,-2-2 0,-1-2 68,20-17-12,-17 7 213,-7-8-146,-18 17 191,-4-12-202,-16 18-72,-13-2 345,-11 12-373,-3 9-34,1 15 33,13 6-33,9 2 0,9 2-12,6-8 1,7 5 5,1-11 23,13-3-1,12-10 46,1-7 61,10-9 117,-13-9-72,-8 2 353,3-7-186,-14 12-223,1-2 6,-9 11-85,-3 13-16,0 17 5,-11 25-11,1-16 0,-4 3-924,-7 8 0,-4 1 913,5-12 0,-1 0 0,-1 0-36,-2 3 0,0-1 1,-1 1-87,0-1 1,0 0-1,0 0-242,0-3 0,1 0 0,0-1-2695,-11 12 1,0-4 3069,7-9 0,1-4 0,-6 4 0,15-20 0</inkml:trace>
  <inkml:trace contextRef="#ctx0" brushRef="#br0" timeOffset="81638">12104 8513 16801,'23'-16'1179,"5"6"1,7 1-1024,12 1 1,9 2 0,2-1-1443,-8 0 0,3 0 0,1-1 0,2 1 1323,-6 0 0,2 0 0,1 0 0,1 0 0,1 0-252,5 0 1,2-1 0,0 0 0,2 0 0,0 1 228,-5 0 0,0 0 0,1 1 0,0-1 0,1 1 0,1-1-81,-5 2 0,0-1 1,0 0-1,2 1 1,-1-1-1,1 1 1,0 0 56,-4 0 1,-1 0 0,2 1 0,-1-1 0,1 1 0,0 0 0,0 0 0,0-1-158,1 2 1,0-1 0,1 0 0,-1 0 0,1 1 0,0-1 0,-1 1 0,0 0 105,0 0 1,0 0 0,-1 0 0,1 0 0,-1 1 0,0-1-1,0 1 1,-1-1-1,5 1 1,-1 0 0,0 0 0,0-1-1,-1 1 1,-1 1 0,0-1 36,3 0 1,0 0 0,-1 0-1,-2 0 1,0 0 0,-1 1 33,3-2 1,0 1-1,-2 0 1,-2 0-1,-1 0-17,4 0 0,-2-1 0,-1 1 0,-2-1 151,6 0 1,-1 0-1,-4 1-204,-9 0 1,-2 1-1,-2 0 497,7-1 1,-3 1-1082,17 3 1729,-29 0-1472,-24 1 2982,-29 0-2556,-25 0-25,10-2 0,-4 1 658,-8 0 0,-4 0-771,1 0 0,-3 1 1,2-1-379,-6 0 0,-1 1 372,0 0 1,-6 0-1,3 0-523,13-2 1,1 1-1,-2 0 646,1-1 0,-2 1 1,-1 0-1,0-1-544,-4 0 0,-1 1 1,-1-1-1,0 0 561,-4 1 0,-2-1 0,0 1 0,0 0 2,8-1 0,-2 1 0,1-1 0,1 1 0,1 0-4,-4 0 1,3 0 0,-1 0-1,-5 0 36,11 0 1,-4 1 0,-3 0-1,-2-1 1,2 1 0,0 0-1,4 0-324,-8 1 1,4-1 0,1 0 0,-2 1 0,-4 0 278,4-1 0,-3 1 0,-2 0 0,-2 0 0,1 0 0,2 0 0,2 0-123,0 0 1,2 0-1,1 0 1,1 0-1,-1 0 1,0 0 114,-4 0 1,-1 0 0,-1 1 0,2-1 0,2 0 0,3 0-10,-4 0 0,4-1 0,2 1 0,-2 0 7,-7 0 0,-2 1 0,3-1 0,9-1 173,-2 1 1,5-1-160,-6 1 0,2 0 708,13 0 0,3-1-669,-9 3 2024,10 1-2125,26-2 2980,14 3-2655,34-1-165,0-4 0,8-2-174,-5 0 0,5-1 0,5 0 1,6-2 94,-6 0 1,5 0-1,4-2 1,3 0 0,2 0-1,1 0 1,0 0-1,-3 0-356,-4 1 0,-1 0 1,1 0-1,-1 0 1,2 0-1,0-1 1,1 1-1,2 0 1,1-1 304,-4 0 1,2 0 0,2 0-1,1 0 1,1 0 0,0-1 0,1 1-1,-1-1 1,-1 1 0,-1 0 0,-2 0-1,-2 0-215,6 0 0,-2-1 0,-1 1 0,-1 0 0,-1 0 1,-2 0-1,1 1 0,-2-1 0,-1 0 212,8 0 1,-1 0 0,-2 0-1,0 0 1,-2 0 0,-2 0-1,-3 0-261,5 0 0,-3-1 0,-1 1 0,-4-1 0,-2 1 253,8-1 0,-4 0 0,4-1-80,-8 1 0,4-1 0,1 0 1,0 0-1,-3 0 83,-1 0 1,-1 0 0,-1 0 0,2 0 89,1-1 1,2 1-1,1-2 1,-1 2-1,-6-1-95,8-1 1,-6 1-1,-2 0 511,8-1 1,-7 0-674,10-2 1727,-46 6-1727,-37 5 0,-19 3-3,-8 0 0,-8 1 217,14-2 0,-4 1 0,-2 0 1,3 0-42,-7 0 1,1-1-1,-4 1-161,10-1 0,-3 0 0,-2-1 0,0 1 0,1-1 191,2 1 1,1-1 0,0 0-1,-1 1 1,-3-1-237,-1 1 1,-1 0 0,-3 0 0,0 1-1,0-1 1,-1 0 226,-1 1 1,-2 0 0,1 0 0,-1 0 0,0 1 0,0 0-166,8-1 0,1 0 0,-1 1 0,0 0 1,0 0-1,0 0 0,0 0 182,-8 1 1,-1 0 0,1 1 0,0-1-1,0 1 1,1 0-47,2-1 0,1 1 1,-1-1-1,1 1 0,1 0 1,1 0 43,-7 1 0,1 0 0,1 0 1,1 0-1,2 0 64,6-2 1,1 1 0,2 0 0,0 0 0,0 0-87,-7 1 1,0 0-1,3 0 1,4 0 5,-15 2 0,7-1 56,0 0 0,11-2 1312,25-3-1292,24-7 128,49-10-76,-6 2 0,12-1 0,4 0-84,-9 3 0,5 0 0,3 0 1,-1 0-1,-1 0-48,-4 0 0,-1 1 0,-1-1 0,2 1 1,0 0-6,-2 1 1,0 1-1,2-1 1,-1 1 0,1 0-1,-2 0-1,8 0 1,-1 0-1,0 1 1,0-1 0,2 1-7,-8 0 0,0 0 0,1 0 0,1 0 0,3 0 0,2 0-15,-7 0 0,4 0 0,1-1 1,2 1-1,1-1 0,0 0 1,-1 1-1,-1-1 0,-2 1-145,8-1 1,0 0 0,-2 1 0,-1-1 0,0 1 0,0-1-1,-1 0 87,-1 1 1,-1-1 0,0 1-1,0-1 1,-1 1 0,-1-1 0,-1 1-598,2 0 1,0 0 0,0 0-1,-3 0 1,-2 0 0,-3 1 671,2-1 0,-4 1 0,-2-1 0,-1 1 0,11 0 0,-1-1 0,-6 1 0,-10 0 0,0 1 0</inkml:trace>
  <inkml:trace contextRef="#ctx0" brushRef="#br0" timeOffset="96596">12473 9439 9912,'-2'-5'3573,"0"1"-2161,2 4 1831,5-75-2475,0 43-1914,3-26 0,4-1 2115,5 14-224,7-13 412,-10 29-777,-5 11-329,-6 13-51,-1 10 89,-2 15-33,-3 18-22,-2 3-1,-4-2 1,-3 3 1430,3-10 0,-1-1-1459,-2 7 1,0 0 2,1-4 1,2 0 13,-1 22-22,2-5 6,5-11 39,3-27 772,0-9-778,3-21 51,7-23-62,4-16-17,-5 19 0,2 0 8,0 2 1,2 2-6,1-1 0,2 1-6,2 1 1,1 1 7,3 4 1,0 1-17,14-10 17,18 6-11,-27 21 11,31 4-6,-25 18-11,10 12 5,-12 11-10,-11-3-6,-4 16 5,-10 5 17,-2 1-16,-6 4 5,-1-22 0,0-13 84,1-9 78,1-12 398,1-3-465,2-20-44,0-6-40,1-8 113,6-19-40,0 14-23,6-16-5,1 17-33,0 10-12,2 11-3420,0 9 3398,-2 5 5,8 9 12,9 10 16,-6 0-16,14 13-45,-8 2-23,2 2-83,4 6-125,-6-10-139,4-4-139,5-7-304,15-8 645,-17-8-22,18-11 167,-23-7 73,5-9 51,-7-3-29,-12 5 79,-5-4 3560,-9 1-3442,-3 0-23,-10 1-84,-5 9-44,-7 4-34,-3 5-29,-6 6 24,-3 9-24,-2 9-4,-1 9 10,8-3 12,-6 21-18,16-14-21,-1 11-6,19-14 11,9-8 39,12-10-11,-3-4-11,25-19 5,-10-3 68,16-18 44,-14-1 28,-10-3 29,-11 0-1,-10 4-5,-4 4 12,-5 8-7,0 8-95,-2 6-128,2 6-7,0 3 40,1 10 62,0 5-56,0 12-1,3 3-27,4 1-85,4 0-72,3-2-129,1-4-135,-2-4 74,3-6 139,3-8 157,0-7-56,20-19 113,-7-4 38,13-15 51,-12 2 22,-6 1 39,-7 6 74,-6 8 49,-5 8-100,-4 7-157,-3 4 0,-1 4 11,0 2 23,0 16-34,0 3-6,0 14 6,1-2 6,2-2 5,0-9 0,2-1-3319,-1-13 3381,-1 0 67,1-11-84,2-10-34,5-7 34,6-10 23,4-5 0,5-1 3386,2 3-3465,1 6-17,-2 8 17,-3 10-34,-2 7 1,-3 10-30,-1 8-37,0 7-68,1 1-112,6 1-180,7-5-144,11-5 4,7-9 175,7-10 246,0-8 162,-2-8 67,-6-6 73,-8-3 96,-10 0 66,-10 1 35,-9 2 4,-7 3-49,-12 3-107,-8 5-67,-13 6 11,-11 13 0,-8 11-62,-4 12-22,6 7-34,12 0-10,15-1 4,16-6 7,15-7 10,24-9 7,-6-11 21,27-12 29,-18-9 67,8-9 106,-10-3 101,-13 0-5,-11 2-68,-9 4-33,-7 6-40,-3 6-78,-3 4-78,2 6-29,1 5-5,-2 7-28,1 11 6,-2 9-40,4 8-111,2 5-197,9 2-398,6 1-973,13-2-2074,16-6 891,-13-23 1,2-4 510,5-2 1,3-6 2142,10-9 1,0-4 751,-15 4 0,-1-2 226,3-5 1,-2-3 1212,-6-3 1,-4-1-577,1-2-77,-3-3 1,-5-2-345,-11 2-549,-3-5 292,-9 4-152,-4 10-46,-9-1-318,-6 9 3320,-9 9-3393,-8 13 17,-6 12-28,-2 11-482,5 6 426,12 1-34,16 1 6,14-18 40,16-2-6,12-19 33,13-4 85,18-20 50,-8-5-29,-4-5 264,-13-3 6,-16 10-112,0 0 376,-7 8-651,-5 8 1,-3 16-1,-2 2 6,-8 24-6,-4 8-20,3-12 1,-2 1-266,-1 6 1,-2 2 236,-5 14 1,0 1-343,6-17 0,0 1 326,-7 19 0,0-1-56,6-19 0,-1 1-164,0-2 0,-2 3 1,1-2 28,-4 4 1,0-2 181,-1 0 1,2-7 55,0-7-22,13-24 11,5-21-28,11-18 1,1-3 12,7 5 0,6-7 0,0 3-569,6-4 1,1 0 573,-4 4 1,2-3 0,0 2 1,1 5 1,2 1 0,-2 2 2,10-8 0,1 0-6,-7 9 0,1-1 0,1 0-161,4-1 1,2 0-1,-2 2 158,9-7 1,-2 3 2,-3 4 0,-2 1 11,-9 7 0,-3 1 11,4-4 40,-1-1 151,-13 10-34,-10 7 1417,-5 5-1490,-3 3 1242,0 1-1382,-2 6 56,-2 7-38,-4 14 4,1 0 18,-4 17-28,4-4-118,1 23-208,8-11-391,11 2 117,2-24-1540,12-5-3652,-1-14 5814,3-2 0,-12-6 0,-7-3 0</inkml:trace>
  <inkml:trace contextRef="#ctx0" brushRef="#br0" timeOffset="96789">16127 8972 20056,'0'-7'3663,"0"2"-3327,0 5-258,0 0-162,-25-47-6,16 45 6,-17-35-554,23 69-3602,12 17-5591,1 4 8974,5-5 0,-7-23 1,-6-18-1</inkml:trace>
  <inkml:trace contextRef="#ctx0" brushRef="#br0" timeOffset="97538">16338 9146 25405,'-9'36'61,"3"0"-58,0-4 0,0 2-3,2 11-20,2-8 1,1-2-4,0-5-11,1 22 17,2-43 68,9-4 0,6-14-6,10-12 11,5-13-6,5-10-33,3-5-171,-19 24 1,2 0 158,21-18-38,-1 10-23,-7 13 5,-9 11 23,-6 16-39,-5 8 27,-5 3-117,6 19 257,-4-9-536,10 12-354,2-10 247,-3-9-746,16-2 281,-2-10 616,13-2 403,13-16 124,-10-3 83,4-11-56,-24 6 275,-1-7 118,-12 1 437,8-15-298,-8 7-39,-2-3-212,-10 17-348,-4 7-17,-13 9-61,-9 10-11,-15 12-6,1 2-6,6 2 0,2 1-10,-4 13 4,-3 15-4,22-17 32,22-8-16,15-12 12,17-8 10,-3-10 25,-8-6 1,-1-3 187,9-11 236,12-10 117,-25 6-44,-11 5-158,-10 7-263,-5 7-44,-2 5-74,-5 14 23,-4 15-17,-5 24 9,4-19 0,-1 3-386,-1 4 0,-1 1 357,-2 2 1,-1-1 11,3-9 0,-2 1-26,-7 17 1,-1 1-65,7-14 0,1 0-210,-7 15 1,0 0-35,10-20 1,-2-2 330,-14 11 0,1-5 0,9-12 0,-22 16 0</inkml:trace>
  <inkml:trace contextRef="#ctx0" brushRef="#br0" timeOffset="98356">15053 10091 18913,'9'14'2223,"-2"-1"-1456,-8-5-144,-5 0-237,-7 1-111,-9 0-35,-8-2 74,-3-3 39,2-6-45,4-5-62,7-9-95,6-11-72,6-13-40,11-16-31,6 22 1,4-1-311,7-4 1,4 0 290,9 0 0,3 2-113,6 2 1,2 2-1507,3 4 0,0 4 1255,-5 5 1,-4 3 0,11-2 0,-24 12 0</inkml:trace>
  <inkml:trace contextRef="#ctx0" brushRef="#br0" timeOffset="100396">12293 11237 21231,'2'-41'609,"0"1"0,0 3 0,0 10-553,-2 22-84,0 5 45,0 10 27,0 9 7,0 16-18,-5 15-16,0-4-12,-6-6 1,-2 1-237,-9 16 234,6-17 0,-1 0 3,-7 14 61,4-14 179,5-18 79,4-13 73,1-25-298,5 0 68,0-26-5,6 1-18,5-16-89,0 26 0,1-2-14,3-1 0,3 0-17,1-1 1,3 2-181,3 1 0,1 2 163,2 4 0,0 2-2,26-14-17,-2 16-23,-4 11 251,-4 16-222,-3 12 5,-2 17-6,-5 11-5,-6 10 11,-9 4 6,-7-1-12,-5-7 0,-4-10-16,0-13 33,-1-13 448,2-8-387,4-13-44,6-9-11,7-15 6,10-12 10,5-8-22,5-2 12,-1 5-23,-2 10-11,-3 14 11,-7 12-28,-3 11 16,-1 10 1,0 10 6,-5 3-1703,-3 7 1,-2 2 1690,-2 0 14,0 1 1,0 0-9,-1-2-1,3 2 12,1-9-16,0-11 32,1-7 3399,3-14-3421,4-7 34,3-14 11,1-7 7,-3-6-7,-3 0-5,-2 5-6,-4 11-163,-4 13 84,-2 16 68,-2 6-6,4 22 0,-1 7-22,1 15 11,-2 4 0,2-7-5,6-8 10,10-13-5,9-13 28,6-14 12,7-15-4,-18-4 1,0-3 19,9-12 8,-13 5 1,-3-2 108,0-12 29,0-12 39,-5-4-118,-7 14-84,-2 7 6,-5 16-23,1 11-117,-1 2-443,0 4-1478,0 4 2016,1 8 0,-1-6 0,2 6 0</inkml:trace>
  <inkml:trace contextRef="#ctx0" brushRef="#br0" timeOffset="101213">13684 11537 10696,'-2'3'8184,"0"-2"-1917,2-1-6172,3-4-78,1 1 33,10-10-39,-5 6 45,24-19-10,-11 4 12,6-11 1,0-4-36,1-7-1691,-2-3 0,-2-1 1690,-2-5 6,-4 5 0,0-6-443,-2-4 0,-1-2 448,0 1 1,-2 0-9,-1 2 0,-3 4 36,-5 12 1,-2 5 118,-2-2 16,-3 4-146,-2 20-72,-6 20 27,-4 19 1,-1 7-1,4-2 1,0 3-23,2 1 0,1 4 558,-1 3 1,1 6-1,0-1-549,2-3 1,1 1 0,0 0-27,-1 9 0,1 2 1,1-2-85,1-8 1,2-2-1,0-1-484,2 17 0,4 0-2584,4-15 1,4-1 0,0-3 387,-1-4 1,3-3 2797,9 8 0,1-9 0,-12-21 0,0-2 0</inkml:trace>
  <inkml:trace contextRef="#ctx0" brushRef="#br0" timeOffset="101648">13916 11436 22442,'30'-28'5,"0"-1"1,-8 5 0,2 3-4,19 11 1,3 5 8,14-9-3,-17 4 1,0-2 22,-12 1 0,-2 0 30,21-14-21,-8-2 44,-10-1-40,-10 4 203,-1-23-124,-13 21 316,-2-15 1,-2-2 159,-4-4-451,0 14 1,0 0 417,-2-10-118,1 18 51,-1-4-365,1 14 34,0 4-84,1 9-50,-1 1-34,0 5 0,1 2 11,1 17 34,4 24-45,1 11-296,-2-16 1,0 1 281,-1-2 0,-1 0-11,0-7 0,-1 1-180,-1 20 1,-1-2-98,0 4-320,-1-7 0,0 1-4294,2-11 1,1-4 4100,0 20 1,2-5 0,-1-42 0</inkml:trace>
  <inkml:trace contextRef="#ctx0" brushRef="#br0" timeOffset="101999">14445 11435 17479,'-3'-5'5058,"1"1"-3468,2 4-1578,14-62-63,21 40-286,-8-13 1,4 0 241,6 25 0,2 6 5,1-4 1,-2 1 27,21-6 6,-21 4 0,-2 0 39,-4-2 213,20-9-11,-39 12 134,1-2-123,-12 6 639,-2 0-162,0 1 251,0-1-644,-1 2-162,-1 2-90,0 4-17,-3 9 11,-4 13-16,-3 14-23,0 8-67,3 6-201,4 0-933,3 0-2064,3-4 3282,3-6 0,-2-20 0,2-8 0</inkml:trace>
  <inkml:trace contextRef="#ctx0" brushRef="#br0" timeOffset="102183">15072 10917 21500,'-1'-7'1933,"-1"1"-1989,2 6-1490,0 0 409,13-17-8694,6 50 8864,4-22 0,-6 31 1,-10-23-1</inkml:trace>
  <inkml:trace contextRef="#ctx0" brushRef="#br0" timeOffset="102675">15270 11505 25214,'-11'46'208,"-4"15"-180,3-17 0,-1 4-1060,-3 3 1,-1 2 1033,-2 1 1,-1 1-17,-1-1 0,-1-1-22,2-3 0,1-2 168,2-7 1,2-3-173,-5 17 472,10-25-382,8-19-10,6-19-1,3-16 1059,2-4-1067,0-20 0,1-7-12,-4 11 1,1-1-552,2-16 1,1-3 579,-2 0 0,0 3-12,-1 9 0,0 1 9,3-11 0,1 0-6,2 4 0,1 3-374,3 4 1,3 2 362,5 3 0,3 4-20,5 2 0,3 5 3,3 3 1,4 5-7,-1 5 1,3 5 5,5 6 0,1 5-5,-10 5 0,-2 6-196,7 9 1,-5 9 181,-18 0 0,-4 5 5,-2 8 0,-7 2 8,-14-2 1,-7-1-9,-7 1 1,-6-2-298,-11 0 1,-5-3 240,-9 0 0,-1-3 3,8-6 0,-3-2-254,3-5 0,-2-1 0,2-3-844,5-3 1,1-3 1153,-11 0 0,4-2 0,10-5 0,18-5 0</inkml:trace>
  <inkml:trace contextRef="#ctx0" brushRef="#br0" timeOffset="103445">15837 11475 18296,'0'3'4286,"0"-1"-1688,0-2-2289,45-35-4376,-14-3 4114,-1 10 1,0-4 19,-7-7 1,-4-2-53,-3 0 0,-1-3 15,3-14 1,-1-2-190,-6 18 1,-1-1-1,-1 0 204,-1-4 0,-1 0 0,-1 2 22,1-7 0,-2 4-20,-2 6 1,-2 4 171,-5 1-107,-2 26 2606,-1 2-2701,-3 17 1228,-9 23-1245,4 0-3,2 2 0,2 4-14,4-4 1,1 3-1,2 5 0,0 5 0,1-3-6,0 4 1,1 1 1,2 6 1,3 4 0,0-6-3,-1-17 1,1-2-29,5 26 1,3-3-94,11-2 32,-2-23 0,3-3 39,8 2-139,27-14 161,-32-21-5,23-16 51,-26 3 16,0-7 0,-1-4 17,6-16 31,-7 8 0,-2-1 120,-1-8 78,-4 5 789,-17 29-1023,-10 12 16,1 5-16,-6 12-18,9 1 6,1 7 1,5-5 4,11 7-10,12-8-6,2-2 22,17-7-16,-8-12 28,6-9 50,1-18-23,-15-7-33,-5-3 39,-13-4 17,-5 11 17,-6-6 11,-4 10 73,-14 7-95,-2 11-6,-10 9-40,10 7 12,-12 23-44,20-9-1,-13 30-34,18 9-16,7-28 0,4 1-314,7 13 0,4-2-431,7 6-739,16 2 1523,8-20 0,-23-17 0,9 3 0</inkml:trace>
  <inkml:trace contextRef="#ctx0" brushRef="#br0" timeOffset="105612">17418 11081 24592,'16'-23'297,"-3"37"-179,-13 49-74,2-21 1,1 0-12,2-4 1,2-2-9,1-2 1,2-1 13,11 22 0,-1-15 79,-3-15 207,-6-12 0,-2-13-196,2-14-40,6-14-27,7-13-6,6-9-288,-12 22 0,1-1 243,1 0 0,1 1 0,14-15-33,10 1-226,1 19 86,0 6-107,6 13-101,-15 15-112,0 9 163,-8 1-880,20 18 404,-6-13 285,-10-8 0,2-2 409,-4-7 0,0-2 123,28 0 388,-10-12-164,-13-8 195,-10-10-83,-8-4 23,-5-1 39,-6 0 503,-4 4-543,-6 4 85,-4 8-325,-12 9-73,0 8 123,-34 20-3480,3 13 3298,23-19 0,2 0 9,-19 27-22,32-20-7,3 3 12,15-7 51,11-9 10,12-7-16,9-12 3414,5-8-3397,0-11 44,-5-6 62,-8-4 0,-10 2 51,-11 6-29,-4 10-111,-7 10-51,-7 10-17,-10 12 0,-9 13-39,0 14 28,6 5 34,11 1-40,11-3 0,13-6 1,13-8 16,15-10-5,14-10-12,8-17-143,-30 0 0,0-5 149,-1-4 0,-2-3 3,-2-3 0,-2-4 13,-2-5 1,-3-2-387,0-7 1,-3-3 383,-1-8 0,-1-1-564,-4 9 1,0-3 552,1-2 1,1-5 0,-2 3 13,1-2 0,0 1 3,-2 4 1,1-3 0,-2 5-19,0-3 0,-3 6 132,1-20-16,-8 25 181,-3 19-304,-4 16 679,-4 15-674,-5 19 0,-4 24 189,9-19 1,1 4-196,0 8 1,2 2-768,-1 7 0,0 2 752,3-18 1,0 1-1,0-1-17,0 1 1,1 0 0,1-1-327,-2 18 0,3-3 269,6-9 0,4-3-9,3-9 1,6-5-1196,9-8 0,4-5 1266,13 2 442,21-21-398,-32-8 0,1-9 1,1-3-12,10-15 8,-7 0 0,-2-1 9,4-7 5,-16 13 1,-2 2 1139,-2 3-1078,-3 4 508,-21 23-564,-8 16 3369,-7 17-3380,8 11-17,12-14 11,17 9 34,11-21-11,27 1-12,-14-10 34,22-5 17,-22-14 50,7-6 6,-9-11-6,-9-7-28,-9-5-27,-8-3-7,-7-1-16,-3 3-6,-4 7-16,0 10-186,-1 10 46,2 7-264,1 6-213,4 10-285,4 7-510,8 11-2302,15 14 1668,-7-15-3594,16 12 1169,-9-22 3854,11 1 6017,7-8-601,-10-10-1798,-2-5-2004,-20-2 436,-7 3 68,-7 1-941,-13 5-119,0 3-402,-4 0 78,6 0 157,18-2-224,-3-3 100,26 1-50,2-12-33,6-3 5,-5-11-22,-14-6 11,-3-14-67,-9 10 56,-3-11-12,-9 20 23,-5-1 17,-10 6-73,2 9 6,-12 4 10,-1 18-32,4-2-12,-8 23-12,12 5 9,9-5 1,0 1-32,-1 27 28,11-26 1,2-2 11,7 7-12,18 2 6,24-14-11,-7-5-1,-7-14 1,3-4-9,-7-7 1,0-3-3,20-3 24,-17-3 1,-3-2 31,6-14-12,-10 1 1,1-5-1,-5 1 1,0-1-531,4-10 1,-3 0 537,-7 12 1,-2 1 61,2-2 1,-1 1 322,1-7-180,-4 7-184,-7 11-51,-8 14 0,0 5 0,-8 19 0,-2 12 0,-3 25 0,8-24 0,3 1 321,1 3 1,4 0-348,2 0 0,4 0-190,3-1 1,2-1-258,2-4 0,2 0-1863,10 22 1524,-16-8 0,-4-22 0,-14-6 0</inkml:trace>
  <inkml:trace contextRef="#ctx0" brushRef="#br0" timeOffset="106753">12406 12893 19322,'-6'-60'1221,"1"1"0,2 6 0,3 5-622,6-4-5503,3 17 5061,-3 18 1347,-3 10-1454,-3 10 978,5 30-1000,-2-9-12,1 6 1,0 3 0,4 14-17,0 0 3,2-13 0,4-1 8,14 6 3370,6 6-3337,-2-29 1,2-7 11,-2-7 6,24-4 111,-29-19 58,-4-7-3198,1-20 3074,-13 14 195,-10-27-128,-6 38-79,-3-11-95,3 30 11,0 12 0,0 11 3381,2 2-3392,1 14-17,9-4-22,16 16 34,0-16 5,7-10 0,3-3-233,2-7 239,2-3 0,3-3-12,20-13 11,-23 2 1,0-4 5,1-8 1,-3-3 10,13-19 6,-13-11-3270,-25-10 3281,-10 26-11,-9-16 0,-3 31-73,3 4-140,1 15 279,6 7-340,4 19 3447,2-8-4081,17 25 388,-5-19-998,23 19-941,3-17-2485,-2-10 1,3-2 4340,-8-3 1,-1-3-1,0 0 1,-5-3-1,-2-2 1</inkml:trace>
  <inkml:trace contextRef="#ctx0" brushRef="#br0" timeOffset="107331">13892 12785 24525,'-53'-30'285,"0"-1"1,9 1 0,5 12-151,-3 42-85,18 0-33,-3 6 5,12 13-22,10-20-5,6 19-6,20-14-12,18-3 23,-3-6 11,17-18 1,-29-7 21,16-12 40,-13-5 123,5-16-11,-12 6 16,-8-3 46,-11 10-6,-5 8-85,0 5-83,-2 8-50,2 3-7,-6 16-10,4-2-12,-8 21-5,9-1-6,5 20 12,5-17 5,12 11-39,22-21 33,-6-6 12,27-6-6,-6-29 16,-1-4-2,-26 2 0,-1-2 48,4-18 72,-8-3 34,-9-5 17,-6-2-90,-5 10 163,-1-6 117,-4 13-179,1 5-101,-3 8-67,3 13-44,1 6 10,5 20 0,3 5-5,7 21-39,5 1-135,2 3 17,-5-10-401,-8-10 1,-3 1-177,-6 2-1513,-9 0 1,-5 0 2257,-19 4 0,3-6 0,8-14 0</inkml:trace>
  <inkml:trace contextRef="#ctx0" brushRef="#br0" timeOffset="108797">16285 13054 20162,'-3'-63'629,"1"1"0,-3 3 0,-6 8-388,-7 21 0,-6 6 11,-1 3 0,-2 3-406,-3 5 1,-3 5 360,-3 5 0,-1 7-67,-3 5 0,1 4-76,-1 7 1,2 3-43,9-3 1,1 4 16,-8 17 0,5 3-292,14-14 1,2 1 252,-5 13 0,4 0-17,12 17 323,12-20-289,35 0-12,3-26 9,-9-7 0,3-5-353,-2-9 1,0-5 352,3-5 0,0-4 25,-1-6 1,-1-3-7,-3-6 1,-2-2-15,-9 7 1,-2-3 55,1-21 1,-6-5-40,-9 15 1,-3-1-173,0 3 1,0-4-1,-2 2 181,-2-11 0,-2 2 41,0 4 1,0 2-14,0 13 1,0 1 1005,0-27-827,-1 37-240,1 0-29,-1 23 725,0 16-680,2 21 6,0 25-36,-2-21 0,0 6 0,0-1 62,-1 10 1,-1 1-63,1-5 0,0 2 1,0-3-2,0 4 0,1-3-17,3-4 1,4-2-15,0-7 1,4-2-40,19 19-52,7-23 92,5-17 5,5-20 22,4-14 29,0-13 5,-5-10 16,-10-5-4,-10-4 4,-9 3 7,-6 5 10,-5 11 853,-2 12-891,-2 11 28,0 5-62,-1 4 11,0 3 22,0 14-22,0 2-11,3 12 0,4-2 11,2-9 6,14 5 10,-1-17-4,11 1 10,-4-20 17,-2-8 6,-5-11 17,-8-5 10,-8-2 29,-11 0-6,-6 2 1,-8 5 4,-3 6-38,-1 8-23,-2 9-11,-2 13-5,-1 10-7,-2 13-27,3 8 11,5 8-11,9 4-28,7 3-101,14-2-325,11-3-880,17-6-2189,17-8-2099,-4-11 5633,11-8 0,-35-10 0,-1-1 0</inkml:trace>
  <inkml:trace contextRef="#ctx0" brushRef="#br0" timeOffset="109424">17413 12860 19387,'9'-59'1488,"1"0"0,-2 6 0,-5 8-670,-14 9-124,-9 15-380,-9 14-61,-1 17-113,1 20-45,3 26-53,14-15 0,2 3-451,-1 10 1,2 3 419,2-14 0,0 2 0,1-1-828,-1 5 1,1 1 0,-1-3 807,0 12 1,-2 0-102,1 0 0,-1 3 0,0-3-892,-2 2 0,0-1 360,0-3 0,-1 2 0,-1-2-213,0-15 0,0-2 0,-2-1-1926,-10 15 0,-4-3-1084,-3-6 0,-2-4 2792,1-7 1,0-6 3129,-21 5 1052,18-36 638,20-31-2112,12 5 1,4-7-688,5-10 1,5-7-1,1 2-522,-1 9 0,0 1 0,2-2-382,6-15 1,3-3 0,2 5-41,-2 16 0,1 3 0,2 2-46,13-14 0,4 4-126,2 4 0,1 4-121,2 5 1,1 3 145,0 4 1,1 1-97,-1 4 1,1 2 148,-2 1 0,0 0 14,-2 3 0,-1-1-50,-3 0 1,-1-1 220,4-4 0,-2-1 57,12-11 128,-20 7 0,-2-1 605,2-13 246,5-8 113,-12 5 1086,-12 8-1524,-15 5 739,-12 6-1057,-9 3 647,-4 5-721,0 5-403,12 6 495,3 3-473,9 8 12,-1 12 22,-2 19 6,-1 18-537,2-18 0,0 2 489,-1 6 0,-1 2-20,1 6 1,0 0 0,0-9 0,1 0 1,1 1 1,1 2-1,1-2-63,-1 1 0,2 0-77,0-5 1,0 3-1,1-1-1282,0 13 0,0-5 701,-1-16 0,-1-2-1625,-4 12 1,-5-3 2338,-7-13 0,-2-3 0,-3 13 0,-7-8 0</inkml:trace>
  <inkml:trace contextRef="#ctx0" brushRef="#br0" timeOffset="109749">17443 13870 14482,'23'-46'854,"0"1"1,0-1 0,2-2 0,-1 1 0,-1 5-847,-2 10 0,0 2-853,8-10 1,2 0 760,2 1 0,2 1 46,-5 7 1,3 1 0,-2 2 34,2-2 0,0 3 42,13-10 0,-1 4 157,5 1 137,-16 13 0,-2 0 356,14-7 568,-3 4-333,-17 5-470,-10 6 425,1-3 269,-5 0-817,-1 2 1078,-1-2-697,-5 7-114,-1 2-564,-3 3 28,-1 14-46,0-2-21,0 31-6,-1-17-68,3 27-1338,6 7-28,-1-16 1395,2-7 1,-1-5-1,-3-15 1,2 5-1</inkml:trace>
  <inkml:trace contextRef="#ctx0" brushRef="#br0" timeOffset="109947">18618 12704 23786,'-16'-31'-9831,"6"16"8617,13 39 0,1-6 1,-2-12-1</inkml:trace>
  <inkml:trace contextRef="#ctx0" brushRef="#br0" timeOffset="110187">19099 12821 24569,'-54'-6'388,"1"0"1,-6 6 0,3 7-322,21 7 0,2 5-747,-4 6 0,3 1 714,-3 13 628,9 14-634,19-9-31,5-11 0,4-1-8,4 10-255,7-11 0,5-3-2787,19-2 3053,11 6 0,-18-19 0,-11-8 0</inkml:trace>
  <inkml:trace contextRef="#ctx0" brushRef="#br0" timeOffset="111537">19097 12842 9800,'3'-5'8071,"-2"0"-4548,-1 5-3030,-11-23-78,-5 18 5,-15-10-28,-5 29-224,6 3 123,-10 13-109,17-9 0,0 2-73,-1 1 0,0 2 0,-4 4 1,2 1 114,-12 17-67,11-5-40,12-6-55,11-9 173,26 9-129,11-15-84,-4-7 1,4-2-136,1-5 0,2-2 85,3-2 0,2-2-461,0 0 1,0-3-237,-2-2 0,-2-2-2712,-3-1 1,-3-1 2658,16-10 1,-21 7-1,-13 3 1</inkml:trace>
  <inkml:trace contextRef="#ctx0" brushRef="#br0" timeOffset="111938">19497 12890 26194,'-25'16'432,"-12"26"-354,16 0-53,6-10 0,2-1-13,-1 10-7,10 9 12,13-21 11,11 7 6,13-21-29,10-8 18,-5-10 27,-7-6 0,0-4 40,10-12-12,-12 5 1,-2-2-6,3-8 89,4-24-95,-16 12-48,-6 12 1,-1-1 3,1-13-46,-5 10-72,-3 13-381,-2 11 6,-2 7-3115,0 17 706,0-2 2879,-1 28 0,1-26 0,-1 9 0</inkml:trace>
  <inkml:trace contextRef="#ctx0" brushRef="#br0" timeOffset="112506">19980 13305 21835,'28'-42'179,"1"1"0,-1 0 1,-2 2-1,0 0 0,-4 1-143,-2-13 1,-3 0-18,1-2 1,1-3 13,0-2 1,1-1 16,-2 3 1,0 3 66,-4 8 1,-1 3 1791,4-16-1702,-10 26 495,-6 18-702,-9 16 357,-6 13-352,-12 18-5,9-7 0,0 4-8,-2 8 1,-1 4 12,0 8 1,1 2-6,0 7 0,1 1 3,1 0 0,4 3-9,8-15 0,2 1 1,3-3-1,5 2 1,5-4-7,9 5 1,8-10-223,4-23 1,5-8 224,5-3 1,1-5 11,2-6 0,0-3 5,1-5 0,-2-3-8,-11 3 0,-1-4-401,10-16 1,-3-5 403,-12 5 0,-3-4-325,0 2 0,1-4 0,-3-1 329,-4 0 1,-1-1-1,-2-1-2,0-1 1,-1-1 0,-1-1 1,-1 1 1,-2 1-1,-1 0 10,1-15 0,-3 2 301,-1 11 0,-3 2-178,-6-18 393,-1 25-444,-3 19 742,4 10-803,-3 15 1200,-1 15-1245,-6 23 17,4-9 0,1 3-375,-1 9 0,0 3 367,0 7 0,1 3-22,4-18 0,1 0 0,1 0-529,0 1 1,0-1-1,2 0 248,2 16 1,3-1-292,0-7 0,3-4 148,-1-14 0,2-1-2498,6 0 1,1-4 2951,2-5 0,2 1 0,-12-20 0</inkml:trace>
  <inkml:trace contextRef="#ctx0" brushRef="#br0" timeOffset="112699">20554 12959 20240,'-6'-3'5238,"1"0"-4723,5 3-129,0 0-78,86-66-804,-57 53 1,2 0 530,10-11 1,5-5-1,-2 7-4,-5 13 0,-3 3-81,25-4-4589,-19 5 662,-21 6 3542,-17 3 1,-7 0 0,-4 0 0</inkml:trace>
  <inkml:trace contextRef="#ctx0" brushRef="#br0" timeOffset="136860">20233 8494 10097,'59'3'1047,"0"1"0,-4-4 1,8-1-1,2-1 0,-4 1-842,0-2 1,-3 0 0,4 0-1018,-3-1 0,4 1 1,0-1-1,-2 1 903,-8 0 0,-2-1 0,0 1 0,-1 0-450,10 0 0,0 0 1,5 0 426,-7 0 0,5-1 1,2 1-1,-2-1 0,-3 1-46,-4 1 1,-5-1-1,1 1 1,6-1 19,-1 0 0,7 0 0,2 0 0,0 0 0,-3 0 0,-5 1-235,1-1 1,-4 1 0,-2 0-1,2-1 203,-3 1 0,1 0 0,0-1 1,1 1-1,0 0 10,5-1 0,1 0 0,1 1 0,-4-1 1,-6 1-14,-1 0 1,-6 0-1,5-1-14,5 1 0,8-1 1,2 1-1,-2-1 0,-8 1-59,-1 0 1,-6 1 0,2-1-183,8 0 1,2 1 0,-1-1-1432,-4 2 1,-1-1 0,-6 1 1678,-6 0 0,-2 0 0,6 0 0,-5 0 0,-11 0 0</inkml:trace>
  <inkml:trace contextRef="#ctx0" brushRef="#br0" timeOffset="137417">25436 8603 6266,'-54'7'703,"0"-1"1,7 0 0,6-2 1962,-2 1-582,22-3 465,36-1-1833,4 0 248,43-1-620,-28 0 0,1 1-685,16 0 0,3 1 470,-12 0 0,1 0 1,0 0-449,10 0 0,3 1 410,-9 0 0,4-1 0,1 1 0,-5-1-979,6 0 1,4 0 947,-10-1 1,9 1-1,3 0 1,-1-1-1,-5 0-626,8 0 0,-4 0 1,5-1 596,-11 0 0,5 1 1,0-1-1,0 0 0,-5 1-14,11-1 0,-4 0 0,1 0 5,-5 0 0,1-1 1,1 1-1,0 1-29,-2-1 0,0 1 0,0-1 0,3 2-1389,-3-1 0,3 1 1,0 0-1,0 1 1,-4-1 1395,2 0 0,-2 0 0,-2 0 0,-4 1 0,6 0 0,-4 0 0,-14 0 0,-19-1 0</inkml:trace>
  <inkml:trace contextRef="#ctx0" brushRef="#br0" timeOffset="141249">22108 5837 13793,'0'-6'5803,"0"2"-3988,0 4-1608,-28-3 95,-5 36-176,2-10 1,-2 6-994,2 19 1,3 4 883,4-8 0,3 2-17,-2 10 0,6 4-995,14-17 1,4 1 0,1-2 915,-3 4 1,5 0-96,7-5 0,5 2 1,4-9-544,8-9 0,4-7-1650,12 5 1,3-3 1994,-2-6 1,-2-3 0,16 0 0,-25-8 0</inkml:trace>
  <inkml:trace contextRef="#ctx0" brushRef="#br0" timeOffset="141941">22950 5997 12993,'0'-9'6906,"0"3"-5467,0 6-582,0 0-750,-10-29-79,7 34 11,-9-1 28,9 52-34,-1-19 1,0 3-294,-1 1 1,0-1 267,-2 0 0,-1-2 9,-5 17-73,3-23 0,-1-3 79,-1 1 139,-3 4 180,9-23-124,3-14-162,1-13 550,2-14-545,-1-16-16,5-14-285,1 5 279,3 5 0,3 0-14,-2 13 1,0 1 10,5-15 1,0 1-1,-2 14 0,1 3-13,13-24-1,4 14-11,5 11-11,8 10-11,5 10-11,3 8 5,0 13-17,-3 11 23,-15 4-3,-14 4 0,-6 4-8,-6 21 22,-7-13 0,-5 2-179,-8-6 1,-4-2 178,-4 1 0,-3-2 3,-1-3 0,-1-3 16,2-2 1,0-4 611,-27 10-390,20-17-57,3-14-88,20-12-24,4-9-49,10-5 366,7-3-372,11 3 0,7 4-6,7 7-11,5 6 17,5 9-23,6 9-50,1 10 45,-12 1-22,0 19 21,-32-8 7,-15 18-6,-37-6-560,9-20 1,-4-2 514,-5 2 0,0-3-53,-1 0 0,-1-3-679,-6-2 1,3-3-2271,-10-5 2322,5-21 1,41 2 0,9-6-1</inkml:trace>
  <inkml:trace contextRef="#ctx0" brushRef="#br0" timeOffset="142591">23589 6068 20022,'-5'42'797,"1"-1"0,-1-2 1,6-10-238,18-19-179,5-5-141,8-8-83,6-9-6,4-11-11,2-11-11,-4-8 6,-5-6 27,-8 0 17,-9 4 40,-9 8 10,-9 7-55,-9 9-113,-2 8 41,-19 5-69,5 12-16,-15 8-6,4 14 1,3 11-7,4 8-22,8 6 17,10-8-14,8-10 0,5 0-8,9 8 27,5-7 1,4-3 5,10-2-17,-2-12 1,3-4-252,15-5 251,15-2 0,-4-12 12,-24-3 0,-3-3 5,8-8 11,9-19 29,-22 2-21,-10 8 1,-2-2 5,0-2 1,-2-1 30,-2-2 0,-1 0 25,-1 3 1,-1 1 126,0-20 10,-3 14-38,-3 16-85,0 10-117,0 7 0,0 5 257,1 9-235,7 9-16,7 17-4,2-4 1,2 1 2,8 17-3,-6-11 1,-2 2-31,-9-7 0,-4 0-138,-8 10 1,-6 1-118,-4-1 0,-7-3-992,-11 0 1,-5-5 38,0-8 1,-2-4 661,-1-3 1,1-4 0,-4 2 0,10-9 0</inkml:trace>
  <inkml:trace contextRef="#ctx0" brushRef="#br0" timeOffset="142995">24659 6303 23113,'31'-47'130,"1"0"0,0 0 0,6-5 1,-6 0-79,-14 10 0,-3-2 0,-2 2-1116,-2 0 0,-2 1 1100,3-9 1,-2-1 56,-4 7 0,-2 4 1260,-2-12-1006,-5 0-67,-3 20 462,-2 16-753,2 10 315,2 6-271,-9 33-44,4 7 0,0 5-1,0 4 1,1 2 416,-1 6 1,3-1-423,4-2 0,3-3-28,3-9 1,1-1-85,2 8 0,3-1-443,5-1 1,3-3-345,-2-12 1,1-3-4166,20 20 4588,-14-30 1,-9-10 0,-8-7 0</inkml:trace>
  <inkml:trace contextRef="#ctx0" brushRef="#br0" timeOffset="143153">24924 6155 16885,'-3'-3'5831,"1"0"-4117,2 3-1748,5-46-666,24 28-1456,-5-9 0,2 0 1305,5 18 1,0 6 0,13-5-1,-19 4 1</inkml:trace>
  <inkml:trace contextRef="#ctx0" brushRef="#br0" timeOffset="144012">26172 5886 17322,'1'-9'2722,"4"-32"1,2-6-1889,-4 16-509,4-16 0,-2 5 27,-4 28-262,-2 8-79,-1 6 73,-12 19-28,-5 8-11,-11 26-34,16-25 0,0 2-11,1 8 0,3 2 6,4-3 0,5 0 10,6 1 1,5-2 22,19 11 9,7-33 0,4-7-15,6-6-189,-4-8 0,-1-4 212,6-13 6,6-9-43,-9-2 77,-12 2 10,-12 6 1,-9 9-68,-6 10-22,-10 11 348,-7 9-370,-7 11 55,1 0-44,1 20-18,11-10 18,11 13 0,5-17-1,20 0-5,17-11 23,4-4-1,12-12 12,-18-17 22,-7-12 16,-12-9 1,-11-6-11,-8-3-12,-11-2-16,-3 2 5,-4 5 6,-1 8-23,4 12-55,2 6-91,3 10-49,1 5-214,4 12-448,8 11 158,1 0-3921,27 23 4598,2-11 0,-6-2 0,-8-14 0</inkml:trace>
  <inkml:trace contextRef="#ctx0" brushRef="#br0" timeOffset="144812">27296 6020 16902,'0'-4'5909,"1"0"-5410,-1 4 313,-10-67-235,-3 43-395,2-14 0,-4 4 36,-18 27-72,-9 11-96,8 8 1,0 5-34,-14 15-17,19-8 0,4 3-11,8 14-12,15-1 18,8-10-35,18 0 52,16-11-1,21-13 6,-6-11 44,-1-23-10,-28-8 21,-8-4-38,-10 7 123,-3-11-23,-6 21-27,-4-6-57,-5 18-28,-4 8-10,-2 10-12,0 7-6,1 12 6,6 6-28,3 5-34,12 1 1,7 2-18,12-4-38,9-4-18,9-12 46,4-9 61,1-16 22,-3-10 12,-6-11 5,-6-7-33,-5-5 33,-3 0 56,-5 5-22,-6 11 39,-8 8-84,-13 16 17,-11 11-12,-13 14-27,-5 12 11,5 6-6,12 3 6,14-5 27,19-6-10,12-9-23,14-12 23,6-8 5,1-16-5,-11-3 38,8-26 7,-21 2 27,6-19 57,-16 8 77,-4 6 46,-5 11-56,-1 10-130,-2 11-60,-1 6 4,0 14 12,0 14 12,-3 22-32,-1-16 0,0 3-517,-7 15 0,-1 1 514,4-14 1,-2 1-21,-5 7 0,-2 5 0,1-6 6,4-11 1,-1 0-26,-3 9 1,-3 5-1,0-3-92,-1 1 1,-1-1-99,-5 10 0,-2-1-6,1-6 0,-1-3 25,0-8 1,0-4-34,2-9 0,0-5-653,-23-3-1159,5-32-2604,4-29 4045,20 6 1,4-1 0,-5-7 0,8-4-1</inkml:trace>
  <inkml:trace contextRef="#ctx0" brushRef="#br0" timeOffset="145183">28154 5387 21304,'-1'-7'3619,"-1"1"-2499,2 6-784,0 0-263,-3-31 0,19 54 5,11-1-53,0 25 1,1 11-667,-6-16 1,-1 3-1,0 2 630,0 4 0,0 2 0,-3 1-17,-1 2 0,-3 1 0,-2 0-81,-3 1 1,-3 0 0,-4-1-262,-5-1 0,-4-1 0,-4-1-859,-5-1 1,-4-2 0,-2-3-3688,-6 6 1,-3-6 4804,-3-6 0,2-8 0,7-11 0,10-10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7T13:54:55.8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1457 2522 22212,'-1'-43'675,"-1"1"1,1 2 0,-1 12-323,0 24-476,0 8 145,1 13 34,0 18-33,1 18-12,0-3-11,-2 0 25,-2-8 0,-1-1-13,-3 15-10,2-13 1,-1-2 3,1-8 61,0-7 45,4-19 431,0-2-385,1-40-130,1 10-3,-1-18 0,2-5-680,2 15 1,1 0 656,-1-8 1,2-1 14,7-9 0,3 2-74,-4 18 1,1 0 61,2-6 1,1 0-1,3 7 1,1 4-17,8-1-11,15-3 5,-4 22 22,4 12 7,0 10-18,-3 13 0,-14 1 1294,-7 22-1288,-18-21 5,-11 5 1,-8 1-66,-25 6 65,17-16 1,-3 0 13,-5-4 1,-2-2 36,-1-2 0,0-3 17,-14 8 56,-2-3-56,47-18-56,3 0 245,4 0-201,20 6-21,9 3-24,11 3-16,3 0-6,-3 2 1,1 2-371,-11-4 0,1 0 336,19 8 1,1 0-123,-16-7 0,-2-1-270,1-1 1,-1-2-514,1-1 0,-1-2-646,0-2 1,-2-1-1166,18-3-5904,5-11 8660,-24-3 0,-4 2 0,-14 3 0</inkml:trace>
  <inkml:trace contextRef="#ctx0" brushRef="#br0" timeOffset="1149">2280 2643 22881,'-41'-20'97,"0"0"0,1 5 0,11 11 306,25 24-363,4 13 136,11-5-75,19 1-73,-6-11 126,19-4-48,-10-14-22,11-9-73,-9-3 362,13-22-222,-23 4 17,6-16 56,-20 6-28,-10 1-38,-9 2-29,-9 6-68,-11 9-38,2 10 27,-27 9-39,22 8-6,-5 6 1,1 3-6,4 5 0,-13 14 0,27-4 0,4 2-11,-1 15-28,6-7 0,3 0-68,12 3-207,10-14 1,4-2-96,7-1-134,23 10-1376,-4-24 1,3-5 501,-11-1 0,2-2 120,1-1 0,5-1 0,-3-2 468,5-5 1,-2-2 623,0-5 1,-3 0 265,-11 2 1,0-3 1820,17-15 0,-5-3 274,-8-3-1043,-5 1 0,-6 1-492,-18 6 954,-29-10-1139,-6 27-268,-13-5-33,3 20-12,3 9 0,0 4-73,-13 15 370,8-6 0,4 3-409,0 18-11,13-2 426,12-4-432,19-8 120,14-10-114,19-11 0,13-10 0,7-15 0,-12-2 22,-16-6 1,-3-3 27,7-17-138,-12 10 0,-2-4 150,-8 2 0,-4-2-122,-1-3 0,-1-2 133,-2-4 0,0-1 27,-2-1 1,0 0 53,0 2 1,-2 2-1509,0 1 1,-2 3 1487,2-8 113,-5 8-130,-1 29 74,0 1-235,-1 11 387,-3 13-321,-5 18 1,-3 21 3363,1-1-3409,5-14 1,1 1 16,1-6 1,2 2-12,0 18 1,1 0 2,2-19 0,3 0-112,12 18 0,6-7-368,3-18 432,5-5 1,3-5-29,12-18 68,11-11 33,-10-5 11,-15-6 1,-2-3 10,8-15-11,-12 10 1,0-2 24,-6 1 1,-2 1 154,7-18-40,-7 10-156,-11 19 11,-15 24 398,1 2-409,-13 19-12,9 1-5,0 1 0,9 20 5,13-15 6,4 6-17,31-8 12,0-21 2,-9-4 0,1-2-232,-2-8 0,-1-4 243,0-1 1,-1-3 14,24-18-7,-19 2 80,-3-16 66,-21-8-117,1 9 5,-11-4 34,-3 22 0,-3 2-17,-3 1 431,0 7-543,0 7-33,3 5-62,0 10-336,2 8-23,0 2-8429,29 25 8928,-9-20 0,11 9 0,-17-24 0</inkml:trace>
  <inkml:trace contextRef="#ctx0" brushRef="#br0" timeOffset="1366">4377 2524 18066,'4'-5'3820,"-1"1"-424,-3 4-3346,5-5 437,-10 15-464,-15 28-35,-1-1 116,5-10 1,-1 4-609,0 9 0,1-1-4212,-10 17 3674,9-16 0,0-1-2845,-3 0 3887,5-14 0,6-12 0,2-2 0</inkml:trace>
  <inkml:trace contextRef="#ctx0" brushRef="#br0" timeOffset="1517">4205 2814 18576,'6'-61'2280,"1"1"0,-2 12 0,-3 5-1395,-6-2-773,-1 31-95,0 15-6,3 8-34,9 35-21,1-14-1368,16 20 1,4 2-3967,4-7 5233,1 0 1,0-5 0,-14-23 0,0 1 0</inkml:trace>
  <inkml:trace contextRef="#ctx0" brushRef="#br0" timeOffset="2334">5121 2732 23114,'56'1'109,"0"0"0,-1 1 0,1-1 0,2 1 1,-3-1-1,2-3-93,-5-2 1,3-2 0,-2-2 0,-3 1-954,-2-3 1,-3 1 0,-2-1 961,11-2 0,-3-1 121,-5-4 0,-9 0 800,-17 2-806,-8-26 353,-23 20-445,-23-9 0,-7 0 8,10 13 0,-1 3-182,-19-11 1,-3 2 388,14 9 1,2 3-96,-9-2 1498,8 3-1616,31 9-33,5 0 22,22 14-16,12 6-18,-4-2 1,4 2-9,9 7 0,2 3-5,1 4 0,-1 2-390,-1 1 1,-4 2 290,-7 0 1,-6 2-334,-11-7 0,-5 0-1406,-5 2 1,-4 0 1845,-7 22 0,0-21 0,1-16 0</inkml:trace>
  <inkml:trace contextRef="#ctx0" brushRef="#br0" timeOffset="2767">7234 2692 22576,'9'-55'1112,"0"0"1,-1 1 0,-3 11-956,-7 28-56,-3 0-123,-1 21-48,-6 27 0,0 10-462,0 18-365,0-12 0,2 3-4019,10-5 1,4-3 4897,3 5 0,-2 0 0,-2-39 0</inkml:trace>
  <inkml:trace contextRef="#ctx0" brushRef="#br0" timeOffset="3141">7648 2169 19367,'-53'-11'967,"0"0"0,-1 7 0,6 8-726,-6 30-188,31-12 0,4 3-13,-2 22 21,19 15-38,8-31 55,6 0 0,4-1-5,3-9 190,10-5 1,1-3-113,-4-10 118,27-11 22,-29-14 123,3-22-50,-12-11-224,-7 2 11,-12 4-39,-3 20-77,-2 11-35,-3 6-113,-3 13 23,-1 9-268,-5 15-745,6 15-1846,9-7 0,3 1 2949,3 20 0,1-7 0,3-28 0</inkml:trace>
  <inkml:trace contextRef="#ctx0" brushRef="#br0" timeOffset="3783">7919 2485 17598,'8'-20'33,"-5"17"2541,-14 52-2563,0 6 12,2 2-18,1-3-10,4-8 10,1-12 1398,2-15-1156,3-11 649,2-11-756,8-13-391,25-34 324,-11 15 0,-2 4 0,-1 1-17,-5 9 16,14-14-55,-11 21-17,11-3-5,-14 16 10,3 12 3376,-9 9-3370,6 34-16,-6-9-1,-5-14 0,1 0 6,14 13 6,-4-17-6,22-3 0,-1-18 0,15-7 11,1-12 8,-24-4 1,-3-3-3,9-10 11,-16 3 0,-4-2 56,-4-15 17,-1-14 56,-9 1 173,-13-3-240,1 23 83,-8-1-16,6 24-73,1 3-73,4 5-33,4 6 16,1 3 6,1 3-5,20 49 27,1-9-290,-1-3 1,2 3 267,-3-12 0,0 0-6,0 0 1,-1 1-21,-3-2 1,-3 0-51,-5 3 1,-4-1-48,-4 10-415,-21 7-1971,-20-19 246,7-9 1459,-13-2 0,34-18 1,1-2-1</inkml:trace>
  <inkml:trace contextRef="#ctx0" brushRef="#br0" timeOffset="4033">9119 2159 20576,'1'-3'2930,"-1"0"-258,0 3-2583,-4 62-50,2-1-280,0-14 1,0 5 217,1-8 1,1 2 0,1-2-541,-2 6 0,2 1-666,0 3 0,1 5 1,0-6-604,1-6 1,0-4-2796,2 4 1,1-6 3870,3-13 0,-4-13 0,-2-7 0</inkml:trace>
  <inkml:trace contextRef="#ctx0" brushRef="#br0" timeOffset="5009">9053 2540 23360,'-40'-14'369,"1"-1"1,-14-9-347,62 26 19,26 2 0,7 1-31,6 2-8,4-1 1,10 1 0,-7-1-1211,-19-2 0,-1-1 1207,27 3 0,0-1 11,-27-3 0,-2-1 15,7-1 1,0 0-22,-7 0 1,-1-1 273,6-1 1,-4-1-240,-3-5 60,-1-2 24,-16-4 1235,-13-7-1308,-7 6 750,-22-8-633,-6 16 5,-21 0-105,12 10-12,10 7 0,1 3-39,1 4-6,4 2 0,2 1-11,6 2 0,-4 26 6,16-15 28,13 21-1,13-22 46,16-5-29,-5-17 112,18-20-117,-21 0 50,21-20 17,-19 4 45,3-9 39,-9 2 17,-9 4-90,-7 10 185,-8 2-274,-6 12-12,-11 8-16,-1 5 22,-19 31-17,19-15 0,-11 29-22,23-15 28,19 18 2,12-30 1,9-4-3,17-4 0,4-6-12,-9-2 1,0-7-221,0-9 1,2-6 0,-7-2 220,7-12 12,-14 1 1,2-6 0,-5 2-2,6-20-1067,-15 15 0,2-6 0,-3 4 1064,-7 5 0,0-2-1,4-20 0,2-10 1,-3 8-283,-5 15 1,-1-1 286,3-15 1,0-7 0,-3 12 14,-4 3 14,-3 9 1,-1 4-3,-4 16 423,-6-1-457,1 22 3114,-11 18-3086,-5 18-28,2 6 1,-2 4-199,6-13 0,1 3 187,-3 13 0,0 7 0,4-6 0,4-14 0,3 0 1,-1 9 1,0 5 0,3-6-2,7 16-3,11-7 0,12-3 11,9-17 1,9-8-119,1-4 1,5-2 0,1-7 112,-2-9 1,1-6 0,-1-6-450,6-7 0,0-7 0,-6-3 449,-1-4 0,-7-8 2,-8-6 1,-2-7 0,-5 1-1,-5-7 1,-4 1-6,-1 11 0,0-1 0,-2-1 15,-4 2 0,-1-1 0,-2 2 235,-1-9 0,-2 4-233,0 6 0,-2 2 44,-5-4 0,-4 8 18,-4 13 263,-6 0-323,8 23-8,-8 37 34,3 14-23,5-6 0,-1 10 1,1-1 111,3-12 0,2 0 0,0 5-355,0 1 0,1 7 1,0 2-1,1-2 0,1-4-2000,1 7 1,1-4-1,1 2 2221,0-6 0,1 3 0,0-4 0,0-8 0,3 19 0,-2-42 0</inkml:trace>
  <inkml:trace contextRef="#ctx0" brushRef="#br0" timeOffset="6242">800 3365 10880,'55'-2'5,"1"1"1,0-1-1,-1 1 1,-6-1 0,-2 0-1,1 1 1,3 1-56,0 2 0,4 2 0,1 1 0,-2 0 0,-3-1 83,11 0 1,-4-1 0,1 0 14,3 0 1,1-1 0,2 0 74,-12-1 0,1 0 0,2-1 0,4 1 62,-7-1 0,3 0 0,3 1 0,1-1 0,2 0 0,1 0-145,-5 0 1,2-1 0,1 1 0,1 0-1,1-1 1,1 1 0,-1-1 0,1 1 24,-6 0 0,0-1 1,1 1-1,0-1 0,1 1 1,-1 0-1,1-1 0,0 1 1,0-1-45,2 0 0,1 1 0,0-1 0,1 0 0,-1 0 0,0 0 0,0 0 0,0 0 0,-2 0 28,-3 0 1,-1 1 0,-1-1 0,1 0 0,-1 0-1,0 0 1,0 0 0,1 0 0,0 0-64,3 0 0,-1 0 1,1 0-1,1 0 0,-1 0 1,1 0-1,0 0 0,0 0 1,0-1 37,-4 1 1,0 0 0,0 0-1,1 0 1,-1 0 0,1 0-1,0 0 1,0 0 0,1 0-1,-1 0-28,3-1 1,0 1 0,0 0 0,1-1 0,0 1 0,0-1 0,-1 1 0,-1-1 0,-1 1-1,-1-1 18,5 1 0,-3-1 0,-1 1 0,-1 0 0,1-1 0,1 1 0,2-1 0,4 0 10,-8 0 0,2 0 1,3 0-1,1 0 0,2-1 1,0 1-1,1 0 0,-1-1 1,-1 1-1,-1-1 0,-3 1 1,-1 0-7,4-1 0,-1 0 0,-3 0 0,0 1 0,-1-1 0,-1 0 0,2 1 0,1-1 0,1 0-10,-4 0 1,0 1 0,2-1-1,0 0 1,0 1 0,1-1-1,-1 0 1,1 1 0,-1-1 0,0 0-1,-2 0 8,4 0 1,0 0 0,0 0 0,-1-1 0,0 1 0,0 0 0,-1-1-1,-1 1 1,-1 0 0,-1 0-1,4-1 0,-3 1 0,-1-1 0,-1 1 0,0-1 1,2 1-1,1-1 0,3 0-7,-5 1 1,2 0 0,2-1-1,1 0 1,2 1 0,-1-1 0,1 0-1,-1 1 1,-1-1 0,-2 1-1,-2-1-11,3 1 1,-1 0 0,-2-1 0,-1 1 0,0 0 0,-1 0-1,1 0 1,0 0 0,0 0-33,2 0 0,2-1 1,0 1-1,0 0 1,-1 0-1,-1 0 1,-2 1-1,-2-1 1,-5 1-3,11-1 1,-5 1 0,-3 0 0,-2 0 0,2 0 35,1 1 0,2 0 0,-2 0 0,-4 0 0,-9 0 0,2 0 0,-5 0 0,11 0 0,0 1 0</inkml:trace>
  <inkml:trace contextRef="#ctx0" brushRef="#br0" timeOffset="7324">3802 4853 17137,'0'-41'2708,"-1"-1"1,-1 8-2105,-1-14 1,-2 4-308,0 29 101,-4-5-303,6 16-145,1 2 33,2 6 56,4 13 6,8 24-34,-1-5 11,4 16 18,-5 8 4,-5-11-24,-1-15 0,-2-1 13,-6 8-5,1-15 420,-2-10-5,4-15-252,-1-11-96,2-15 11,-1-14-42,5 7 1,0 0-31,0-15-1,8-9 29,2 14-17,10-5-3443,10-1 3404,-3 13-12,7 17 6,-8 16-11,10 9 5,3 10-16,-1 14-29,-8-1-190,-8 5 1,-3 1-7,-1 1-165,-1 2 1,-1 1-1546,0 3-1599,5 8-792,2-11 4348,-3-14 0,-9-14 0,-6-7 0</inkml:trace>
  <inkml:trace contextRef="#ctx0" brushRef="#br0" timeOffset="7817">4593 4859 20117,'17'-43'1415,"0"0"0,-1 5 1,-4 7-700,-4 16-424,-4 9-276,-3 4-21,1 8 45,3 11 16,6 32-28,-1-9-12,-2-3 1,0 3-17,4 21-316,-5-21 0,1 2 313,0-1 1,1 1-176,4 11 0,1-1 178,-2-13 0,0-1-3,0-2 1,0-3 13,2-3 101,-11-24 28,-1-6-107,-5-11-5,-12-23 0,1 4-22,-1 2 0,-1-2 5,-9-22 11,6 8 1,1-1 52,5 14 0,1 0-73,-3-13 1,2 0 20,0-8 7,7 15 1,2 0-14,-2-10 390,11-9-357,7 27-16,22-7-29,-7 15 6,24 1-16,-11 17 10,22 8-5,-20 2-5,7 17-12,-30-1 11,-4 9 23,-20 3-6,-7-7-5,-12-6-1,-5-2-10,-18 7-18,12-8 1,-1-2-177,4-6 1,3-2-296,-6 1-1528,6-6 2022,32-5 0,-4 1 0,8-1 0</inkml:trace>
  <inkml:trace contextRef="#ctx0" brushRef="#br0" timeOffset="8433">5252 4640 23993,'25'35'140,"1"1"0,-5-6 0,-2 1-90,-4 9 1,-3-2-6,-1 1 145,-4 14 40,-10-41 145,1 1-190,-1-10 151,-5-11-252,3 2 11,-9-15-16,1-15-6,0-7-23,1-3 34,6-5 6,4 12-12,3-7-5,7 4-68,5 13 18,4 6-34,21 8-34,-14 11 42,7 2 0,2 4 9,9 11-20,-3 8 0,0 4 19,7 19 6,-21-18 1,-3 2-29,-5 24 17,-16-21 11,-7 11-33,-5-19 95,-3-10 190,-1-21-202,5-12 12,1-21 34,8-5-57,5 7 0,6 3 135,31-12-157,-3 18-166,-6 6 1,3 4 193,21 4-34,6 10-10,-12 9-35,-11 7 1,-1 4-6,0 6-213,2 10 0,-4 6-1787,-13 21 1371,-11-7 0,-5-1 1,-6 0-1,-12 0 0</inkml:trace>
  <inkml:trace contextRef="#ctx0" brushRef="#br0" timeOffset="10316">7743 4808 15989,'0'-4'6229,"0"0"-4118,0 4-1926,-2-47-219,1 35-100,-1-23 156,1 45-5,1 23-17,0-10-219,1 11 1,0 1-308,1 0-2037,2 7 0,1 0-3060,1-13 5623,6 18 0,-8-34 0,0-2 0</inkml:trace>
  <inkml:trace contextRef="#ctx0" brushRef="#br0" timeOffset="10675">7943 4519 21461,'-44'11'106,"-1"-1"1,6-3-1,10 4-44,27 31-23,6-19 107,10-3 118,2-10-96,1-1 156,10-7-38,1-9 593,20-20-576,-20 7 346,3-26-419,-37 21-73,-6-12-101,-6 15 0,-18 0-56,16 13-96,-25-2-464,24 14-3478,-5 12 4038,16 5 0,5-3 0,3-5 0</inkml:trace>
  <inkml:trace contextRef="#ctx0" brushRef="#br0" timeOffset="13507">9548 4807 15507,'-4'-46'971,"0"0"0,-1-3 0,-4 6-266,-5 18-201,-11-9-313,4 18 453,-38 5-488,26 11 54,-16 5 0,-1 5-92,4 4-2149,0 4 1,1 3 2103,0 4 66,11 0 1,-5 6-1,6-3-122,8-6 0,2 0 192,-7 9 1,-2 4 0,5-1-205,10-5 1,4 1-12,-1 6 1,3 1-39,8-3 1,6-2 60,19 24 5,24-14-14,-15-26 1,2-5 5,5-2 0,1-5 14,2-4 0,0-4 16,0-2 1,-1-5 36,5-8 1,-4-4-49,-12 7 1,-3-1 50,5-10 0,-4-3 95,-4-13-81,-11 7 0,-2 0-31,-1-14 51,-9 8 0,-2 2 10,-2 6 203,-9-23-158,5 37 2459,-8-9-2441,6 18 1110,-7 3-1239,1 19 478,0 4-484,-10 22-3112,3 4 3073,0 1-19,12-9 1,3 1 7,6 12 10,9-9 1,5-2 0,11 3-34,3-15 0,3-4-61,7-5-2745,23-6 1,4-4 2822,-27-5 0,-1-2 0,15 3 0,-4-2 0,-15-5 0</inkml:trace>
  <inkml:trace contextRef="#ctx0" brushRef="#br0" timeOffset="14641">9296 4807 10592,'1'-41'539,"0"1"1,1 2 0,-5 9 2115,-7 20-2465,-7 3 1420,-15 5-1464,-5 7 5,1 6 0,-2 4-33,-14 14 238,18-8 0,2 3-283,-3 15 3257,7 2-3308,12-9 34,6 16 90,31-1-40,-1-22 1,5-1-43,2-5 1,4-5 16,5-6 1,0-6 7,9-8 87,-14-6 1,-1-2 137,8-12 22,10-15-28,-23 2 293,-11-1-366,-8-1 45,-9 1 51,-1 5 10,-3 7-21,1 9-79,3 7-140,2 5-79,1 5 6,2 7-17,5 7 0,3 14 1,2 0 16,8 31-62,-3-12-787,2-6 1,3 0-1594,8 6 2414,-5-18 0,0-5 0,-6-9 0,1-3 0</inkml:trace>
  <inkml:trace contextRef="#ctx0" brushRef="#br0" timeOffset="16649">9741 4944 24273,'-9'-38'409,"0"13"-320,5 35-44,0 3 50,-1 10-27,3-1 27,9 11-28,8-9 95,23-1-111,-8-14 0,10-5 78,6-16-29,-10-3-4,14-14-7,-20-3-16,-11-4 17,-12-15-62,-7 15 16,-12-17 57,0 21-22,-6-4 38,2 11 29,2 8-57,4 10-77,5 3-46,3 4 34,1 9-11,3 3 5,6 12 45,9 0-16,11 3-34,12-3 11,11-4-12,-9-8 20,-10-7 1,0-3 8,7-5 28,16-11-28,-29 0 27,-4-12 1,-14 6-3403,-2-16 3380,-3 12 23,-2-10 11,-2 14 146,-2-7-146,0 12-12,-2 2-21,3 11-34,1 3 50,-1 6 3347,-2 9-3408,3 2 16,-1 24-22,7-7-5,4 19-63,8-9-228,14 5-73,-7-19-68,20 3 179,-18-25-616,34-2 560,-17-13 297,-10-2 1,-1-2 55,0-8 34,0-13 22,-21 7 285,-2-7-167,-4 0 22,-5 4 12,-5 4 72,-7 7-201,2 8 33,-6 3-84,9 4 17,-1 6-39,5 2-17,0 8 17,7 2-6,6 3 12,12-1 16,10-4-17,11-6 6,18-5-11,-18-7 22,11-7 28,-30-5 23,-1-5-12,-9-4-55,-8 4 50,-8-12-40,-11 4-22,0 0 12,-12 2-6,2 16-17,-18 1 5,12 8 1,-12 10-6,14 10 0,-2 10-11,6 7-1,10 5-10,10 3-28,13 1-51,12-3-90,15-4 29,-1-11-452,10-11 1,2-3 232,2-3-183,6-2 0,2-2 368,-24-8 0,0-2 120,17-4 1,-2-1 94,-15 2 1,-2-2 36,7-5 0,-3-3 123,-2-10 202,3-21-224,-19 13 190,-6-15 34,-15 21 84,-18-5-268,-10 16-113,-6 5 44,-11 18-55,9 9-45,-8 11-17,8 12-11,9 6-22,10 14 5,10-18 12,15 11 5,5-31-17,35 10 28,-1-19-14,-11-5 0,2-3 59,2-8 0,-2-4-44,12-5-83,-17-2 1,-3-3 98,-1-14 11,3-18-14,-16 13 0,-4-2 3,-1 2 0,-2 0-1025,-1 0 0,-1 0 1042,0-20 134,-2 19 0,-1 1 118,-3-14-69,2 18 0,-2 4-161,-2 7 52,1 22-114,1 7 2152,-2 19-2152,-4 32 12,2-8-498,-1 8 1,0 0 469,1-2 2,1-3 1,2 2-393,5 10 370,2-27 1,6-1-18,9-3 0,5-6-19,27 6 17,-4-26 0,2-7 66,4-7-16,-7-11 0,-4-6 6,-7-12 5,-10 11 0,-3-1-49,1-10 83,-2-1 5,-12 17 18,-1 1 845,-10 10-907,-7 11 442,-6 11-437,0 0-11,1 8-6,5 18 17,5-16-17,7 25-16,18-19 22,11-1 11,4-6-5,14-12 16,11-11-8,-20-8 0,-1-2 3,22-5 5,-31-1 1,-6-4 44,-9-16-50,-5 6 27,-9-21-4,-10 27-24,-6-8-10,3 19-12,-2 5-44,5 7-73,-3 11-241,5 6-723,4 14 1087,30 22 0,-18-27 0,19 12 0</inkml:trace>
  <inkml:trace contextRef="#ctx0" brushRef="#br0" timeOffset="16873">12994 4701 22324,'2'-3'3024,"-1"0"-1802,-1 3-1189,-38 0-38,7 18-15,-1-7 0,0 4-84,8 6 1,2 3-278,1 0 1,1 1-1394,0 4 1,2 0-8058,-12 22 8448,9-12 0,9-17 0,10-19 0</inkml:trace>
  <inkml:trace contextRef="#ctx0" brushRef="#br0" timeOffset="17049">12610 4869 19462,'-12'-58'1631,"-1"1"1,1-3 0,5 11-993,9 26 92,4-4-653,6 18 124,11 11-191,13 15-16,11 16-120,-20-8 1,0 1 115,-4-3 1,-1 1-12,-1-1 1,0 2-1163,13 14 0,0 1 1182,-9-8 0,-2-1 0,7 4 0,-3-2 0,-4 0 0</inkml:trace>
  <inkml:trace contextRef="#ctx0" brushRef="#br0" timeOffset="17574">13086 4895 23677,'29'-49'728,"1"0"1,-4 5-1,-6 12-672,-16 26 54,-2 10-93,1 4 78,12 53-90,-7-23-1380,3 12 1,-1 1 1380,-3 0-9,-1 4 0,-1 2 94,-2-18 0,-2 0-150,-1 15 1,-4 0-96,-2-16 0,-6-3-1863,-12 1 0,-4-5 852,-14 8-2190,5-20 0,0-5-5696,3-8 9051,-6-1 0,27-5 0,6 0 0</inkml:trace>
  <inkml:trace contextRef="#ctx0" brushRef="#br0" timeOffset="17941">13405 4476 21916,'-39'20'287,"0"1"1,2 0 0,15-2 429,27-8 112,10 3-514,-2-9 155,8-5-256,-12-4 206,6-12-121,-8 0-159,0-10-67,-5 9 73,-6-5-85,1 12-111,-4-3 5,3 10-33,-1 5-130,-2 9-537,2 10-61,0 0-8420,18 21 9226,0-17 0,0-1 0,-8-18 0</inkml:trace>
  <inkml:trace contextRef="#ctx0" brushRef="#br0" timeOffset="18390">13872 4630 24823,'-30'-32'43,"0"1"0,3 2 0,5 14 325,15 31-351,4 13 133,10 11-139,10 8-8,2-16 0,2 0-3,10 14-93,-6-15 0,1-2 54,7 5-118,1 8 17,-14-15-238,-21-3-916,-18-14-1540,-16-5 286,3-6-7283,-21-24 7239,18-4 3250,7-9 0,3-3 3005,2-18-2383,12 24 0,3-1 6455,12-23-6755,-1 36 762,5-16-1228,-6 32-222,2-1-203,-2 8 443,0 24-392,-3-7-22,-3 22-14,-9-10 0,-5 2-396,0-2 1,-2 1-135,-10 16 1,-3 1-216,0 0 0,1-3 0,-5 5 0,5-3 0</inkml:trace>
  <inkml:trace contextRef="#ctx0" brushRef="#br0" timeOffset="18975">14272 4667 13258,'22'-54'1505,"-1"-1"1,0 1 0,-2 4-1,-1 1 1,-3 5-876,-3 2 0,-4 3 64,-2 4 1,-1 3 836,-2-8-1486,-3 15 319,-11 39-297,3 4 14,-6 22 0,-2 6-47,-2 9-537,3-9 1,-2 5 519,5-10 0,0 1 0,-1 2-51,-3 6 1,0 1-1,-1 1-750,2-6 0,0 2 0,-1 0 1,2-3 385,-4 7 0,2-2 1,-1 0 397,1 2 0,1-1 0,2-8 0,-2 8 0,6-16 0,0-1 0</inkml:trace>
  <inkml:trace contextRef="#ctx0" brushRef="#br0" timeOffset="19299">14938 4265 20431,'4'-51'1396,"1"1"1,-1 9-1,-2 6-640,0 6-638,-3 22-101,-1 6 28,-3 21-17,-1 5-3,0 12 0,-2 9-5,-2 11 0,-2 3-753,2-4 1,-1 3 730,0-6 0,-2 3 0,-1-4-1498,-2 5 0,0-2 1404,0-1 1,0 2-700,3-7 0,2 3 0,2-3-4121,4 5 1,2-2 3155,-2 1 1,2-4 0,8 9 0,-3-50 0</inkml:trace>
  <inkml:trace contextRef="#ctx0" brushRef="#br0" timeOffset="19808">14687 4865 21730,'31'-46'104,"1"-1"1,4 1-1,4 11-59,-10 25 1,3 5-727,17-7 1,2 0 733,-8 1 0,0 1 36,6-1 1,-2 0 28,10-1 624,-2 0-518,-26 7 142,1 0-142,-16 5-62,-8 3 29,-8 4 1075,-15 15-1142,3-6 16,-11 13 0,-2 3-90,-2 10-185,5-8 1,2 1 145,5 5-16,8 4 21,10-21 67,28 23-33,-9-29 34,36 11-39,-26-24 33,3-5 1,0-4 95,8-9 56,11-12-107,-29 1 241,-10-35-257,-16 16-1295,-1-18 1216,-8 22 325,-5-2-280,-6 9-26,-6-2-58,1 18-12,-5 12-61,-1 11-941,-20 13-17,17 0 409,-1 11 633,26 4 0,5-19 0,4 8 0</inkml:trace>
  <inkml:trace contextRef="#ctx0" brushRef="#br0" timeOffset="20384">15904 4779 13407,'4'-4'8440,"0"1"-7823,-4 3 789,43-66-264,-33 38-974,13-10 0,-7 4 40,-23 20-79,-7 11-23,-6 5-39,0 3 1,-11 11-24,3 7 1,-13 22-45,11 2 6,5 0 5,14 0-11,9-20 39,24 29-22,6-28-6,-2-7 0,2-3 40,25-5-6,-13-7 128,8-13-106,-27 0 1,6-9 161,-17-19-150,-7 1-29,-6-22-28,-4 19 1,-10-9 10,1 6-5,-1 4-44,0 7-68,7 19 16,3 7-486,0 13 100,4-1-2441,2 26-6936,10 3 8450,-3-4 1,3-6-1,-7-22 1</inkml:trace>
  <inkml:trace contextRef="#ctx0" brushRef="#br0" timeOffset="20740">16172 5102 26536,'37'-30'145,"-1"1"1,1 0 0,11-11-1,-7-1-109,-19 3 1,-4 0-1475,5-21 1469,-7 8 0,-3-2-12,-3 11 1,-1 1-12,1-7 1,0-3 10,-2-8 1,-1 2-6,-5 21 0,0 1 11,2-13 0,-2 2 454,-2 3-384,-3 13 140,1 22-246,-6 7 33,-4 20 0,-8 21-14,6-8 1,-1 2 245,3-3 1,0 2-254,1 6 1,-1 5 0,2-2-751,1 4 1,3 2 738,0-3 1,0 3 0,2-4-5,3-1 0,3-1-576,5 14 0,4-3-272,3 0 862,11 3 0,1-4 0,-11-24 0,19 19 0</inkml:trace>
  <inkml:trace contextRef="#ctx0" brushRef="#br0" timeOffset="21292">16684 4913 5483,'3'-9'4514,"12"-31"0,4-7-3069,-3 9-661,2-4 0,5-10 0,-3 7-168,-4 12 1,-2 1-94,8-13 1,-1 1-98,0-7 1519,-6 0-1586,-12 31 282,0-2-636,-6 22 1034,-4 15-1022,-7 17-6,-5 20 850,1-2-847,5-3 0,1 3-39,4-11 0,2 0-1236,-3 18 1,2 0 1119,3-19 1,3-2-829,5 14 0,4-2-1856,6 9 1730,-4-24 0,2-1 456,15 8 1,-17-28-1,4 1 1</inkml:trace>
  <inkml:trace contextRef="#ctx0" brushRef="#br0" timeOffset="21774">17212 4824 18795,'-7'-41'1189,"0"0"1,-7 2-1,-3 11-1009,-5 24 88,-21 5-10,10 10 16,-10 10-10,-1 10-24,0 8-139,11-8 14,11-5 0,1-1-65,3 1-14,1 3 1,3 1-3,7 5 22,6 23-34,9-27 23,17 8-28,-5-23 11,17-4 0,7-3-14,-3-7 0,2-3-354,13 1 0,2-4 379,1-10 1,-4-3-24,-23 6 1,-3-3 25,8-7 0,-5-2-219,-6-2 303,-6 0 0,-1-1 137,-1-7-105,0-5 183,-13 10 264,-6 2-476,-1 8 179,-3-2 438,4 16-746,-2 2 239,1 3-233,-2 8-6,-1 9-17,-1 23 6,2-8 5,1 9-139,14 4-275,3-8-701,12 16-3852,4-14 4973,-7-15 0,-6-7 0,-10-13 0</inkml:trace>
  <inkml:trace contextRef="#ctx0" brushRef="#br0" timeOffset="22124">17769 4588 19787,'-3'-5'3456,"1"2"-2594,2 3-672,-61 8 107,51 6-162,-45 0 10,68 3 253,15-7-202,0-4 107,17-2-174,-19-7 251,2-10-279,-21 3 101,0-17-163,-9 13 6,-5-13-28,-2 15 16,-13-8-50,7 11-39,-6-1-50,8 13-644,1 17 66,5-1-1920,4 23 2604,12 0 0,-4-14 0,4 0 0</inkml:trace>
  <inkml:trace contextRef="#ctx0" brushRef="#br0" timeOffset="22483">18121 5017 26004,'16'-40'219,"1"1"1,-1 0 0,7-21 0,-7 3-159,-14 17 1,-5 2-836,2 6 0,1-2 807,-2-20 1,1 1-6,0-1 25,0-8 1,0 0-21,0 11 20,0 3 1,-2 5 500,0 23-436,-4 0 122,2 16-212,-8 21-28,4 0 0,-4 19 0,1 5 0,-2 8-1125,2 6 0,1 2 1125,3 5 3,4-19 1,1 6 0,1-6-10,1-7 1,1-1-5,1 6 1,2 4 0,2-2-303,8 5 0,4-3 15,7 6 1,2-2 77,-4-9 1,1-4-528,5-5 1,-1-7-604,-5-8 1349,20 1 0,-30-13 0,11-1 0</inkml:trace>
  <inkml:trace contextRef="#ctx0" brushRef="#br0" timeOffset="22748">17869 4851 12881,'-3'-3'8384,"2"0"-5650,1 3-1850,97-41-436,-40 27-795,-9-2 0,8-3 0,-8 4 476,9 7-29,-20 2 1,-2 0 422,4 0-338,12-3-174,-20 5 62,0-1-17,-22 3-84,-2 0 1107,-5 1-7643,-15 4 6564,1 2 0,-4-2 0,7 1 0</inkml:trace>
  <inkml:trace contextRef="#ctx0" brushRef="#br0" timeOffset="25333">8816 5621 11715,'32'-5'261,"0"1"1,3-1 0,0 1 242,27-2-208,-18 3 1,3-1 19,3 1 1,2-1 41,-6 1 1,4 0-1,-2 0-2908,15-1 1,-1 1 2625,-20 0 1,1 1-1,0 0 43,3-1 1,0 2 0,3-1-164,-1 0 0,2 0 0,1 1 0,-4-1 66,1 1 1,-2 0 0,3-1 73,4 1 0,5 0 0,1-1 0,-5 1-65,1 1 1,-2-1 0,-1 1-17,3 0 0,0 0 0,4-1-5,-6 1 0,4 0 0,3 0 0,-3 0 0,-6 0 3,1 1 0,-4-1 0,2 0-8,-1 0 1,3 1 0,1-1 0,0 1 20,3 1 1,3-1-1,-3 2 1,-4-2-8,10 2 1,2 0-197,-10-1 1,9 1-1,3 0 1,-2-1 0,-8 1 248,-3 0 1,-6 0 0,4-1-13,2 1 0,4 0 0,-1 0 1,-4 0 197,-5-1 1,-4 1 0,4-1-168,1 0 0,4 0 0,0 1 0,-4-1-20,1-1 0,-3 0 0,3 1-20,2-1 1,3 0 0,2 0 0,-3 0 11,9 0 1,-2-1 0,1 1-29,-14-1 0,1 0 0,0 0 0,0 0-13,2 0 0,0 0 1,0 0-1,-1 0-17,5 0 1,-3 0 0,1 0 5,-3 0 0,0 0 1,1 0 4,-2 1 1,3-1 0,-1 0 0,-4 0-6,14 0 0,5 1 19,-18-1 1,8 0 0,5 0 0,0 0 0,-4 0 0,-8 1-14,-1-1 0,-7 0 0,7 0 13,0 0 1,8 0 0,3-1 0,1 1 0,-4-1-1,-5 0 24,9 0 1,-6 0-1,4-1-32,2 0 1,4 0-1,2 0 1,-4 0-4,-8 0 1,-1 0-1,-1-1 1,0 1-2,1 0 0,0 0 1,1-1-1,-1 1 0,0 0 0,0-1 0,0 1 1,1 0-7,-1-1 1,0 1-1,0 0 1,-3 0-11,5 0 1,-2-1 0,1 1 28,9 0 1,0-1 0,1 1 1,0-1 1,-1 0 0,0 0 101,1 0 0,0 1 0,1-1-119,-11 0 1,2 0 0,-2 0 0,-4 1-4,-5-1 0,-4 2 0,3-2 17,17 0 0,2-1 0,-3 0-8,2 1 1,0-1-12,-5 0 0,4 0 0,-4-1 248,7 0 0,-4 0-251,-4 0 1,-2 0-121,-6 0 0,-3 1-510,-10 1 0,-3 1 1026,24 0 1,-36 2-1,-2 0 1</inkml:trace>
  <inkml:trace contextRef="#ctx0" brushRef="#br0" timeOffset="32986">19634 4764 8349,'-6'-7'8172,"0"1"-6066,6 6 605,0 0-2319,-6-51-286,7 38 79,3-35-78,10 58 0,9 11-29,2 13-16,1 10-40,-2 7-11,-5 4 17,-9 0-1171,-5-3 1176,-4-15 130,-10 11 145,2-28-45,-4 7 269,2-22-151,-3-13-197,-7-11 1134,-3-16-1201,7-11-78,10 3-44,11 7 2,12 9 0,4 3-14,5 0-234,13-2 0,2 3 123,-2 8-136,-1 4 1,0 2-202,-1 4-1145,-3 2 0,1 2 1610,17 9 0,-8-5 0,-16 6 0</inkml:trace>
  <inkml:trace contextRef="#ctx0" brushRef="#br0" timeOffset="33371">20247 4802 13911,'-5'0'5142,"2"0"-1507,3 0-3562,-10-14 39,16 12 17,0-10-62,14 14-17,3 0 141,16-1-118,-18-2 156,27-5-61,-28-3-67,4-3 134,-6-3 185,-9-4 123,-6-7-363,-9 4-96,-5 4-28,-3 11 123,-15 3-151,11 4 0,-27 11-16,21 7 4,-10 17-16,14-7-28,3 27 17,12-25-65,6 5 1,6 1-211,19 3-168,-2-10 1,3-2-90,21 3-471,-10-16 0,3-3 1014,-2-6 0,-1-2 0,15 4 0,-5-6 0</inkml:trace>
  <inkml:trace contextRef="#ctx0" brushRef="#br0" timeOffset="35991">21133 4653 20526,'-45'-24'235,"-1"0"0,1 4 0,8 13-190,13 36-62,-7 25 1,13-14-18,3 11-201,14 3-135,11-8 90,-1-13 0,4-2-509,25 13-102,12-12 101,8-11 258,2-11 342,-3-7 262,-5-5 824,-9-3-364,-17 0 533,-9 2-186,-14 2 1659,-2 1-2017,0 0-292,3-3-139,8-5-34,10-7-6,12-7-16,-2 4 19,-3 2 0,0 1-2,2-2 21,3-2 1,0-3 28,2-9-54,-11 8 1,-1-4-443,5-28 420,-17 23 0,-3-2-6,-1-5 1,-3-1-6,0-4 0,-2 0 8,-1-2 1,-1 0 16,-1 2 0,-1 1 42,0 5 1,-2 2 279,-5-23-227,0 26 57,-2 8-146,5 21-39,-4 11-1,2 5 461,-9 25-460,1 9-9,5-12 0,1 3-211,2 5 0,2 0 214,1-7 0,2 1-9,9 18 1,4 1-6,0-17 0,3-1-42,6 16 0,3 0-258,1-4 0,1-3 79,-9-15 0,1 0-1014,6 13 0,-3-3-157,-6-10-3231,3 16 794,-14-33 3035,-6-1 1,1-10-1,-2-1 1</inkml:trace>
  <inkml:trace contextRef="#ctx0" brushRef="#br0" timeOffset="36149">21575 4880 21271,'16'-45'266,"-1"0"1,21-2 0,6 12-1509,15 23 1222,-2 3 1,0 1-130,-22 4 1,-1 1-628,5 0 1,-1 1-100,23-1 1,-29 2 0,-11 1 0</inkml:trace>
  <inkml:trace contextRef="#ctx0" brushRef="#br0" timeOffset="36965">20605 4873 19087,'11'-45'920,"-1"0"0,-1 2 0,-2 10-331,-7 25-202,0 1-253,-3 4-72,-12 10-29,1 1 29,-31 29-29,19-14-16,1 1 0,1 2 0,-2 9 0,2 9-17,11-11-6,18 6 51,10-19 100,21 5-55,-7-17 11,7-7 380,9-28-167,-15 2-57,-5-1 1,-2-2 50,-6-8-61,-6-2-68,-9 16-27,-2 7-141,0 8-22,0 4 5,3 26-5,1-9-51,11 42-991,11-2-888,-10-20 0,0 1 1793,1-2 1,-1-3-1,1 4 1,-8-16 0</inkml:trace>
  <inkml:trace contextRef="#ctx0" brushRef="#br0" timeOffset="37524">22420 4718 22335,'-46'0'1356,"10"0"-1300,37 0-96,9-1-150,4 0-471,11 0-1210,5 1-297,-4 0 1320,14 0 0,-26 0 0,8 0 0</inkml:trace>
  <inkml:trace contextRef="#ctx0" brushRef="#br0" timeOffset="39041">22659 4791 22957,'-28'48'896,"5"-4"-493,29-23-151,6-3 0,17 1-173,-3-13 139,31-6-162,-25-4 25,4-4 0,0-3 66,-1-9-75,8-6 130,-16-17-157,-17 19 11,-1-29-6,-14 16-50,-10-14 23,-3 17-12,-6 4 0,8 19-5,5 6-46,3 3 40,5 4-11,1 15 17,4-4 22,15 22-17,-3-20-11,34 17 0,-21-21 17,8-2 0,1-1-12,-3-4-5,18-3 45,-3-17-34,-19-1 22,-4-4 1,-4-2-6,-7-8-11,-3-2 78,-10 5 17,-1 15-5,-2-4-107,1 12-45,-1 3-5,2 2 33,-3 12 6,1 3-1,0 14-10,0-5 0,13 30-320,8-9 79,2 8-547,-2-24 1,2-3 19,-2-6-885,24 12-50,-13-25 375,18-7 1417,-12-9 1065,1-21-264,-23 5 34,-9-8-6,-11 13-112,-4 4-196,-5 4-201,1 4-219,2 5-140,5 2 84,10 5-3375,15 4 3302,0-1 22,20 3-16,-6-6-6,7 0 29,-2-4 100,2-12-40,-15-1 3410,-3-13-3471,-16 1-22,-8-4 56,-11-11-5,-7 11-68,-1 2 11,-5 17-11,6 10-3392,-14 16 3364,10-3-6,-2 12-16,11 11-6,8 0-73,5 17-320,25 4 80,-1-19-200,2-11 1,3-2-1180,23 3-663,-4-10 1,2-2 1668,-13-5 0,2-2-628,27-1 1,-1-5 1089,-8-5 372,-6-2 1,-1-3 3988,-2-10-2299,3-7-802,-20 2 2218,-11-21-2672,-16 21 393,-9-24-208,-10 23-11,-22-4-554,9 12 67,-20 5-90,11 12 1048,-19 13-1165,5 13-34,8 6-23,17 13 7,19-20 13,12 8-25,12-18-5,15 0 5,14-8 19,-9-12 1,1-4 8,15-3 19,-14-3 1,-3-4 36,3-13 11,2-15 0,-13-10-250,-17 22 1,-3-1 212,-1-4 1,-3-1 59,-4-11 0,-2 0-40,2 16 0,-1 0 152,-5-14 0,-1 5-39,1 15-7,-5-7 68,8 26-212,2 6 16,-2 11-17,0 28-6,0-3 3,2 0 1,1 3-9,0 22-260,2-20 1,2 1 253,2-1 1,4 0-29,7 7 0,4-3-55,10 14-121,-1-21 0,4-4-877,18 1-585,-16-14 0,0-2-4663,19 5 5634,0-8 0,-41-10 0,-2-2 0</inkml:trace>
  <inkml:trace contextRef="#ctx0" brushRef="#br0" timeOffset="39540">24656 4649 24430,'-6'-41'554,"0"9"-548,-1 42-1,-2 7 18,-2 6-1,0 13-22,4-3 6,1 9 11,8-2 50,14 0-17,-1-16 79,29-1-95,-22-18 56,25-3 22,-18-10-6,9-7 23,-8-7 5,-7-6-27,-12-5-23,-6-11-90,-5 13 40,-5-8-34,-1 21 0,-2 1-118,2 7-419,2 5-2723,3 7-600,4 1 3860,3 5 0,-1-4 0,1 0 0</inkml:trace>
  <inkml:trace contextRef="#ctx0" brushRef="#br0" timeOffset="40807">25516 4625 12275,'0'-4'7624,"0"1"-6499,0 3-794,-49 43-219,15-8-668,2-6 1,-2 3 560,3 0 1,2-1 259,-4 1-335,-4 2 0,0-1 20,6-9-3,1-4 0,1-4 25,5-9 0,-4-18 33,19-4 79,7-26 107,9 3 262,3-14 416,4 2 144,-1 7 287,-5 16-740,1 7-219,1 15-190,5 7-22,7 14-27,6 17-41,8 14-50,-2-3-47,-9-12 0,4 2-1239,13 5 1,3 0 850,-10-9 0,1-1 0,-2-1 0,8 6 0,-3-4 0,-10-10 0,0-1 0</inkml:trace>
  <inkml:trace contextRef="#ctx0" brushRef="#br0" timeOffset="43550">19493 5734 24296,'52'-9'630,"0"0"1,0 1-1,-1-1 1,3 1-1,0-1 1,0 1 0,0 1-1891,-2 1 1,0 1-1,1 0 1,2-1 1380,0 1 1,1 0 0,2 0 0,2-1 0,1 2-213,-6 0 0,1 0 0,2 1 0,1-1 0,0 1 0,-1 0 0,-2 0 100,2-1 0,-3 1 1,-1-1-1,1 1 1,3 0-1,3 0-49,-6 1 1,3 0-1,2 0 1,2-1 0,1 2-1,0-1 1,0 0-1,-1 1 1,-2 0 56,-2 0 1,-1 0 0,0 0-1,0 1 1,-1 0 0,1 0 0,0-1-1,0 1 1,0 0-120,2 0 1,0 0 0,1 0 0,0 0 0,0 0 0,-1 0 0,1 0 0,-1 0 0,0 0 70,-2 0 1,0 0 0,-1 0 0,1 0 0,-1 1 0,0-1 0,0 0 0,1 0-1,-1 1 25,3-1 0,2 1 0,0 0 0,1 0 0,-2-1 0,0 1 0,-3 0 0,-4 0 0,-3 0-36,17-1 0,-7 1 0,-2 0 0,7 0 32,-9-1 1,5 1 0,3 0 0,0 0 0,-1-1 0,-4 1-1,-6-1-2,2 1 1,-5-2-1,-4 1 1,2 0-3,13-1 1,0 1 0,-1-1 303,-2-1 0,0 0 0,-11-1-854,6 0 1457,5-2-950,-98 4 0,21 1 0,-21 0 0</inkml:trace>
  <inkml:trace contextRef="#ctx0" brushRef="#br0" timeOffset="72258">1932 10232 9341,'-4'-48'1029,"0"0"1,1 0-1,-1 0 1,-1-10 0,1 0-1,2 7-138,2 2 0,2 6-175,1-18 1055,4 4-954,-4 34-492,2-2-375,-4 19 134,3 16 16,-2 2 80,7 28-21,-3 0 1,-1 4-580,0-8 0,-1 3 489,-1 8 0,1 6 0,-3 0-1046,-1-5 0,-1-1 0,-1 0 994,0 2 0,0 1 0,-1 2 1,0-2 0,-1 3 1,-1 2-1,-1 1-424,1-7 1,-1 1 0,0 1 0,0 0 0,-1 0 401,1 3 1,-1 0 0,1 0 0,-1 1-1,-1 1-231,2-3 1,-2 1-1,1 1 1,-1-1 0,1 0-1,-1-1 220,0 2 0,0-2 1,0 0-1,0-1 1,0 0-131,0 0 1,0-1 0,0 1 0,0-1-1,1 0 80,-3 11 1,1 1 0,0-2 0,1-2-30,0 2 1,0-3 0,0 4-800,4-8 0,-1 5 0,1 1 1,0-4-1,2-6-740,-2 13 0,2-2 1633,0-7 0,1 7 0,0-4 0,0-12 0,1 1 0,2-3 0</inkml:trace>
  <inkml:trace contextRef="#ctx0" brushRef="#br0" timeOffset="73457">1804 9523 10763,'28'-56'275,"-3"12"-68,14 36 0,14 11 0,-4-1-137,-10-2 0,1 0-1864,20 0 1,9-1 0,-8 0 1865,-15 1 1,1-1 49,2-1 0,9 1 0,0-1 0,-6-1 280,7 1 1,3-2-190,-16 1 1,7 0 0,5-1 0,4 0-1,3-1 1,1 0 2,-10 0 0,2-1 0,3 0 1,2-1-1,2 0 0,0 0 1,0-1-1,0 1 0,-1 0 0,-3 1-278,3 0 0,-2-1 0,-1 1 0,-1 1 1,1-1-1,1 0 0,1-1 0,1 1 0,3-1 95,-8 1 1,2 0-1,2-1 1,2 0 0,1 0-1,1 0 1,-1 0 0,0 0-1,-1 0 1,-2 0 0,-2 0-1,-3 1 1,-3 0-194,16-1 1,-4 1-1,-3-1 1,-3 1-1,0 0 1,-2 1-1,0-1 177,2 0 1,-1 0 0,-2 1 0,0-1 0,-1 1 0,1-1 15,-1 1 1,1 0-1,-1 0 1,-1 0 0,-2 1-1,-4-1-8,0 1 0,-4 0 1,0 0-1,6 0-92,-1-1 0,7 1 0,3-1 0,1 0 0,0 0 0,-4 1 0,-6 0 79,3-1 1,-7 2 0,1-1-1,8-1 3,-7 1 0,6 0 1,4 0-1,3-1 1,0 1-1,-2-1 1,-2 1-1,-6 0-4,4 0 0,-5 0 1,-1 1-1,0-1 0,4 0-9,5 0 1,5-1 0,1 1 0,0-1 0,-3 1 0,-4 0 1,1 0 0,-5 0 1,0 0-1,3 0 59,1 0 0,3 0 0,1 0 0,-1-1 0,-2 1-56,2 0 0,-2 0 0,-1 0 0,1 0-9,0 0 1,2 0 0,-2-1-1,-1 1 6,6 0 0,-2-1 0,-1 1 10,-7 0 1,0 1 0,-3 0 138,-7 0 1,-2 0 0,2 0-147,17 0 1,2-1 0,-5 0-6,-5 1 1,-2 0 1,-1 1 0,2 1 0,-7 0 1356,18-1-1372,1 5 1,-5 1 1385,-27 2-1397,15 13 2743,-34-5-2664,0 36-67,-10-8 28,-2 16 2057,-3-12-2001,-1 3 1,1 3-46,-1 10-1144,1-17 0,0 8 0,-1-7 1130,1-12 0,0 1 1,-1 16 0,-1 6 0,1-4-288,-1-9 1,1 1 283,-1 4 0,0 9 0,-1 1 0,1-9-14,1 0 1,-1 1 3,0 4 0,0 10 1,0 0-1,1-9-7,1-2 1,0 1 15,0-3 0,1 10 0,-1 3 0,2-2 1,-1-10-783,1 9 0,2 0 781,-2-14 0,1 7 0,1 2 0,-1-2 0,0-9 5,3 8 0,0-1-5,0-2 1,2 8 0,0 1 0,-1-8-16,1 5 1,-1 1 14,-1-5 0,1 9 0,0 4 0,-1-3 0,-1-10-7,1 7 1,-3 0 5,-1-4 1,0 9-1,-2-1 1,-3-7 21,-5 6 1,-7-3-224,2-16 1,-3 2 0,-1 1-1,0-5 200,1-1 1,0-4 0,-5 2 3,-7 4 0,-5 4 0,-2-2 0,5-7 523,-2-2 1,-2-2-528,-3 0 0,-7 5 0,-1-1 0,5-7-2,1-1 1,-1-4 2,-2 0 1,-8 3-1,-1-1 1,4-4-247,5-4 0,3-4 0,-2 0 240,-6 3 0,-2 1 0,-2-2 3,4-4 1,-3-1 0,0-1-1,2-2-3,-4 1 0,3-3 0,-6 0 4,2-1 1,-6 1 0,-2-1 0,-1-1 0,4 0-6,-3-1 0,3-2 1,0 0-1,-6 0-80,8-1 1,-5-1-1,-1 1 1,-1-1 0,1 0-1,3 0 80,-1-1 0,2 0 0,1-1 0,0 1 1,0-1-2,0 1 0,1 0 0,-1-1 0,1 1 0,-1-1-141,1 0 0,-1 0 0,1-1 0,-1 1 0,-1-1 127,-3 0 1,-1 0 0,0 0-1,1 0 1,2 0-103,7 1 0,3-1 0,-1 0 0,0 1 0,-3-1 100,-3 0 0,-4 0 0,-2 0 0,1 0 0,2 0 0,4 0-5,-4 0 0,4 1 0,0-1 0,-2 1 13,1 0 0,0-1 1,-2 1-1,-1 0 0,-1 0 3,3 0 0,-1 0 1,-2 1-1,1-1 1,2 1-1,4 0-88,-8-1 1,4 1-1,1 0 0,-4-1 97,9 1 1,-3 0 0,-2 0 0,0 1 0,1-1 0,2 0 14,-5 0 0,2 1 0,0-1 0,2 1 0,0 0-7,-5-1 1,2 1-1,0-1 1,-1 1-3,6 0 0,0-1 0,0 1 0,-1 0 0,1 0 76,2 1 1,-1-1 0,1 0 0,0 1 0,1 0-89,-3 0 1,1 0 0,0 0-1,-5 1-1,3-1 0,-5 1 0,-2-1 1,0 1-1,2 0 0,3-1 39,-5 1 0,3 0 0,2 0 0,-1-1-53,-5 1 0,-1 0 0,1 0 1,3 0-31,-4-1 0,4 0 1,2 0 310,13-1 1,3 0 0,-3 0-1257,-11 0 1,-3 0 0,6-1 991,7-1 0,2 0 0,-7 1 0,5 0 0,12-2 0</inkml:trace>
  <inkml:trace contextRef="#ctx0" brushRef="#br0" timeOffset="74099">4125 14051 17440,'-1'-4'3444,"1"1"-3315,0 3 78,-81-31-22,37 24-429,-16-5 0,-2 5 339,7 22-81,24-1 0,2 1 3,-4 8-17,8 1 4,12 30-4,13-9-11,4-9 0,4 0 11,24 17 11,1-14-11,6-3-11,-2-10 0,2 1-1,-11-8 1,2 0-136,16 11 0,0 0 136,5 6 33,-17 1 29,-20 1-6,-29 4 5,-25 2-31,9-22 1,-4-1-393,-8 0 0,-4-1 389,-5-2 1,-2-3-6,-4-1 1,0-3-18,-1-3 0,2-3-301,13-1 0,3-5 307,-3-13 0,6-3 0,12 6 0,-4-20 0</inkml:trace>
  <inkml:trace contextRef="#ctx0" brushRef="#br0" timeOffset="74357">4642 13874 24592,'-9'57'28,"0"-1"0,1 1 0,0-2-28,4-8 0,0 0-938,2 3 0,0 1 882,0 2 0,1-1-278,4 2 1,0-2-146,-1-12 1,2 1-46,8 19 0,1-5 0,-5-17 0,1-6 0,-1 1 0</inkml:trace>
  <inkml:trace contextRef="#ctx0" brushRef="#br0" timeOffset="74818">4496 14632 10055,'-3'-7'5176,"0"1"-3966,-1-24 0,4-6-1081,8 8 288,-4-12 1,6 2-373,29 15 17,15 2-82,-21 12 1,0 0 52,4 0 1,-1 1 5,1 1 0,0 0-8,-1 0 0,-1 1 524,-1 0 0,-2 0-504,27-5-40,-19 3-11,1 2 61,-27 4 667,1 6-386,-20 2 202,-11 17-275,-9 8-202,0 2-25,6-4 0,3 2-53,1 10 11,1 18 22,17-26 40,23 2 552,-7-21-525,38 2 40,-16-22 106,-6-5 1,1-2 336,5-9-155,-15-4 0,-4-1-187,-9 1 129,1-26-118,-24 15-107,-8-6-89,-3 10 56,-24-1-96,20 20-161,-28-6-57,36 16-4252,-9 7-5292,24 2 9757,0 6 0,2-7 0,0-1 0</inkml:trace>
  <inkml:trace contextRef="#ctx0" brushRef="#br0" timeOffset="75690">5651 14543 18444,'-21'-42'1034,"0"1"1,0-1 0,-7-15 0,5 8-531,9 10 231,11 6-718,7 16 177,14 3-182,11 16-7,16 12-2,-16 1 0,0 1 67,19 18-96,-11 4 1,-5 4-6,-14-9 1,-3 2 16,6 6 0,-5 3-17,-13 9 0,-9-1-155,-3-19 1,-4-1 196,-4 12 0,-2-3 0,-14-2 79,-12-15-28,20-23 16,-8-38-56,28-8-19,7 9 0,6-3-610,13 0 1,5 2 606,-7 11 0,2 1-9,15-9 1,3 2 66,-8 11 0,0 3-67,9-6 1,0 1 2,-8 6 1,0 1-23,12-2 0,-2 1 5,-3 3-42,-6 4 1,-3 2-25,-14 4 1277,2 2-1176,-18 6 494,-12 15-456,-1 2-5,-10 14-23,7-3 1,5 6-18,9-12 18,11 5-7,2-17 18,17 4 33,17-10-22,5-5 11,11-12 95,-8-20-72,-20 5 94,1-20 29,-24 12 50,-3-6 152,-18 1-309,0 16-22,-11 3 123,-26 13-157,20 6-6,-4 2 1,-2 4 33,-9 13-33,1 3 33,-5 14-61,16 10 5,8-6-17,19-1 1,8 0 5,9-6-132,12 4 0,8-2-1538,21-5 902,-22-13 1,2-1 767,7-6 0,-5-3 0,-10-2 0,12 0 0</inkml:trace>
  <inkml:trace contextRef="#ctx0" brushRef="#br0" timeOffset="88516">12795 6356 12360,'41'-45'832,"-1"0"0,1-1 1,-9 9-1,-2 2 0,-5 7 1016,5 0-1136,-24 20-269,-20-2-634,-21 4 104,0 2 1,-6 2-1276,-16 3 1,-6 2 1340,11 1 1,-4 1-1,-1 2 8,8 0 1,-1 1-1,-1 0 1,-1 2-331,-3 1 1,-1 1 0,0 1-1,-1 1 357,-1 1 0,-1 2 0,1 0 0,0 2-433,0 1 0,-1 2 0,1 0 0,1 2 456,0 2 1,0 0 0,1 2 0,0 2-295,11-5 1,0 1 0,0 1 0,1 1 0,2-2 284,-2 2 0,3-2 0,0 2 0,-3 3 25,3-2 0,-2 4 0,-2 2 1,0-1-1,2 1 0,1-3-3,-6 6 1,2-2-1,0 0 1,-3 3-71,6-3 0,-3 1 0,-1 1 0,-1 1 0,2 0 0,1-2 80,0 1 1,1-1-1,1-1 1,1 1-1,-1 2 46,-3 3 1,-2 3-1,2-1 1,1 0-1,3-3-70,4-4 1,3-3-1,1 1 1,0 1 13,-6 8 1,-1 2-1,2-1 1,7-3 273,-2 7 0,6 0-296,4-5 0,2 3 0,2-3-31,2-1 0,4-1 3,2 10 0,5-4-33,12 3 584,1-19 0,2-2-584,5 6-191,8-1 17,-12-24 1544,4 0-1516,-9-7 1849,3-13-2315,-5-2-1892,3-50 2117,-3 27 252,-2-4 0,-4-2 549,-13-6-806,2 18 1,-3 2 934,-17-14-243,1 14 0,-3 4 142,-3 1-87,-6 2 0,-3 1 87,-5 2-112,11 4 0,1 1-79,-1 0 225,-4 0-231,33 7 119,-4 0-398,13 3 2263,-2 12-2050,3 28 1240,1-5-1386,0-1 0,2 0 11,8 11 465,1 0-400,10-15 0,2-3 25,7-1 170,19 1 1,3-5-721,-1-8 572,4-4 0,0-1-17,-5-7 34,8-5 0,2-2-78,-23 2 0,0-2-37,13-1 0,-1-1 20,2-4 30,-13 0 1,-2-1-31,5-1-15,-1-2 1,1-1 64,5-1 79,-7 1-6,-9 6 1038,-21 9-993,-15 6-213,0 1-11,-21 11 28,7-3 5,-13 7 0,-2 1-10,1-1-197,-8 2 0,-2-3 185,-2-7-3,13-4 0,0-2 9,-13-2 5,-12-6 0,23-3 14,-5-7 1,-2-5 4,15 2 1,2-2-20,-7 0 1,2-2 55,-14-21-28,26 21 17,-7-7 375,15 15-358,1 2-50,10 7-23,-1 0-135,3 2-16,0 5 157,4 6-18,0 3-4,10 13-7,5 0 34,19 14-11,-10-13 17,16 4 67,-5-20-50,-5-2-12,4-6 73,6-20-27,11-14-52,-23 10 1,1-1-179,0-2 0,-1 0 173,16-11-146,-13 11-117,-3 6-3114,-9 14 3366,-3 5 0,-6 1 0,-8 3 0</inkml:trace>
  <inkml:trace contextRef="#ctx0" brushRef="#br0" timeOffset="108332">14048 8125 20890,'-10'-45'769,"1"1"0,-9-2 1,-4 10-468,-16 23-109,2 6 1,-1 3-94,-10 5-1289,11 5 1,2 4 1249,1 6-8,-3 7 1,0 1-38,-1 4 260,-2 5 0,3 1-288,7 3-10,-3 8 473,32-10-401,26-14 1,8-2-45,12 9-435,-2-11 0,10 0 0,-6-4 431,-12-4 1,-1-2-5,9 2 0,5 1 1,-7-2 1131,14 3-1142,-19-2 1,-4 2 255,-15 3-121,-41 15-106,-13-11-9,-11-1 1,-4-2-4,20-7 1,-1 0 12,-9 1 1,-6 2 0,6-2-19,9-3 0,1 0-65,-26 3 1,3-1-93,21-5-2245,-10-18-668,37 5 2222,15-19 0,-2 20 0,8-3 0</inkml:trace>
  <inkml:trace contextRef="#ctx0" brushRef="#br0" timeOffset="109723">14336 8162 23803,'23'34'476,"-6"5"-426,-16-3 79,-8 21-90,1-28 42,-5 5 0,-2-1-53,0-7 157,-6 10 544,14-29-550,3-9 123,7-30-234,-1 10 18,3-11 1,1-2-48,1 4 23,10-29-40,-8 34-5,12-18-17,-10 26 39,29-9-44,-20 21-6,28 3 11,-25 8-17,30 25-6,-27-4 1,12 19 22,-28-11 11,-7-2 34,-13-1-17,4-14 106,-5-2-55,7-14 128,0-5-151,-1-6-11,1-11-28,1 0-1,7-14-21,11-4-6,6 1 16,2 4-38,14 13 16,-13 15-17,19 3 12,-10 14 11,-5 3-180,14 21-50,-15-7-67,12 14-128,-10-10-47,-1-6 265,-5-9-269,19-7 392,-18-9 5,26-9 68,-25-2 75,3-10 0,0-2 14,-5 0 34,16-19 425,-31 4-239,-6 13-52,-5-12-101,-9 24-72,-9 5-29,0 6-16,-20 12-28,18-3 22,-14 9 6,5 14-23,13-6-10,-6 11-12,19-9 16,13-3 63,7-4 5,13-6 11,5-13-28,-7-7 96,5-12 173,-7-13-51,-5-1 68,-6-11-992,-11 21 756,-4 1 119,-3 12-175,0 5-55,0 0 5,0 7 0,-1 25 23,3-12-40,-1 28 23,7-24 768,23 27-774,3-21 17,-5-7 0,2-2 28,18-4-28,-8-7-6,20-19-10,-17-8 18,-11 2 1,0-4 14,-6-2 0,-3-3 5,-1-6 1,-3-1-327,-3 6 1,-3-3 339,2-28 1,-4-1-32,-4 28 1,-1-2-257,1-13 1,0-8-1,-2 7 290,-2 9 1,-1 3-15,2-9 0,-4 2 115,-13-14-90,6 37-27,-11-4 573,9 28-585,-1 4 23,-8 38-45,4 7-9,4-9 0,3 6-2,3 13 0,3 0-1224,2-17 1,2-1 1233,1 10 1,4-1-14,6-4 0,5-2-1123,3-4 0,2-1 1151,-3 3 0,3-3 2,5-9 1,1-6-12,10-9 6,10-7 0,-9-14 0,11-23-5,-4-17 10,-16 9 1,-1-3-69,-5 6 1,-1-5 86,2-17 0,-1-9 1,-3 4 550,-1 0 0,-3 0-547,1-2 0,0-4 0,-3 5 31,-4 7 0,-5 6-15,-8 8 1,-3 5-34,-3-4 1,-11 15 16,-1 24-17,4 13 183,-7 19-206,13 14 1,5 9-41,3-14-1,2 2 1,1 0 35,-2 0 1,2-1-1,1 1-198,4 7 1,3-1-1,0-5-85,0-12 1,2-1-477,5 8 0,3 4 0,-1-5 776,0-6 0,-1-3 0,1 3 0,-3-6 0,-6-15 0</inkml:trace>
  <inkml:trace contextRef="#ctx0" brushRef="#br0" timeOffset="110349">17192 8031 25507,'-34'-26'102,"-1"1"0,1-1 1,-13-9-1,6 14-52,7 34 44,11 2-66,-1 31 15,16-22-49,0 22 18,28 0 4,6-5 1,9 8-169,-8-21 0,1-2 152,9 8 57,8 5-40,-17-9 5,-15-12-22,-3 0 51,-16 7-23,-11-11 0,-6 4 28,-32-10-62,9-12-115,10-1 1,1-2-2715,-12-10 2280,6-8-6985,10-20 1486,18 16 5644,6-19 1,6 40 0,4 2-1</inkml:trace>
  <inkml:trace contextRef="#ctx0" brushRef="#br0" timeOffset="110573">17535 7713 23159,'0'-6'3203,"0"2"-2939,0 4-158,-10 39-61,7 16-43,1-6 1,0 3-795,5 3 0,2 1 739,2 1 0,-1 0-115,0 0 0,0-1-129,-1-3 0,1-3 271,-3-12 1,0-2-1090,2 4 1,-1-4-2509,-2-2 3623,0 2 0,-2-26 0,-2-8 0</inkml:trace>
  <inkml:trace contextRef="#ctx0" brushRef="#br0" timeOffset="111299">17499 8295 22845,'-19'-43'494,"0"-1"1,5 1 0,10 9-495,17 24-3,15 1 0,6 2-2,8 2-15,14 1 1,4 2 5,-22 1 0,2 0 6,7 1 1,5 0-1,-4-1-520,-5 0 0,-2 0 550,9-1 1,-5-1 139,-8-4 527,-16-2-225,-12-1-69,-6 2 221,-18-13-532,5 11 56,-25-11-67,14 15 645,-30-1-690,17 11-28,-15 7 0,23 3 23,0 21-29,16-14 1,2 30-1,13-28-28,20 26 34,2-26 17,15 6-6,-13-17 40,3-6 83,-5-11 45,5-12-111,-9 1 49,-1-15 1,-13 8 11,1-8 78,-3 5 129,-3 7-319,-2 9-1,-4 6-16,-4 11 12,-7 8-12,-5 13 11,0 9-62,10 24 51,17-17 0,9 5 6,9-31 0,5-6 16,22 0-163,-14-6 1,2-4 142,-1-10 1,-3-8 17,-3-6 0,-3-6-1,-2-6 1,-4-4-382,-5-8 0,-5-4 381,-5-1 1,-5-1 8,-1-5 0,-2 0-14,0 2 0,-2 1 45,-2-1 0,-2 4 41,0 13 1,-1 4-45,-3-15-80,-2 28 19,7 18-57,-4 20 62,3 0 0,0 19 0,2 7-20,4-5 1,2 2-276,0 1 0,0 2 1,2 0 148,8 18 0,2-1-134,1 0 1,2 0-231,-2-4 0,-1 0-1890,-2 4 0,-2-3 1882,-4-17 0,-2-3 1,0 22-1,-7-41 1</inkml:trace>
  <inkml:trace contextRef="#ctx0" brushRef="#br0" timeOffset="112199">18553 8234 22083,'-4'-6'2884,"1"1"-2749,3 5-18,41-65-133,-17 47-1,4-18 0,4 4-11,21 29-4330,7 1 4280,1 2-29,-24 1 1,-3 1 848,4 0-1092,-2 0 0,-1 0 171,-3-1 302,12 0 95,-33-3-78,-6 0 3594,-5-4-3320,-3 1-212,1-1 286,-12 0-376,5 3 89,-18 0-139,9 8-29,-8 12-27,13-1-17,4 14 11,14-7 22,10 5-5,3-6 45,29 1-18,-9-14-8,-5-4 1,0-3 14,4-6 161,13-20-133,-33 8 50,8-18-51,-19 16 124,-3-20-146,-5 21 196,-12-21-208,5 26 40,-9-8-50,11 16 39,-5-1-73,6 4 0,-2-1 0,4 2 17,-7 1-6,-4 2 22,-12 4-21,-2 4-35,-3 3 23,8-3 0,-4 8-5,13-4-1,-2 3-5,2 15 28,8-15-12,-3 15 1,7 1-1,5-2 1,5 13 0,3-15 10,29 15-4,-4-22-1173,15 9 1166,-10-20-253,-1-10 1,3-3 247,-10-2 0,1-2 16,18-2 1,0-2 0,2-12-6,-24 4 1,-2 0 4,2-7 18,-3-4 0,-1-2 5,-2-1-1378,-3-5 1,-3 1 1399,-7 4 79,-4-6 0,-1 1-67,-5 9 107,-2-24-180,-1 35 736,-8-10-736,5 16 391,-3-2-391,5 18 3392,3 14-3392,7 9 0,5 5 0,1 2 0,4 1-344,9 15 1,2-2 343,-4-14 0,1-1 0,13 15 0,0-3 0,-2-1-1844,-8-1 1,-5 0 1171,-19-13 248,-14-1 1,-4-3 0,1-13 0,-15 7 0</inkml:trace>
  <inkml:trace contextRef="#ctx0" brushRef="#br0" timeOffset="113215">15900 9121 24575,'-10'-43'495,"0"1"0,1 4 0,2 9-478,2 20-62,2 8 90,3 23-23,3 10-22,2 28 11,0-9-8,-3-6 0,-3 1-6,-4-11 0,-2 1-151,-2 14 1,-5 0 155,-2-11 1,-4-3-6,-9 0 1,-1-4 2,-13 7 33,11-21 1,-1-6 89,-15-15-67,7-4 107,-6-23 44,21-4 17,0-10 106,6 2-184,10 15-191,3 10 34,6 21 16,1 14 292,5 13-280,9 8-12,17 2 6,17-3-318,-16-21 1,3-2 300,5-3 1,2-2 19,3-2 0,3-4-1,-6-5 0,2-3 0,-2-1-5,3-3 1,-2-3 2,9-4 0,-6-4 40,-6-15-29,-19 9-11,-11-4-285,-15 7-516,-4 4-44,-6 4-3603,-10 16 4437,5 6 0,3-2 0,7 1 0</inkml:trace>
  <inkml:trace contextRef="#ctx0" brushRef="#br0" timeOffset="113765">15433 10488 21685,'23'-44'1023,"-1"0"0,-5-1 1,-12 10-924,-18 25 136,-38-3-152,20 12-2802,-16 9 0,-1 3 2735,7 3 16,-1 5 1,2 2 1369,12 1-1389,5 8 0,2 3-8,6 10-4,-6 15 3,22-21-10,19 11 5,0-18-965,14 2 1,5-2 981,8-8-14,-7-8 1,7 1 0,-3-3 834,-3-2 0,0-1-844,22 4 1,-4 1-12,-3-1 12,-15 3-1,-39-9 28,-37 11-22,2-7 14,-23 3 0,-5 0-11,29-7 0,-2-1 6,-14 2 1,-7 1-1,4-2-26,4-3 0,3-1-957,-4 1 1,3-1 872,-11-2-1122,36-1-654,10 0 2403,3-3 1,7 3 0,3-3 0</inkml:trace>
  <inkml:trace contextRef="#ctx0" brushRef="#br0" timeOffset="114333">15881 10933 22430,'17'-50'186,"0"0"0,0 1 0,-1-2 0,-1 2-150,4-1 1,0 3 16,-10 12 1,0 1 500,0-2 1,-1-4-421,2-12 0,-1 0-78,-3 18 0,-2 2 874,2-28-639,-14 34 175,0 15-466,-4-1 1087,-10 29-1087,9-4-12,-10 17 12,2 21-5,10-12-3,4-1 1,1 8-1,2-4 3,2 16-123,3-14 1,3 8-1,2-6 100,4-13 0,2-2 22,1 8 1,2-2-40,14 8-1580,8-25 1,2-5 1618,1 0 23,7-7 0,0-7-109,-2-21 97,-2-6 40,1-18 2,-27 17 1,-3-1-14,11-18 36,-11 8 0,-4 3 3,-4 7 100,0-13 7,-5 29 356,-1 3-547,0 6 3319,-2 6-3319,-1 16 226,-1-2-226,0 22-11,2-4-34,7 13-135,3-17 1,3 0-426,16 20 118,4-4-174,-5-19-3047,6-11 2871,-5-10 0,-3 1 0,-10-10 0</inkml:trace>
  <inkml:trace contextRef="#ctx0" brushRef="#br0" timeOffset="114482">16714 10427 23364,'-37'-27'-431,"0"-1"0,2 1 0,14 12-1792,36 26 2223,15 9 0,-12-7 0,4 2 0</inkml:trace>
  <inkml:trace contextRef="#ctx0" brushRef="#br0" timeOffset="115549">17163 10495 13919,'7'-10'4257,"-2"1"-1477,-5 9-2136,0 0 958,-71-20-1434,32 26-112,-10-10 0,2 5-39,6 32 11,20-1 0,5 5-45,0 22 134,14-17 0,5 0-190,12 5 2551,12-5-3005,-2-19 1,1-2-231,12 6-1172,-1-11 1,8-1 0,-5-4-402,17-2-947,-12-7 0,7-4 0,-6-3 2048,-11-4 0,-2-4 1971,14-6 0,-2-4 1650,-15 0 1,-4-2 116,-5-1 0,-3-1-509,6-14 1725,-7-9-4651,-16 19 1374,-1 1 1492,-14 6-1755,6 18 67,-4-2-202,8 8 268,-7 8-285,1 5-10,-4 12-29,7-3-22,3 8 23,7-12 3351,20 13-3251,2-18-50,20 2 5,-5-21 189,-8-3-104,12-22-46,-18-7-16,3-12 123,-15-7-61,-14 19 10,-10 4-106,-14 20 1,-15 9-7,0 8 3,5 6 1,0 4-26,1 3 0,-17 14-1727,34 1 1,5 3 1754,-1 2-45,3 6 1,7 2-12,18 6 0,-1-19 1,3 1-7,18 16-264,11-6 270,-17-24 0,5-4-8,23 1 0,4-4 25,-10-1 0,0-4 1,-7-4 1,1-3 0,-5-2 21,19-10-18,-9-9 82,-17-4 0,-2-2-42,-1 0 1061,-2-3 1,-4 0-1068,-18 12 62,-1-18-73,-5 20 437,-3-16-421,-1 18 29,-1-5-11,-1 9 1141,0 1-1179,1-1-24,1 5 0,-2-7 0,3 5 0,-2-9 0,1 7 0,1-16 0,1 8 0,1-4 0,1 2 0,-1 7 0,1 1 0,-2 0 0,-5 1 0,-1 1 0,-2 1 0,3 5 0,2 2 0,3 1 0,0 1 0,5 25 0,1-9 0,13 38 0,-2-23 0,6 7 0,4 2 0,-6-12 0,1 1-141,10 13 1,0 0 140,-11-17 0,-2 0 0,4 16 0,-5-1-174,-4-4-706,-8 1 1,-6-1 879,-28 0 0,13-10 0,-10-6 0</inkml:trace>
  <inkml:trace contextRef="#ctx0" brushRef="#br0" timeOffset="121257">14998 12465 21971,'-1'-37'325,"0"0"0,-1-20 168,8 83-336,-3-4-23,0 19 0,-1 2-100,0 5 16,-3 9 1,-1 3-15,-3-18 1,-2-2 7,1 6 1,-3-1 39,-3-7 0,0-5 45,-1-3 437,-3-9-354,6-31-189,2 0 61,-4-26 33,3-4-55,1-5 72,3-7 1,2-2-107,1-1-209,5 13 1,1-7 0,3 6 222,2 9 0,2 3-1273,3-7 0,2 1 1276,15-9-774,-5 24 0,2 3 723,8-4-49,12 8 1,1 4 76,-10 11-14,2 5 1,-1 3 19,-9 7-34,0 6 1,2 6-91,-5 2 1,-2 3-116,5 7 1,-2 1 20,-6-5 0,-4 1-603,-5 1 1,-3-1-93,-1 8-1553,-2 4 0,-4 2-5830,-7 5 7894,2-17 0,-1-3 374,-8-5 0,7-20 0,0-5 0</inkml:trace>
  <inkml:trace contextRef="#ctx0" brushRef="#br0" timeOffset="121423">15181 12890 21663,'-35'-50'605,"-1"1"0,3 6 0,14 6-437,41 5-104,2 13-95,14 0 1,4 2-99,10-2-1031,0 6 1,11 0 0,-6 2-3757,-7 3 1,-2 2 3459,-4 0 0,4-1 0,-8 2 0,9 1 1,-37 4-1</inkml:trace>
  <inkml:trace contextRef="#ctx0" brushRef="#br0" timeOffset="122757">16225 12457 12752,'1'-2'7483,"0"-1"-3658,-1 3-3450,-25-44-83,-3 36-189,1-9 1,-2 3-31,-12 29-3,6 5 0,1 4-42,-11 19-120,14-11 0,2 1 69,-1 14-72,9 12-84,17-15-90,11-13 0,9-2-831,24-6 0,7-5 556,-13-1 1,3-4-1065,13-8 0,8-6 1,-6-3 19,-6-4 0,-3-3 863,-1 1 1,3-3 0,-4 0 670,7-8 1,-4-2 882,-3-1 0,-4-3 569,-5 1 0,-4-3-21,-4-1 1,-3-1-280,6-18 112,-13 7 0,-2 2-577,-1-4 137,-2-3 0,-2 0 14,-3-2-223,-2-7 296,-7 15-549,1 26-257,-2-1-91,2 22 68,3 18-16,-1 22-15,1-14 0,1 3 3,-1 8 0,0 2-301,0 4 0,-1 3 180,-1 3 1,-1 2-174,-1 2 0,-1 0-342,1 0 0,0-2 126,0-13 1,1-1-1292,1 9 0,1-4 479,1-6-1971,1 18 2861,0-48 343,-1-17 358,-2-7 1350,-13-41-863,2 23 64,-1-2 1,-1 0 13,-1 0 706,-12-20-296,7 17 503,-15-16-1506,18 24 1245,-3-6-1464,20 23-50,42-15-28,9 11-6,-4 2 1,5 0-663,-1 5 1,0 1 664,4 0 1,1 1 10,-1-1 0,0 0 23,-5 0 0,-2 0 25,-12 1 0,-2-2 39,4-3 0,-5-1 23,-4-1 319,11-13-191,-28 15 651,-2-9-527,-7 12 436,-2-6-381,-3 7 1157,-2 1-1487,-1 4 22,-11 11-66,1 10-1,-8 15-16,8 0-141,6 26 79,9-28-235,7 5 0,2-1-157,4-6-1387,5 0 1,2-1 1862,6-3 0,-1-1 0,-9-16 0</inkml:trace>
  <inkml:trace contextRef="#ctx0" brushRef="#br0" timeOffset="122940">17455 12256 15049,'0'-6'4627,"-1"1"-3331,1 5-1632,-11-18-285,13 30-2672,-3-4 3293,19 40 0,-7-20 0,-1-1 0</inkml:trace>
  <inkml:trace contextRef="#ctx0" brushRef="#br0" timeOffset="123315">17847 12511 25410,'-50'-18'149,"1"0"1,-5 10-1,9 10-137,25 20-12,0 8 0,3 1-6,7-2-14,5 9 1,5-1-9,7-8-67,20 27-29,9-35 80,2-3-1,16-7 28,-14-13 146,13-16-56,-20 1 212,-1-32-156,-24 23-2079,-5-8 1,-3-2 2039,-6 1 448,-3-5 1,-3-2-309,-6 0-51,-9-13-117,9 30-12,-12 11-67,15 13-212,-22 20 38,24-2-548,-7 28-1048,22-5 1787,11-7 0,2 0 0,-1 1 0,15 3 0</inkml:trace>
  <inkml:trace contextRef="#ctx0" brushRef="#br0" timeOffset="123690">18238 12577 23108,'25'-28'45,"-5"4"1572,-19 70-1606,0-4-11,-2-10 0,0 0-6,-1 13 12,-4 9 642,2-30-502,0-3 346,3-13-414,4-10 29,8-14-40,0 0 174,25-32-146,-13 20 76,13-10 0,3 0-31,4 4 402,-12 8 1,1 3-471,26 3-72,-32 14-11,21 6-45,-27 15-325,4 25 51,-11-5-2991,-13 4 1,-6 1-3211,-8 0 6531,-2-4 0,0-4 0,2-11 0,-1-1 0</inkml:trace>
  <inkml:trace contextRef="#ctx0" brushRef="#br0" timeOffset="124683">19116 12596 13491,'3'-6'8373,"-1"1"-6009,-2 5-1479,16-60-689,-14 45 79,9-46-180,-17 60 56,-11 2-111,1 5 16,-8 5-40,5 7-21,7 18-18,14-6 1,12 15 39,29 1-23,-10-14-16,13 5-1,-19-15-145,-1-2 0,-2 0 0,0 3-476,5 27 291,-35-34-1994,-36 18-1126,0-21-61,10-6 0,0-2-421,-11-7 2180,-6-21 2599,28-6 5505,0-22-925,29-2-1993,13-4-4713,6 4 2024,-6 18 281,-3 6-303,-12 18-621,-1 2-85,-4 11 40,-10 15-527,-21 36-1249,9-20 0,0 2 1742,-6 8 0,1-3 0,-5 8 0,12-21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BD5EF-0592-10F1-F594-91B739C3C6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9C9C0B-FBAF-6355-8581-3EE6FCC9B6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53427-B2A6-69BB-1A25-45549ED4D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8F570-2331-50F9-0E95-14E152AC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54F33-7D16-67A4-65FE-C9C14A99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440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81970-6202-05F2-EB1B-5E26DC565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CDB9-DC07-B4FE-729A-F0FC3A2888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0E9D5-7FCC-B10E-6049-145683E40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AE3FC-2546-5C69-B509-0367A9825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7F650-D43F-DDFF-30E9-F01189A8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36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BB112-08E1-5B9B-99A1-0BFA0F6D5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E5057-64B1-F22A-8224-C86EC1B18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D2F2A-3880-DF68-CA61-11F69B242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6DCD3F-1FCB-18D5-B2F0-B16633797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C5546-A941-C128-C504-DB6B87BF0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58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6886D-C0E5-FC2D-8283-E6AB30489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AE7AB-3FAB-60B5-36F8-7FDF8DD29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45610-4B62-CC74-2731-2CE45639B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E910FF-1946-F656-217E-A633301B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486358-69A5-6D09-D3D6-9D01A9D85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673A1F-4B2C-0363-8049-6DD64CCAE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721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EE104-8848-DABF-16F7-A900DDCB6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CD2B2-6A90-CBB7-A29D-BEA3A3035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C86C63-05BF-AC6C-4FA7-C53F340C1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2996BD-A9B1-FE08-C4D6-044ED07057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93C1C6-39DC-3201-740D-7DB011FC6C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1170E0-DC8C-DA55-BBC9-C55C75F0E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5359C9-1904-8760-5867-54F747AB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AD025D-F8A8-47F4-B366-4D01EE768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239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60C44-083D-2DB1-7E55-0503E7040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E87BDE-E194-2B6A-6818-DAF0B280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4F08D3-7221-CCA0-4EE3-DBAB940C5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286024-D1F9-1D14-327B-5C6B1331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488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53B711-F7B8-8F76-52FE-786198EEE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1CE2B-8269-73BA-2BFB-EF0C33F1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68DB21-351E-2480-D23F-2F5654016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487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123C6-6B52-FC97-5C62-364F96FC5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36CD2-28C1-0360-355C-254DD9454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E56E1-54A1-1D10-D194-7613040DC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0ABB28-77BC-0D05-441F-0CDE07E5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6647-1447-67D8-465D-5C4D4DEC0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93096-A4CD-E8E1-6EC8-B43A62FC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62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84B5A-0091-6639-04DB-A59EB3D6B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EE2F42-15D2-0622-AE07-0B4CC6D57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0872C-9082-3247-FD32-8123F7D30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1B19BE-9B39-2B3C-5732-E14203DB7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922CD-5249-1652-FD34-CDD6D5E02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D5DC1-0163-A083-42F0-715B4DD28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76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E2FC1-4A20-C839-3D3C-C86272661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B4BA92-FCC1-29DA-3837-F5AA0643B0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AFB04-76F3-40CE-53B9-C1A95DD99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FDD4C-A4C8-9F39-21FD-CF660FB51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20F70-CC32-FFA8-0C6A-FF2B880C4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376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0E20B2-665E-8484-F9A6-6217DC0BFA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58A172-1F15-D65F-F22E-F2E4A8027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8D5F9-7E9A-6FDC-67F7-913B750B3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2B080-CF45-B98D-4111-326EB8979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72060-C6F4-7908-9685-DAE0D940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43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22E6D9-3918-24F6-9D90-3BCCB7BD5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6411D-B1C9-25BD-0A9E-764D73F4B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CEC9C-3B81-4B47-2FF1-52408E17A8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46F97A-DFA0-1945-A773-14AFED38E29C}" type="datetimeFigureOut">
              <a:rPr lang="en-US" smtClean="0"/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70DF8-6498-6BF4-C5A2-A0999A0428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ACE7B-54B7-887B-1020-931D641093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FCE7B5-D02A-4C49-9E39-3B5CD3E77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617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BC6EC-3490-EE8A-F331-4EDDD16F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F6E15E2-3BD2-F1DF-6090-EE6C3F1F0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4BEA2B0F-46B5-3758-B232-992A12AB39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E04CD2-2085-4610-7461-6AE4643FAB11}"/>
                  </a:ext>
                </a:extLst>
              </p14:cNvPr>
              <p14:cNvContentPartPr/>
              <p14:nvPr/>
            </p14:nvContentPartPr>
            <p14:xfrm>
              <a:off x="319680" y="669600"/>
              <a:ext cx="9915480" cy="4595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E04CD2-2085-4610-7461-6AE4643FAB1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0320" y="660240"/>
                <a:ext cx="9934200" cy="461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2490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0439CA-86E2-3511-416E-508AF73D3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94CF7EF-FD3E-C377-B5F2-009B9D2E8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CE02913E-6D26-31F4-F09D-44493B95D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C39C10E-117A-3831-80FA-2D7BAE5A73AF}"/>
                  </a:ext>
                </a:extLst>
              </p14:cNvPr>
              <p14:cNvContentPartPr/>
              <p14:nvPr/>
            </p14:nvContentPartPr>
            <p14:xfrm>
              <a:off x="288000" y="666720"/>
              <a:ext cx="8942040" cy="46918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C39C10E-117A-3831-80FA-2D7BAE5A73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8640" y="657360"/>
                <a:ext cx="8960760" cy="4710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48839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C5829-28BE-D678-2F1F-D90F2A8FD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8730492-2741-DCAA-7998-E66F91442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3040198A-5CE7-B18C-5F29-6857BB609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885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B5EABF-86BA-E86D-DE6A-855EE4D5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B6E8B57-F0CC-57FC-0F81-9FF264C3B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812B0A3C-9339-FA91-54F5-F65A98A76F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198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65C296-9156-50F3-7136-3254A159F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0F85C-4F47-CE13-E2B4-C6DA69FFE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FA8C44F0-5D0C-3541-F64F-37AC56DA51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372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D5B5C7-B7B8-CD26-5DD6-132A70863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9358040-99BA-0D96-86A2-7265D31B0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3B5F176E-A256-EECD-88D2-1284E3C7AD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3048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1F74EA-4200-03D3-D7CF-F0784D36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85DD37-76A9-EA6D-D02B-A1AF5FA390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E3406050-EC2F-B814-FBEC-1FF8CA1A4F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802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A094A-817B-586C-3334-7EDA756E9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E41F29-14BD-94AE-7886-4BAA2132A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C223A77D-FAE2-FAE1-43C5-87D795CB89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09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E00CCC-AE3C-D89D-BE84-71E4527D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5DCED6-E47E-A213-8253-3E08FDDAD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white and blue gradient&#10;&#10;AI-generated content may be incorrect.">
            <a:extLst>
              <a:ext uri="{FF2B5EF4-FFF2-40B4-BE49-F238E27FC236}">
                <a16:creationId xmlns:a16="http://schemas.microsoft.com/office/drawing/2014/main" id="{F1FABF13-549B-9EF3-1131-B07E1FC92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589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0</Words>
  <Application>Microsoft Macintosh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1</cp:revision>
  <dcterms:created xsi:type="dcterms:W3CDTF">2026-01-17T11:29:11Z</dcterms:created>
  <dcterms:modified xsi:type="dcterms:W3CDTF">2026-01-17T13:59:47Z</dcterms:modified>
</cp:coreProperties>
</file>