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13:45:31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1044 2309 14258,'-43'5'2046,"1"0"1,0-1-1,14 0-1131,27-4-534,5 0 118,22-6-142,26-8-996,-11 4 1,6-1 722,0 0 0,5 0 0,-2 1-422,-3 0 0,0 1 0,1 1 386,7-2 0,2 1 1,-1 0-13,-1 1 0,-1 1 0,-3 0 103,-7 2 0,-1 0 1,-1 1 1,4-1 1,1 0 0,-4 1-59,6-2 1,-5 1 423,12-4-135,-19 1 58,-29-5 652,-12-2-1222,-18-15-262,-7 2 55,-6-1 2122,-4 4-1377,7 6 141,-7-3 519,-5-1-340,9 4 365,1 1-277,16 7 189,5 4-356,9 5-299,1 4 801,12 9-1439,11 8 134,17 11 120,0-3 103,-8-9 0,2 2-81,-4-4 0,1 1-413,12 10 1,0 4 165,-10-5 1,-5 2-891,-1 8 1,-7 0-197,-16 18 1451,-22-9 0,-5-3 1,5-10-1,1-8 1,-1 1-1</inkml:trace>
  <inkml:trace contextRef="#ctx0" brushRef="#br0" timeOffset="6544">3358 2449 9005,'8'-55'1856,"0"0"0,-2 6 0,0 7 1795,-2 6-2800,-2 13 554,-2 11-1130,-2 6 180,1 5-533,-2 11 2295,1 14-2200,1 23-6,0 16 3,0-27 0,1 0-154,0 1 1,0-2 158,-1-1 1,-1-2-1628,-2 2 0,-2-2 1631,-2 7-2161,-9 1 2267,8-25 146,-3-3-29,4-11 17,-2-13-173,0-13 2200,-1-19-2278,5-17-1,5 22 0,2 0 1346,2-5 1,2 0-1350,1-1 0,3 1-5,0 0 0,2 2 0,1 5 0,1 1-29,0 5 1,1 2-8,16-18 5,4 14 17,7 10-1,10 9-21,10 9 13,-30 7 1,1 4-54,26 15 22,-16 14 23,-17 13 34,-32 9 2,-9-24 1,-6-2-468,-9 4 1,-6-2 464,-6 1 0,-3-3-9,-2 0 0,0-3 3,3-3 0,1-2 14,8-4 0,2-2 20,-13 5-1,23-10 713,18-8-533,18-2 15,17-2-127,22-2-79,-18 1 0,2-1 367,4 1 1,0-1-387,3 1 0,-1 0-218,-1 1 1,1 1 208,-1 0 1,0 1-74,-2 1 1,-1 1-238,-2 0 0,0 0-819,3 2 1,-3-1-87,11 1-2845,8-2-2023,-28-4 1374,2-5 4535,-9-4 393,-8-5 1931,-5-3 2041,-8-1-314,-3-1-1032,-4 0-1785,1 4 1197,-5-6-1265,4 8-291,-2-4-298,4 8-335,4 5-51,23 5-11,-7 2 11,20 3 1,-4-2-1,4-1 22,7-2 79,2-6-5,-12-4-46,-7-4 74,-9-5-1,-10-1-11,-2-4-39,-9-1-39,-15 0-28,3 8 5,-9 2 85,-8 9 50,-3 4-107,-15 11-50,19 0 0,7 9 0,14 3-62,2 26 20,15-14 0,4 0-28,1 2 0,4-2-209,10 1 1,6-5 1,0-10 0,4-4-393,15-1 1,1-4 168,-13-2 0,1-4 144,6-3 1,4-4-1,-3-1-148,-2-4 1,-3-3 481,10 1 1,-1-3 30,-7-4 1,-3-1 119,13-13-138,-23 12 1,-2-1 362,12-18 421,-15-5-549,-13 14 695,-8-7-556,-11 15 658,-7 0-814,-14 8 72,-22 14-208,13 6 128,8 4 0,1 3-175,5 6 1,3 2-26,-17 14 5,16-3 1,4 2-6,9 4-11,0 8 64,29-6-53,20-21 0,-7-10 0,3-4-199,0-8 0,0-4 205,24-10 11,-5-19 27,-17-3-88,-14 4 0,-2-5 75,-5 2 0,-3-2-298,-1-9 0,-4 0 348,-2 4 0,-3 2 26,1-22-1374,-2 26 0,-2 2 1604,-3-1-181,1-5 372,-3 19-489,3 16 88,1-1-116,3 30 443,2 8-451,-1 17 0,-1 4 1681,1-20 1,0 0-1696,-2 26 0,0 1 0,-2-24 0,0-3-473,1 8 1,0-2 460,1 16-49,14 1 49,3-33 18,12 3 5,-8-22 0,11-16 22,4-20-16,-1-7 361,-15 13 1,-3 0-324,4-18 57,-7-2-34,-6 15 17,-6 6-44,-3 16-29,0 6-17,0 4 241,0 0-268,1 2 265,-1 7-232,-2 8 5,-3 12 6,-3 11 1,-1 6-18,1 1-11,5-10-3358,17 11 3375,-4-28 22,22 13 18,-3-27-12,13-2 28,4-12 11,3-8-11,-3-13 22,-7-7-5,-9-8 5,-9-6-10,-8-3-1,-7 1 22,-8 6-44,-1 14 3482,-8-2-3455,5 18-49,-2-3-51,6 14-39,0 2 22,2 6-442,1 18-790,3 6-2807,6 23 4084,3-10 0,-2-12 0,-3-12 0</inkml:trace>
  <inkml:trace contextRef="#ctx0" brushRef="#br0" timeOffset="6760">6128 2344 20795,'3'-5'4867,"-2"1"-4239,-1 4-600,12-39-12,-13 34 63,-15 0-62,-22 49-43,7-9 1,0 4-746,1 0 1,1 1 260,1 2 0,3 1-677,3 1 0,2 1-1967,5-4 1,3-2 2465,-3 21 0,9-27 0,5-19 0</inkml:trace>
  <inkml:trace contextRef="#ctx0" brushRef="#br0" timeOffset="6944">5865 2505 20487,'-14'-56'1842,"-1"0"1,2 6 0,5 12-1636,8 27 23,20 7-168,8 13-1,19 13-50,-9 5-31,0 15 1,-3 5-261,-1 1-1396,-12-14 1,2 6 0,-4-4 1675,5 17 0,-5-7 0,-10-22 0</inkml:trace>
  <inkml:trace contextRef="#ctx0" brushRef="#br0" timeOffset="12944">2696 3131 7126,'42'-13'791,"1"0"0,0-1 0,10-1 0,3 0 0,-2 2-470,-8 4 0,-1 2 0,2-1-959,-1 1 1,3-1 0,1 0 0,0 1 749,2 0 0,1 0 0,0 1 0,1 0-53,-5 1 1,0-1-1,2 1 1,1 0-1,3 1-16,-5 0 0,3 0 0,2 0 1,1 1-1,1-1 0,-2 1 1,0 0-254,5 0 0,0 0 1,-1 0-1,1 1 0,0-1 1,2 1 228,0 0 0,1 0 0,1 0 0,1 1 1,-1-1-1,-1 1 0,-2 0-89,2 0 1,-1 0 0,-1 0 0,-1 1 0,-1 0 0,1-1 74,-3 1 1,1 0 0,-1 0-1,-1 0 1,-1-1 0,-2 1-4,11 0 1,-4 0 0,0 0 0,0 0 2,2-1 1,1 1 0,-3-1-1,-6 1-73,7-1 1,-4 0 70,-4 0 1,2 0 0,-4 0 29,-5 0 1,-4-1-1,-6 1 1,-5 0 987,-8 0-1066,-39 0 34,-31 1 0,-9 0 16,20 0 1,-5 0 111,-12 0 0,-13 1 0,-2-1 0,8 0-62,14 0 0,3 0 0,-7 1 32,-3-1 1,-10 1 0,-5 0-1,0 0 1,3 0 0,8 0 52,-8 0 1,7 0 0,-7 0-69,17 1 1,-4-1 0,-3 1 0,-2-1 0,-1 1 0,1 0 0,3 0 19,-5 1 0,1 0 1,1 0-1,0 1 1,-1 0-1,0-1-198,-1 1 0,0 0 0,-1 0 0,0 1 0,0-1 0,-2 1 190,5 0 0,-3 0 0,-1 0 0,1 0 0,1 0 0,3 1 0,3-1-255,-12 1 1,5 1-1,1-1 1,-1 1 272,7-1 0,-1 1 0,0 0 0,1 0 0,3-1 75,-13 3 0,4-1 0,-2 0-101,3 1 1,-4 0 0,2 0 0,3-1 29,2 1 1,2-1-1,3 0 21,-16 2 1,9-1 1291,7 1-994,55-8-134,11 0 58,34-6 0,15-3 47,-22 3 0,0 0 1,4-1-265,6-1 1,5-1 0,2 0-1,0 0-34,-10 2 0,1-1 1,0 1-1,1-1 0,1 0-12,7 0 1,1 0 0,0 0-1,0-1 1,-1 2-6,-9-1 1,-1 2-1,-1-1 1,2 0 0,4 0-27,1 1 1,5-1 0,2 0 0,1 0 0,0 1 0,-2-1 0,-3 1-136,6 0 1,-3 0 0,-2 0 0,2 0 0,4 1 13,-12 0 1,2-1-1,2 1 1,1 0 0,1 0-1,-2 0 1,-1 0 0,-2 1-742,6-1 1,-1 1-1,-2-1 1,0 1 0,-2 1-1,-2-1 799,3 0 1,0 1 0,-3 0 0,-2 0 0,-3 0 0,8 0 0,-4 0 0,-6 1 0,-10 0 0,1 0 0</inkml:trace>
  <inkml:trace contextRef="#ctx0" brushRef="#br0" timeOffset="15317">9426 4540 16100,'-6'-9'2891,"1"2"-1685,5 7 460,0 0-558,-77-47-2201,20 35 1252,6-13 0,-5 4 215,3 23 1,1 7-165,16-2 1,1 1 244,-13 3 1,1 3 17,-7 13-702,21 2-472,19 4 401,18 2-294,5-6-139,29 20-204,-3-12 463,-8-9 0,1-1 205,-1-4 0,0-1 37,1 0 1,1-1 129,1-2 0,0 0-9,0-1 1,0-1 23,23 14 58,-14-3 1286,-17-5-1316,-24-4 660,-26-4-553,-28-1-33,15-10 1,-3 0-397,-6-1 1,-3-1 387,-2-1 0,-1-1-34,2-3 0,3-1-168,6 0 0,3-2-2513,-16-9 2768,31-1 0,16 7 0,13 2 0</inkml:trace>
  <inkml:trace contextRef="#ctx0" brushRef="#br0" timeOffset="15577">9773 4499 18095,'0'-7'2884,"0"2"-1415,0 5-658,0 0-375,-5 18-265,10 22-184,-4-8 0,2 3 1,7 21 0,1 1-287,-3-18 1,-1 0 200,4 19 0,0 0-197,-5-21 0,-1-1-409,3 7 1,0 1-698,0-5 1,-1-1-1836,0-5 0,-1-2 2428,4 15 0,-5-19 0,-3-15 0</inkml:trace>
  <inkml:trace contextRef="#ctx0" brushRef="#br0" timeOffset="16343">9648 5013 8574,'-8'-6'7897,"1"2"-5763,7 4-1826,0 0-319,1-63 17,47 40-605,-31-11 1,5 0 586,17 23 1,12 9 0,-4 1 0,4-4 0,-1 1 9,-3 1 0,3-1 0,-3 0 13,7-1 1,-4 1 81,-5-1 1,-2 1-83,-7-1 0,-3-1 168,15-3-2054,-20 0 2043,-15 2-33,-21 1 27,-15 3 129,-20 0 96,-13 10-60,24-2 1,-1 2-199,0 4 0,0 3-62,2 1 0,1 2 23,-21 22 4,17 2-88,16-2 3051,17-3-3024,17-6 40,16-9 11,14-10 17,9-9 28,3-13 5,-1-10 763,-9-11-662,-10-7 90,-11-1 337,-11 1-298,-9 6-50,-9 7-96,-3 8-100,-2 9-84,-1 5-29,1 10 12,0 7-11,3 10 45,4 16-40,7-3-11,1 2 0,11-4 11,3-8 0,12 3 17,8-8 23,8-9-1,2-12 6,0-15 17,-2-13-17,-5-15-146,-25 16 1,-3-2 117,-2-4 0,-3-3-9,-3-4 1,-2-3-6,-2-3 0,-2-1-3,-3-3 1,-1 1-530,-2 2 1,-2 1 548,-1 6 0,-2 1 58,-3 6 1,-1 3-28,-4-5 10,-2 12-44,11 20-11,2 11-11,2 14-6,1 23 0,2-14 0,2 3-6,0 6 1,2 3-267,0 5 1,1 1 226,2 5 0,-1 0-89,2 4 0,0-1-180,0 1 0,3 0-274,2-15 0,1 0 0,1-2 168,0 0 0,4-2-984,12 8 1,7-6 1403,-6-21 0,0-4 0,12 11 0,-3-12 0</inkml:trace>
  <inkml:trace contextRef="#ctx0" brushRef="#br0" timeOffset="16901">10853 4887 15373,'-44'-7'1320,"0"1"0,7 1 0,7 1-1090,20 2-6,14 0-28,15-1-39,39-2-141,-24 3 1,1 1-387,4-1 0,0 1 375,4 1 1,0 0 5,-1-1 0,-1-1 0,-3 0 1,1-1 60,2-3 1,-4-1 28,-3-2 337,-4-7-298,-22 8 134,1-6 6,-7 3 185,-4-2-325,-1 5 129,-9 0 6,-4 7 537,-6 1-672,-1 7-78,1 7-51,9 4-11,4 4 45,16-3-6,1-5 73,16 0 90,14-8-29,2-3 68,7-9 50,-16-7-134,-10-1 341,-9-18-414,-10 16 40,-10-17 44,-16 14-107,4 5-3313,-16-1 3314,17 12 56,-13 0-45,7 7-56,-10 12-6,9 7-17,3 4-16,12 21 22,9-21-68,7 6 1,6 2-264,16 7-125,-2-12 0,4 0-815,4-6 0,2-3-65,-5-5 1,1-1 1335,6-2 0,-4-2 0,-5-3 0,-1-2 0</inkml:trace>
  <inkml:trace contextRef="#ctx0" brushRef="#br0" timeOffset="21174">12622 4941 25762,'-12'-48'84,"1"0"1,-1 3 0,4 11-595,8 26 269,-1 3 1,13 17 87,0 9 2,12 21 51,-5 9-654,-7 8 736,-5 3-1667,-8-28 0,-1-2 1635,-3 11 119,-6 0 100,3-26 253,-2-5-11,2-7-155,-2-14-105,-8-18 3266,4 3-3405,-8-26 4,7 4-12,6 15 1,1-2-2,0-6 0,2-1-1728,2 8 0,1 0 1617,0-25 71,8 17 3,6 16 17,10-2 0,12 8 6,23 8 11,-15 8-81,-7 5 1,-1 4 58,13 14 13,-10 2 1,0 2 8,11 12-17,-12-1 0,-4 0-146,-9-4 157,-5-4 1,-4 0-1,-7 2 6,-7 3 208,-8-9-79,-11-10 3281,2-11-3360,0-7 279,3-13-273,7-8-23,2-12-10,12-13-46,7 8 18,5 5-18,8 12-27,18 14 5,16 12 33,-3 4 4,-22 6 0,-2 4-26,11 14 0,-16-10 1,1 1-37,-3 1 0,1 0-135,3 4 1,2-1-222,4 2 1,0-1 296,-10-7 0,2-1-213,16 0 1,1-6 95,12-17 243,-25 5 0,1-4-1662,2-11 0,-3-4 1709,-5-2 1,-2-2 0,-2-2-257,3-14 402,1-11 144,-11-4-121,-18 14-17,-25 4-90,-11 24-36,6 11 0,-1 5-25,-15 11 3172,2 7-3217,14 8-34,14 10-5,4-7 553,7 14-547,18-9 10,17 3 12,12-6 34,10-15 53,-8-15 165,9-26-151,-24 8 67,7-26-85,-26 20 74,1-17 117,-7 0-28,1 2 18,-6 3-12,0 16-180,0 8-44,0 5-134,1 3 83,1 8 28,0 8 1,1 12-1,3 0-22,6 10 0,8-5-101,18 14-44,2-10-102,12-3 118,-16-18-140,8-8 12,3-18 257,1-5 67,2-15-17,-22 5 73,-2-21-33,-15 20 72,3-22 23,-9 20 207,0-6-117,-2 13-163,0 6-89,0 11-102,0 3 11,5 11 96,3 7 0,2 5-11,10 23 11,-6-10 0,1 7-5,-1 3-12,-10-19 22,3 6 80,-6-19-1,0-6 101,4-14-168,-1-1-12,15-25 1,1 3 5,12-14 23,-1 11-29,-7 10-44,3 5 0,-12 13 0,7 1-1,-1 12-4,4 6 10,-4 1-168,19 14-22,-7-8-140,21 7-135,-2-10-100,7-6 361,-26-8 0,-1-1 151,2-1 1,-1-3 83,0-1 0,0-3 48,26-9 16,-8-8 46,-10-5 89,-9-3-51,-13 6 147,-8-5 128,-16 0-213,-10-1-50,-18-1-51,-15 13-16,-11 8-60,27 8 1,-1 3-138,2 3 1,0 4 117,-24 13-28,12 9-22,14 4 0,13 2 27,9-9 1,13 3-11,20-4 16,12-4 17,19-5-16,-15-12 78,7-11 415,-11-15-270,-4-4 40,-7-9 33,-17 4-5,-7 5-17,-3 4-62,-3 7-106,0 6-140,0 5-62,2 2 56,1 7 34,0 7-12,4 11-44,4 7-112,7 5-151,6 2-209,8-1-245,9-3-184,13-6 111,-20-17 0,1-1 193,5-3 0,1-2 222,1-2 0,0-1 307,0-4 1,-2-2 102,-3 0 0,-2-3 234,20-15-29,-18 4 628,-1-22-56,-18 8 123,2-18-44,-14 7-180,-13 1-252,-12 5-185,-16 7-67,-11 12-56,-7 10-51,-3 14-27,5 7 125,9 12-114,17-2 43,9 18-72,18-11-4,9 13-29,17-12 62,10-8 39,3-8 455,-4-8-292,-9-12 55,-7-7 68,-6-9-23,-5-5 0,-4-4-33,-3 0-96,0 6-83,1 7-85,1 9-22,7 12 11,8 17-5,11 23-6,-10-11 0,-1 3-371,1 7 0,0 3 368,-1 5 0,-3 1-3,-2-10 1,-3 2-23,-2 0 0,-2 4 0,-2-2-87,-3 5 1,-4 0-407,1-3 0,-2 2 0,-4-2 28,-7 10 1,-9-4-369,-1-16 0,-6-2 1,0-2 361,0 0 0,-3-4-246,-20 1 1,0-9-80,-5-23-442,25-27 0,5-10 292,-1-15 183,21 3 1,9-4-874,11 5 0,7 0-649,7-6 1,4-2 1699,-4 10 1,3-1 0,1 0 612,1 2 0,1 0 0,1 1 0,0 4 0,1 0 0,-3 3 0,5-5 0,1 3 111,8-6 1,0 4-112,-16 20 0,-1 1 0,11-8 0,0 3 784,12-1 2689,-8 10 628,-10 9-1771,-11 4 248,-11 4-1486,-5 2 926,-4 3-898,3 6-196,5 4-106,14 9-571,7-3-175,3 1 57,10-4-11,-4-7 44,10-1 68,-3-7 78,-8-10 5,-10-6-94,-12-9-90,-9-5-34,-13-4 45,-16-7-79,2 12 85,-17-4-34,11 17 11,-8 3-39,2 5-39,4 9-28,3 8 11,5 11 0,4 8-34,6 9-16,7 8 10,11-17 1,3 0 0,7 11-6,4-13 1,4-2-63,19 0-83,13 1-157,0-14-163,-3-12 68,-2-11 240,-6-10 129,-7-12 45,-11-9 34,-9-9 41,-13 17 1,-1 0 137,0-21-73,-3 5 196,-2 13 89,-2 15-49,2 1-197,-2 9-190,2 6-34,0 3 39,4 10 12,5 11 5,5 17-11,3 14-11,0 7 11,-7-21 0,-1-1-11,3 13 8,-3-16 0,-1-3 3,-2-9 50,2 5 192,-7-21 139,0-7-353,-1-4 5,1-16 23,-1-22-39,1 13 0,1-3 5,5-11 1,2 1-21,-1 11 1,1 2-20,19-24 1,-3 38-12,5 7 11,14 14 6,-11 2-6,16 14-22,-7 12 27,-9-6-16,11 16-5,-17-14-46,6 9 46,-12-13-29,-3-2 62,-14-17 62,-1-1 61,-2-4-28,1-10-89,1 0 22,2-18-11,6-13-17,1 7-23,9-7 12,-10 27-23,5 6 6,-3 7 6,6 3-6,14 12 45,1 1-17,2 5-39,6 0 27,-2-4 1,14 1 11,1-5 6,-3-6 22,-2-14 5,-20 0 1,-1-16-6,-19 1 0,-2-12-6,-5-10 6,-8 6-16,-1 4 10,-9 10-16,1 12-1,-6 0 1,-4 6-6,7 7-6,-5 7 6,7 9-28,-2 9 11,4 8-5,6 6-6,12 3 11,13-1-28,15-4-39,12-7-50,5-9-60,-13-17 1,0-3 137,8-3 39,-10-5 0,-4-3 23,-7-3 28,11-17-1,-13-2 12,2-13 23,-7-2 105,-4-1-105,-6 19 66,-1 3-44,-4 18-79,1 2-62,-1 4 18,9 14 38,-3-1-5,12 24-11,-4 3-3,-4-1 0,0 2 20,1 9-12,-3-12 1,-2-3 5,-2-12 0,2 6 72,-4-18 108,0-1-35,3-17-106,2-8-5,4-16-17,-3 4 16,4-12-21,0 9-7,4-3 34,11 6-50,-2 15 0,1 5-34,3 12 45,-2 7 0,22 14-17,-18-7 1,0 0 27,18 10-14,-19-12 0,0-2 9,6-5 5,18-4 11,-9-12-10,-6-3-12,-9-16 11,-12-6-6,1-19 3,-12 20 1,-2-3-502,1-16 0,0-3 501,-2 6 1,-1-1 16,0-10 0,-1 2-258,-1 20 1,-2 2 263,-3-1 0,-2 1 131,-9-15-55,-3 6-46,-2 12-49,7 22 948,3 9-932,-2 12 496,-6 30-524,4-2-9,5 14 1,7 6-696,8-15 0,3 1 701,-1 9 0,5 1-19,10-1 0,7-1-1539,7-3 0,1-2 1499,-8-8 1,1 0-270,-2-6 1,2 1 0,-5-6-1578,7 6 76,4 3 1832,-20-29 0,-13-7 0,0-2 0</inkml:trace>
  <inkml:trace contextRef="#ctx0" brushRef="#br0" timeOffset="21360">18808 4407 23717,'49'-18'171,"0"0"0,0 0 1,0 1-1,0 2 1,-2 3-128,15 7 1,-1 3-249,-3-2 0,0 2-334,2-1 1,-4 0-1277,-19 2 0,-2-1 1814,2 0 0,-5 1 0,-14 0 0,-3 0 0</inkml:trace>
  <inkml:trace contextRef="#ctx0" brushRef="#br0" timeOffset="23325">5249 7991 8170,'5'-12'5523,"-1"3"-2313,-4 9-1838,10-64-409,-7 31 146,2-10 0,0 1-392,-5 14-342,0 8-347,-1 14 325,1 5-454,-2 9 1865,-2 26-1741,-1 13-15,1-11 0,0 2-1710,2-1 1,0-2 1684,0 22-124,8-19 0,6-2 175,12 6-1085,-2-15 1,2-2 1101,15-2 55,-7-18 1,1-5 38,14-14-70,-13 1 1,-1-4 22,-8-4 1,-2-3 21,-2-2 1,-3-2 976,-3-1 1,-3-2-1020,-4 0 1,-2 0-18,0-18-932,-6 16 0,-3 2 983,-3-2 2156,-3-9-2268,2 28-274,2 7 128,4 6-119,-1 13-324,1 7 130,4 6-1983,15 23-1037,8-13-374,7 7 3853,4-13 0,-21-18 0,0-2 0</inkml:trace>
  <inkml:trace contextRef="#ctx0" brushRef="#br0" timeOffset="23767">6275 7829 15715,'0'-6'6615,"0"1"-5534,0 5-213,-16-62-510,9 44-75,-2-17 0,-1 4-8,6 27-320,0 1-12,4 8 68,5 1 1,9 16-18,8 5 0,2 3 1,9 10-205,-2-1 0,-1 0 154,-2 7-14,-13-17 0,-3 1-230,-2 27-53,-20-2-213,-17-4-397,-16-9-807,-8-14-1585,2-18 1104,13-14-3961,-1-31 4442,22-9 1801,6 8 1,2-2 1111,3-2 0,3 0 789,2-3 0,0 2-904,0 7 0,0 1 1235,1-7 0,1 4-1362,-1 4 1026,-1-15-1210,-1 35-72,0 0-633,-1 10 98,1 12-65,3 11 304,2 19-299,4 18-64,-4-22 0,-1 1-360,0 3 1,-2 1 14,-3 2 1,-1 0-737,-1-1 0,-2 0-3821,-1-4 1,1-1 4417,-4 13 0,5-20 0,3-23 0</inkml:trace>
  <inkml:trace contextRef="#ctx0" brushRef="#br0" timeOffset="24318">6722 7720 14521,'0'-4'7450,"0"1"-4689,0 3-2526,1-4-89,0 4 163,0-4-298,5 13-28,2-1 11,6 8 12,-2-6 11,8 4-12,-11-8 85,13 3 16,-9-7-5,7-2-6,-2-6 34,2-5 73,-1-12-141,-6 5 68,-3-13-34,-8 5-22,-3-10 6,-6 1-7,-4 5-49,-2 12-12,-19 8 0,0 17 0,-16 11-5,5 14 0,8 11-12,12-5 3,14-3 0,4 2-827,7 20 796,-1-22 0,3-1-142,6 0 0,6-2-1142,7-1 0,5-3-2357,3 1 1,2-2 3674,5 0 0,-1-4 0,6-3 0,-18-12 0</inkml:trace>
  <inkml:trace contextRef="#ctx0" brushRef="#br0" timeOffset="24810">7550 7554 22274,'6'-53'703,"1"-1"1,-2 6 0,-6 8-211,-23 14-191,0 10-151,0 7-95,2 8-33,2 9-6,3 9-6,5 12 17,5 11-5,14 13-18,1-22 1,4 2-454,6 3 1,5 0 441,5 2 1,3-1 5,-5-7 0,2-1-14,16 10 0,0-1-9,-19-16 1,-2-1 2,9 8 0,-5 0-25,-12 4 28,-28-6-5,-24-5-6,8-13 0,-4-1-25,-5-2 0,-2-2-277,-3-2 1,-1-1 127,0-5 1,2-2-4,9 2 1,1-3-1793,-6-10 1,5-6 1996,5-17 0,-5 5 0,29 10 0</inkml:trace>
  <inkml:trace contextRef="#ctx0" brushRef="#br0" timeOffset="25074">7891 7304 19669,'2'-3'4610,"-1"1"-3692,-1 2-823,7-2 96,-6 25-73,12 15-71,-7-4 1,0 5-435,5 4 1,2 1 364,2 4 0,2 1-82,0 0 0,1 0-140,0 0 1,-2-2 27,-3-12 0,-2 1-1064,0 11 1,-4-1-2989,-10 10 4268,-2-17 0,-2-3 0,-4-5 0,-2-10 0</inkml:trace>
  <inkml:trace contextRef="#ctx0" brushRef="#br0" timeOffset="25885">7897 7987 11474,'-2'-8'4915,"-1"-24"0,-1-5-2036,1-4-2649,1 0 0,2 1-197,13 3-33,4 18-33,27 2-23,13 5-266,-17 5 0,4 0 291,14 0 0,0 1 36,-19 2 1,1 0 14,17-1 0,-3-1-3127,-6-1 3118,6-2 28,-21-1 34,-14-3 134,1-10-100,-9 6 475,-4-8-245,-7 8 3363,-5-2-3510,-4 3 1,-13 2-124,-1 6-56,-1 3-5,0 9-40,3 7-22,-9 18 34,8 4 22,4 2 0,10 2-6,11-8 34,10 11-6,0-16 6,12 2 28,0-19-3392,1-2 3364,0-8 84,-4-7 12,-7-6 10,0-6 56,-7-7-134,-5 10 79,-6-4 3369,-1 16-3515,-2 1-1,1 3 7,-3 12 10,4-2-16,-2 16 11,9-1 17,22 17-17,10-5 3,3-11 0,2-3-1142,14 2 1136,-20-11 1,2-3 8,4-5 1,0-5 49,18-13-36,-18 6 0,-4-5 36,-1-28-17,-21-10-34,-8 5 9,-8 0 0,-3-4-1497,-3-1 1,0-1 1496,-1 2 0,0-1 14,-5-8 0,-1 4-157,2 23 1,1 3 161,0 0 1,-1 1 867,-20-24-829,17 33-55,-3-1-7,8 26 7,2 17-17,0 4 0,-1 33 0,7-27 0,2 4 996,3 24 1,2 5-1011,3-6 0,3 0-10,-1-12 0,1 2 0,2-4-7,1-1 0,2-2-143,7 13 1,4-1-1689,0-13 1,0-2 1553,-4-2 0,0-2-1319,6-3 0,-2-9-3661,-5-14 5288,3-3 0,-13-7 0,-5-1 0</inkml:trace>
  <inkml:trace contextRef="#ctx0" brushRef="#br0" timeOffset="26452">9013 7607 15541,'-5'-3'6750,"2"1"-4449,3 2-2346,19-26-55,17 20 27,9-19-98,0 22 0,2 6 34,-15-3 0,0 0-138,14 0 1,-1-1 84,17-4 78,-11-4 128,-11-5 130,-10-3-23,-11 4 547,-8-5-205,-8 8-17,-3-3-39,-3 6-28,-3 3-123,-3 2 113,-4 1-315,-2 4-44,-2 6-18,4 9 6,5 6 0,5-1 11,20 14 6,6-12 0,18 8 11,2-15-17,-8-9 79,13-9 27,-21-10 18,7-8-23,-19-10-17,-7-5-28,-11-6-11,-7 0-34,-3 8 74,-15-5-35,6 17 12,-11-1 22,5 13-5,-3 11 22,-3 8 28,-7 13-23,-2 14-89,9-2 0,12 0 0,4 3-311,8-9 0,5 1 274,-1 14 1,6 2 11,11-9 0,6-2-9,9-2 0,6-3-98,7-3 1,3-4-410,5-4 1,1-3-3280,0-5 1,-1-3 3791,-8-3 0,-4-2 0,7 0 0,-22-4 0</inkml:trace>
  <inkml:trace contextRef="#ctx0" brushRef="#br0" timeOffset="29175">4848 8718 14023,'-51'6'490,"1"0"1,-1 0 0,2 0 0,1 1-1,9-1-562,-2 7 217,20 2 169,49-4-174,4-6 0,8-2 56,13-2 0,7-1 0,-2-1-1110,-12 0 1,-3 0-1,8-1 1109,-3 0 0,7-1 0,4 0 1,1-1-1,-3 1 0,-7 0-683,10-2 0,-6 1 0,7 0 643,-8-1 1,8 1 0,2-1 0,3-1 0,-3 1 0,-3 0-360,-2 1 1,-2-1 0,-2 0-1,2 1 1,3-1 282,-8 1 0,2-1 0,1 1 1,2 0-1,-1-1 0,1 1 0,0 0-197,0 0 1,2-1-1,-1 1 1,1 0 0,-1 0-1,1 0 1,0 0 136,1 0 0,0 0 0,1 0 0,-1 0 1,1 1-1,0-1 0,-1 1-56,0-1 1,0 1 0,0 0 0,0-1 0,0 1 0,-1 0 0,1 0 39,-2 0 0,-1 0 0,1 0 0,0 1 1,-1-1-1,-1 0 0,1 1 63,4-1 1,0 1 0,-1-1 0,1 1 0,-1-1 0,3 0-64,-4 1 0,2-1 0,0 1 1,1-1-1,-1 0 0,-3 1 1,-3-1 39,2 0 1,-3 1 0,-2 0 0,0-1 0,0 1-37,5-1 1,3-1 0,-2 1 0,-4 0 0,-8 0 81,6-2 1,-10 0 1244,-3-5-1553,-81-3 166,3 7 0,-7 1 17,-3 0 1,-7 0-1,2 0 21,8 2 0,1 0 1,-3 1-7,-3 0 0,-3 0 0,-2 0 0,1 0-69,4 1 1,0 0 0,0 0 0,-4 0 83,1 0 1,-3 1-1,-2-1 1,0 1-1,0-1-42,8 1 0,-1 1 0,0-1 0,-1 0 1,1 1-1,-1 0 49,-2 0 1,1 0 0,-1 0 0,0 1 0,-2 0 0,-1 0-163,0 0 1,-3 1-1,-1 1 1,-1-1-1,2 1 1,1-1-1,3 1 155,-3-1 1,3 1-1,1 0 1,0 0-1,-5 0 5,7 1 0,-4-1 0,-2 1 1,0 0-1,1 0 0,2 0 1,4 0-4,-2 0 1,4 1 0,2-1-1,-1 1 1,-2 0-3,1 0 0,-2 0 1,-1 0-1,-1 1 1,1 0-1,1-1-2,-8 2 0,0 1 0,1-1 1,-1 1-1,0 0-12,5 0 0,-1 0 1,0 0-1,0 1 1,2-1-1,4 0 7,-6 0 1,4 0-1,2 1 1,-4-1 104,3 1 0,-2 0 1,0 0-1,1 0 1,4-1-125,-9 3 0,4-1 1,2 1 12,2-2 0,1 1 1,2-1-103,-18 5 1,10-1 1051,14 0-925,39-5 100,45-6-61,-2-3 0,7-2 49,-2-1 0,4 0 0,2-1-66,-5 0 0,2 0 0,2-1 0,3 0 0,-4 0 1,4 0 0,2 0 0,0-1 0,-1 1 0,-3 0-21,9-1 1,-4 1-1,1-1 1,5 0 5,-4 1 0,5-1 0,2-1 0,1 1 0,-1 0 0,-4 0 3,-3 1 1,-3 1 0,0-1 0,1 0 0,5 0-8,-8 1 1,4-1-1,2 0 1,2 0 0,0-1-1,1 1 1,-2 0-1,-1 0-122,2 0 0,0 0 1,-1 0-1,0 1 1,0-1-1,0 0 1,-1 0 112,0 1 1,0-1-1,-1 0 1,1 0 0,-1 1-1,0-1 1,0 1-153,-2-1 1,1 1 0,0 0-1,-1 0 1,0-1 0,-1 1-1,-2 0 155,12 0 1,-4-1-1,0 1 1,1-1 0,3 1-20,-12 0 1,2 0 0,0 0 0,2-1-1,-1 1 1,2 0 0,-1 0 13,4-1 0,2 1 0,1-1 1,-1 1-1,0-1 0,-2 0 0,-1 1 3,0 0 0,-2-1 0,0 1 0,-2-1 0,0 1 0,0 0 0,6-1 0,0 0 0,-1 1 1,0-1-1,-2 0-9,-2 1 0,0-1 1,-1 0-1,-4 0 0,-5 1-7,13-2 0,-2 1 253,6-1 1,5 0 0,-14 0-329,-9 1 1431,-5-1-1395,-65 6 0,-18 1 28,-8 1 0,-4 2 524,12-3 0,-2 1 0,-4 1-513,0 0 1,-6 0 0,-2 2-1,0-1 1,2 0 17,-5 0 0,2 0 0,0 0 1,-6 0 1,6 1 1,-4-1-1,-3 1 1,0 0-1,0 0 1,1 0-266,4 0 1,-1-1 0,0 1-1,2-1 1,0 1 0,1 0 270,-1-1 0,1 1 1,1 0-1,-1-1 1,-1 2-224,-1-1 1,-1 0 0,-2 0-1,1 1 1,0 0 0,3-1 238,-1 1 0,2 0 0,1 0 0,-1 0 0,-2 0-133,1 1 0,-1-1 0,-2 1 0,1 0 0,0 0 0,0 0 110,4 0 1,1 0-1,-1-1 1,1 1 0,1 0-1,0 0-4,-7 1 0,0 0 0,1 0 1,1 0-1,0 0-3,4 0 1,1-1 0,0 0 0,1 0 0,1 0 107,-8 1 1,1 0 0,0 0-1,1-1-106,0 0 0,-1 0 0,1 0 0,4-1 17,0 0 0,2-1 0,3-1 37,3 0 0,1 0 0,8-1 1197,-8-2-1313,39-8 1851,25-2-1786,20-3 1,15-4 0,-3 2 594,-5 2 0,4-1-620,-7 3 1,8-3 0,3 1 0,1-1-1,-3 2-328,1 0 1,-2 2-1,1 0 1,3 0 215,0-1 1,3 0 0,2 0 0,2 1-1,2-1-792,-8 3 0,3 0 1,2 0-1,1 0 0,0 0 1,-3 1-1,-1 0 831,-3 0 1,0 0-1,-2 1 1,-1 0 0,0 0-1,-1 1 1,6-1 0,2 0-1,-2 0 1,-5 1-1,-5 1 1,6 0 0,0 0-1</inkml:trace>
  <inkml:trace contextRef="#ctx0" brushRef="#br0" timeOffset="31268">12226 7623 15289,'0'-7'6155,"0"2"-4888,4-58-321,-1 38-560,-1-12 1,0 2 128,-1 22-381,-1 7-195,0 3 5,-3 11 117,-4 13-21,-7 19-12,-2 19-157,8-25 1,2 1 125,1 2 1,3 0-1,4-1 0,4-1-3,3-2 1,4-2 16,5-4 0,3-3 57,28 10-18,-6-17 48,-9-16 1,0-5 69,14-16-157,-13 4 1,-2-5 150,-8-1 1,-5-4-23,-1-1 0,-4-2-67,-3 0 0,-3-2 50,1-31-17,-6 1 1,-4 8-12,-2 10 218,-2 15-263,1 11-134,0 9-330,2 5 160,3 18-727,5 3-1147,8 17-4028,7 3 5308,1-4 0,-9-12 0,-5-10 0</inkml:trace>
  <inkml:trace contextRef="#ctx0" brushRef="#br0" timeOffset="31591">13031 7519 15692,'0'-4'5892,"-1"1"-3181,1 3-2548,-12-25-12,5 27-45,-10-15-61,10 32-28,3 5 5,8 3 18,12 7-18,3-6-14,7-3 1,3 0 2,19 13-209,-13-11 1,0 1 186,-8-7 0,-3 0-23,12 17-16,-16-5-40,-19-4-184,-20-2-353,-19-1-756,-15-3-2000,-7-8 3383,1-8 0,26-4 0,9-5 0</inkml:trace>
  <inkml:trace contextRef="#ctx0" brushRef="#br0" timeOffset="31777">12966 7655 13146,'14'-43'887,"-1"1"0,-1 4 0,-2 9 1958,-5 21-2772,-3 6 1459,-2 9-1252,0 18-157,-2 24-174,-5 13 47,2-25 1,0 1-524,-1-2 1,0-1-1152,0-1 1,2 1 1677,1-1 0,0-1 0,1 3 0,2-10 0</inkml:trace>
  <inkml:trace contextRef="#ctx0" brushRef="#br0" timeOffset="32211">13548 7648 20923,'0'-3'3910,"0"1"-3473,0 2-387,3 9 1,6-2 0,1 5 83,11-5 6,3-4 6,8-7-1,3-6 57,-4-10 33,-4-8-50,-8-6-23,-9-3-44,-5-2 100,-10-3-111,-5 11-68,-4 6 56,-8 12-56,-3 9 6,-17 9-34,12 2-50,-13 24 5,24 0 6,-1 6-16,12 15-40,12-4-73,2-17 0,4 1-218,4 1 0,4-3-639,16 18-1882,2-16 0,2-4 2076,9 2 1,6 2 0,-32-23 0</inkml:trace>
  <inkml:trace contextRef="#ctx0" brushRef="#br0" timeOffset="34208">14478 7338 11306,'2'-6'8262,"-1"1"-6856,5-55-348,-11 36-702,4-12 0,-3 3 25,-19 20-151,-7 6-85,-6 14 29,-20 21-135,17-1-1690,4 10 0,3 2 1684,3 3-19,3 2 0,1 1-365,11-12 0,2-1 337,0 0 0,2 2-199,3 11 1,7-1 145,17 11 41,2-17 1,6-4-978,8-10 1,6-7 968,7-1 1,3-5-9,5-4 0,1-4 348,2-6 0,-2-2-303,-12 0 0,-1-4 134,12-9 1,-4-4-43,-21 6 0,-1-2 104,9-7 1,-4-2-26,0-17 5,-15 2-73,-11 11 2725,-9-7-2708,-2 23 2114,-15-9-2170,-1 20 655,-4 1-699,-7 13 92,-3 17-115,1 8-23,1 13-27,16-4 16,9-3-5,14-3 17,11-8 11,17-8 22,13-10 11,9-14-11,-9-5 34,7-15 146,-10-12 11,-6-4-45,-8-14-304,-21 4 253,-11-3-5,-8 3-12,-6 9-10,-9 9-23,-3 12-56,-5 8-23,-4 16 23,-2 10-33,-1 14-29,3 9-39,9 6-117,10 2-5,15 2-505,18-5-459,18-5-589,18-11 672,-20-18 1,1-3 315,3-3 1,0-3 274,0-4 1,0-3 406,-3-2 0,-2-3 682,20-18 544,-16-5 242,-13-3-68,-10-3-118,-6-1 207,-2-7-1030,-2 17 246,1-5-117,-1 20 119,1 2-529,-2 6-77,1 5-23,3 8 17,6 8 39,10 21-28,-4-5-12,4 25 12,-12-13 0,-2 10-5,-4-5-12,-3-9 0,0-12 79,0-12 100,0-7-11,4-12-72,5-6 27,5-12 34,2-9-84,-1 5 90,6-19-68,-6 17-44,6-9-23,-4 19-17,1 10 6,-3 5 23,12 14-18,-13-1 29,15 15-34,-13-3 0,7 5 17,4 0-23,6-3 23,7-6 28,10-7 0,6-11-282,1-10 344,-2-12 27,-8-8-61,-8-11-40,-11-11-8,-17 23 1,-4-4 32,-2-21 1,-4-2-20,-2 15 1,-1 0 2,-2-14 0,-1 3 109,-7-7 28,2 16-33,2 15-101,2 15-107,2 9 23,1 12 326,-3 12-287,-2 22 5,-4 22-441,5-21 0,0 4 427,1 6 1,0 2-31,1 5 0,1 1-65,4 0 0,2-1-78,3-2 0,3-2-134,3-6 0,2-2-489,1-6 0,2-3-542,-1-8 0,1-3 1347,17 12 0,-17-20 0,-1-10 0</inkml:trace>
  <inkml:trace contextRef="#ctx0" brushRef="#br0" timeOffset="34900">15942 7441 24004,'44'5'-181,"0"0"0,-4 0 0,-3-1-21,15 5-363,1-2-24,-12-4 113,9-2 196,-8-6 297,-1-4 84,-17 1 246,-2-3 107,-18 4 45,-1-1 27,-5-1-22,-2-3 319,-5-5-543,2 4 202,-3-5-67,5 9-40,1 0-330,1 5-107,3 2 6,-2 10 62,2-1-1,-1 9-5,0 5 28,3 3-44,7 10 16,-1-11 33,12 2 6,-4-13 45,8-4 28,11-9-44,-4-7-24,1-4 40,-7-7 12,-10-1 21,2-17-33,-8 2-22,-4 0 156,-13-2-184,1 22-6,-7-7 0,-3 17-6,-7 2-55,-4 5 21,-4 9 12,11 3-16,-7 14 21,8 5-22,-4 14-33,9 6-141,14-19 1,3 0-79,6 12-207,6-16 0,5-2-1271,23 1 388,-14-14 1,3-3-1193,2-3 0,1-3 2551,2-6 0,-2-2 0,4 0 0,-6-5 0</inkml:trace>
  <inkml:trace contextRef="#ctx0" brushRef="#br0" timeOffset="35267">16982 7527 23707,'19'-40'713,"0"0"1,0 2-1,-8 12-668,-14 24-28,-5 8 39,-13 18-45,4 0-11,-16 23-22,10-6-88,7-11 1,-1 2-219,2-1 0,1-1-428,-17 25-296,-1-14 856,14-25-96,-4-9 186,14-24 156,1 1 270,3-32 72,4 9-157,0-9 314,1 2 279,0 9-604,1 8 152,-1 3-258,-1 19-6,0 1-129,3 5 39,7 9 6,3 1-16,20 17-40,-8-7 0,3 1-59,2 1 0,1 0-53,-1 0 0,2-1-2756,6 2 0,-2-3 2896,5 2 0,5 1 0,-30-15 0</inkml:trace>
  <inkml:trace contextRef="#ctx0" brushRef="#br0" timeOffset="36110">17339 7684 24363,'12'-1'1137,"1"-7"-913,-3-30-162,-3 9-6,0-11 44,-5-13-66,-1 1-371,-1 12 0,-1-2 362,-1 5 0,-2-2 67,-4-15 1,-2 0 8,2 14 0,0 1 19,-4-8 1,0 2 282,-3-3-342,6 23-44,2 8-62,6 16-27,-1 8 72,-4 12-17,-2 18 11,-1 22 0,5-9 1,2 2-102,1-15 0,3 2 93,3 22 0,4 1-54,2-20 1,4 0-104,4 11 1,4 1-140,-1-16 0,2 0 0,0-2-1815,10 8 0,0-3 1671,-1-3 1,0-4-1289,-2-9 0,-2-5 1742,15-1 0,-13-3 0,-8-11 0</inkml:trace>
  <inkml:trace contextRef="#ctx0" brushRef="#br0" timeOffset="36367">17349 7384 23080,'15'-22'1036,"-3"4"-834,30 13-23,-4 1-39,16-2-67,0 1-48,-20 0 0,0 1-36,18-2-95,-7 1-1580,-22 1 1686,-17 3 0,-2 0 0,-4 1 0</inkml:trace>
  <inkml:trace contextRef="#ctx0" brushRef="#br0" timeOffset="48234">21317 7577 15782,'0'-3'5293,"-1"0"-4722,1 3-308,4 16-101,1 6-32,3 19-40,0 4 27,-3 2 68,-2-3 101,-6-7 341,-8-5-39,-8-13-303,-4-5-83,-1-18-56,6-11-51,4-13-11,4-13-34,4-13-45,4 22 1,2-1-144,2-3 1,2 1 137,1 1 0,2 1 0,15-25 0,5 12-28,6 12 0,6 9 0,6 12 0,5 7 8,-18 11 1,-1 5 13,-1 3 1,-3 4 22,19 25-6,-24 12 0,-32-3-1650,-12-18 0,-5-2 1650,-16 13-9,3-16 1,-2-2-40,13-11 1,-1-3 86,-3 3 1,-1-2 89,-17 6 28,21-11-28,15-4-67,12-4 3133,2 0-3206,14 3 466,11 1-455,9 2 0,6 0-5,0 0 0,3 1-23,1 0 0,5 0 0,-2 0-338,7 1 0,0 0 121,-8-2 1,2-1 0,-3 0-321,1-1 0,-1-2-766,4-4 0,-4-1 548,9-5-600,1-13 599,-24-1 622,-1-8 324,-14 2 747,-8 0-203,-9 4 1425,-5 5-1677,-2 4 773,-9-2-336,3 7-555,-2-1-269,5 6-218,8 4 62,5 2 173,20 11-72,-5-5 10,25 11-5,-18-12 11,19 1 45,-9-6 23,4-3 122,-7-9-55,-10-4-112,-9-3 83,-7-4-38,-7 2-29,-7-5 34,-17-1-83,5 9 43,-20 0-21,12 13-79,-13 6 11,11 7 0,2 11-11,16 9 28,6 9-11,5-5-34,18 24 22,-3-27-58,10 4 0,5 1-210,22 1 165,-20-13 0,4-2-378,20-5 0,2-5 9,-24-6 1,1-2 309,7 0 0,6-1 1,-1-3 21,11-7 1,-2-5-1395,7-5 0,-2-3 1585,-9 3 0,-5-2 14,-11 0 0,-6-3-1847,3-24 1951,-14 18-53,-6-4 0,-3 1 103,-8 6 565,-22-25-643,4 33 72,-26-8-61,5 20-65,8 7 1,-2 4-26,-24 13 899,26-1 0,1 3-949,-13 23-6,16-5 1474,15-8 0,3 2-1462,3 11-18,10 19 807,8-26-750,33 4-17,-2-25-9,-10-5 1,1-3 7,13-9 29,6-15 39,-7-23-45,-23 16 1,-1-3-15,-1 0 0,-2-2 3,-4-5 0,-3-2-9,-2 4 1,-1-2 13,2-15 1,0-1-3,-3 9 1,-1 1-79,-1-1 0,-1 2 92,-1-1 173,-3 10-90,-1 17-139,1 4-101,-1 5 112,-1 37 11,1-12 264,-1 15 0,0 8-298,3-3 1,1 1 13,1 1 1,1 0-165,4 4 1,1-4 161,8 0-3295,18 8 3295,-16-30-22,29 10 5,-16-25 28,16-10 5,-17-7 220,4-14-175,-7-15 1,-2-2 33,-4-7 3442,-12 16-3447,-6 13 89,-2 7-129,-2 10-22,-1 1-129,1 2 117,-2 6 12,-2 8-17,-5 14-6,-4 20 1,3-12-1,4-3 1,2 1 5,9 5-6,1 7 12,18-10 16,19-11 6,9-6-261,-19-11 1,0-4 254,13-6 40,6-11 50,-8-19-6,-4-7-208,-22 13 0,-3-3 186,-1-22-11,-8 2-34,-5 12 62,-7-5-68,1 19 446,-3-5-518,5 15-118,2 5-213,2 5-133,7 4-271,2 2-4613,24 11 5387,0 3 0,-4-3 0,-8-3 0</inkml:trace>
  <inkml:trace contextRef="#ctx0" brushRef="#br0" timeOffset="48424">24406 7582 24727,'-22'16'196,"-15"24"-213,8 2-772,5-8 0,0 0 633,-8 16-973,5-11 1,-1-1-4490,-11 11 4946,13-17 1,2-3 0,1-3 0,11-14 0</inkml:trace>
  <inkml:trace contextRef="#ctx0" brushRef="#br0" timeOffset="48617">24115 7812 20476,'7'-55'1450,"-1"1"1,-1 7-1,-1 7-872,-3 19-405,-1 11-189,2 9 27,7 14 6,11 16-51,13 25-11,-11-20 0,2 4-1148,2 0 1,4 3 0,-2-2 1192,8 8 0,-1-1 0,-1-3 0,-2-4 0,0-4 0</inkml:trace>
  <inkml:trace contextRef="#ctx0" brushRef="#br0" timeOffset="49168">25122 7411 18691,'12'-60'1493,"0"1"1,0 1 0,-4 12-1130,-6 31-218,0 1-56,-8 28 89,-9 24-104,0-2 1,-2 5-844,1-4 0,-1 4 1,-2 1 776,-4 10 0,-2 4 1,-2 0-13,4-8 0,-1 2 0,-1 0 0,0 0-10,-2 4 1,-2 0-1,0 0 1,0 0-481,-1 1 1,0 0-1,0-1 1,0 0 340,3-3 1,-1 0 0,1-1 0,2-1-246,3-5 1,0 0 0,2-1 0,2-2-2257,1 6 1,1-1 0,4-4 2652,0 6 0,5-5 0,5 3 0,4-26 0</inkml:trace>
  <inkml:trace contextRef="#ctx0" brushRef="#br0" timeOffset="50921">25355 7674 22688,'15'45'406,"-11"-8"0,-3 0-1084,-7 22 739,-1-15 1,-3-1 44,-6 6 12,-6 6 227,1-14-233,4-14 359,6-13 33,6-9-240,4-13-214,4-11 361,1-17-383,3 3 0,1-3-339,5-19 339,-2 9 0,2-1-11,-3 13 0,1 1-488,2-9 0,0 0 496,1 5 0,0 0-20,0 4 1,1 2-17,15-19 0,3 12 17,4 14 10,7 12 1,1 12-11,-1 11 278,-6 13-307,-10 13 12,-12 10 6,-18 9 506,-18 2-501,3-28 0,-4-1 8,-5 0 0,-2-3-113,0-1 0,-1-3 144,-24 13 51,13-14 84,14-10-23,14-8-11,8-2 421,4-1-544,10 4 274,6 1-291,33 10-3409,2-2 3403,6 1-3,-25-8 1,0-1-36,23 1 5,-13-4 0,1-1-17,15-2-26,-15-5 1,-3-2 36,-9-3-33,17-13 50,-30 4 39,-1-6 0,-10 0 3410,-5-1-3416,-4 11 84,-2 0-33,-2 10 17,-1 0-56,2 4-23,-3 0 1,5 5-46,-5 6 40,1 8 11,-2 14-17,5-7 12,9 11 10,6-19 29,3 1-23,9-10-5,-1-5 16,7-8 6,4-11 6,-12 0 50,-1-16-45,-13 3 11,-2-6 40,-3-6-68,-5 16 40,-2-2-34,-2 18-11,-3 2 5,-3 4-33,-4 9 28,-6 7-23,-3 11-28,-2 10 18,6 9-12,4 4-28,6 4-230,8 8-190,11-9-421,11 2 298,4-22-745,21-2-174,-12-19 0,4-3 104,1 0 0,0-2 624,2-1 0,0-4-1770,8-4 1,-3-2 1433,1-2 694,1-5 1,-2-1 481,-9 0 57,13-10 1411,-9-11 257,-14 9-654,7-10 1315,-15 8-134,-6 4 247,2-11-1340,-3 8-284,-3 1-516,-3 15 297,-1 2-180,-1 5 124,-1-1-298,1 4-217,-1-1 145,-1 3-84,0-1-56,-2 2-28,0-2-106,0 2 0,0 0 10,-9 6-10,2 0-6,-17 15-28,-3 17 22,3-6-2,9-5 0,0 3-26,-10 22 34,5-8-6,9-10 1,2-1 5,6-7-34,-2 20-16,15-22-79,18 7-96,15-12 91,6-3-29,-4-12 1,1-3 95,4-1 33,6-3 1,2-4 50,2-7-6,-22 5 0,-1-1 23,19-16 50,-12-5 44,-5-1 57,-7-4-90,-20 16 214,-4-3-163,-8 11-90,0-1 28,-8 7-73,0 4-28,-10 7 17,-2 5 6,-5 12-23,2 7 11,6-2-16,5 9-6,10 2 22,8 0-5,4-4 17,14-8-12,6-12 0,19-2 12,-5-10 5,6-13 28,-15-9 17,-8-10-28,-8 4 79,-7-23-23,-8 12 17,-7-15 11,-7 15-73,1 12 45,-7 5-34,6 9-111,1 4-12,1 4-22,2 11-23,2 1-762,-2 20-895,8 0-2403,8 15-5653,6-6 8947,2-12 1,-4-10 0,-8-12 0</inkml:trace>
  <inkml:trace contextRef="#ctx0" brushRef="#br0" timeOffset="51141">27528 8120 14516,'3'-4'7808,"0"1"-4094,-3 3-3496,22-58-190,-17 44-67,16-42 28,-24 60 11,-7 17-12,-1 6-55,-3 18-140,5 0-308,5 1-791,11-2-2004,7-7 3310,12-9 0,-10-14 0,-1-7 0</inkml:trace>
  <inkml:trace contextRef="#ctx0" brushRef="#br0" timeOffset="51324">27750 7725 22274,'-8'0'-7691,"1"13"6276,12 27 0,-2-13 0,-3-10 0</inkml:trace>
  <inkml:trace contextRef="#ctx0" brushRef="#br0" timeOffset="51675">27765 8316 17641,'3'2'5484,"-1"-1"-4571,-2-1-286,63-25-179,-30 3-272,10-1 1,0-4-276,-20 4 1,-4-2 176,2-5 1,0-3-350,0-4 0,-3-4 318,-1-2 1,-3-3 25,-3-2 0,-3-2 28,-4 2 0,-4 1-54,-1 11 1,-3-1-1361,-8-13 0,-3 4 1425,0 7-8,1 4 0,0 4 52,5 14-49,1 2 142,3 8-260,3 5 529,0 5-501,-5 27-17,-3 20-6,3-7 1,-1 6 1285,2 6 1,1 3-1293,2-16 1,1 1 0,2 0-422,1 1 0,1 0 1,2 0 227,3 19 1,4-2-763,4-5 1,2-2-3950,1-8 1,0-3 3280,9 12 0,-8-24 0,-15-24 1</inkml:trace>
  <inkml:trace contextRef="#ctx0" brushRef="#br0" timeOffset="66470">6236 9737 21015,'12'-44'1090,"0"-1"0,0 1 0,4-19 0,-4 16-559,-9 35-630,-3 3-63,-1 10 442,-4 19-335,2-2 1,-1 11 1,-1 4-159,-2 19-93,2-12 1,-2 1 157,1-3 1,-2-1-35,-1 2 0,-3 1 13,-2 0 1,-2 0-113,-1-1 0,-3-3 163,-1-3 0,-2-4 63,-24 14-109,0-20 187,-1-14 60,3-17-34,11-2 51,-9-19 39,16 7 493,-10-8-515,13 12 103,3 8-221,1 7 0,0 11 11,5 1-22,-2 25 22,13-3-11,11 15-39,18-7 84,4-19 0,6-4-17,10-4 0,3-3-464,4-2 1,2-3 460,5-7 1,-2-4-4,-8-1 0,-2-4-14,-3-1 1,-1-2-4,-6 0 1,-3 0-34,17-12-481,-22 8-2079,-16 8-7243,-15 7 8134,-1 2 0,-3 2 0,3 0 0</inkml:trace>
  <inkml:trace contextRef="#ctx0" brushRef="#br0" timeOffset="67222">3692 11501 21495,'-10'48'26,"1"-1"1,-1 0 0,0 0 0,1-1 0,-1-1-128,-2 13 0,0-1-1227,-1 1 1,1 0-860,0-1 0,1-1 1543,1-8 1,1-5 0,-2 13 0,6-29 0</inkml:trace>
  <inkml:trace contextRef="#ctx0" brushRef="#br0" timeOffset="67541">3551 11767 14583,'-21'-57'1725,"0"0"0,3 5 1,4 3-1480,4 10 1,5 2-386,5 2 0,4 1 296,5 0 0,5 0 2,5 1 1,5 2-23,5 1 0,4 4-500,4 2 1,1 4 407,-7 6 0,1 3 38,13 4 1,0 8-180,9 19 103,-18-2 0,-3 7-1431,-15 17 1,-7 3 1433,-5-12 1,-4 1 12,-9 18 1,-10-1-236,-4-14 1,-6-3 251,-7 10 1,-5 1-24,-3-4 1,-2-1-30,1-3 1,1-3 17,6-6 0,1-4-189,-12 7-3199,24-23 4063,32-31 0,-4 9 0,12-9 0</inkml:trace>
  <inkml:trace contextRef="#ctx0" brushRef="#br0" timeOffset="68213">4327 11209 17511,'10'-3'4601,"-3"0"-3989,-7 3-87,0 0-360,20 39-217,2-12-104,12 26 127,-7-29 1,3-3-76,13 11-208,-13-9 0,-1 2 74,4 17 54,-18 3 98,-25 1 273,-18-3 148,-15-4 96,-6-10 15,0-9 98,8-13-199,11-15-52,14-13-208,15-15-188,17-8-129,5 6 99,4 11 1,4 1 50,17-6-46,-12 10 0,0 2 135,22-2 277,-5 10-37,-7 8-206,-8 11-11,-8 7-18,-6 8-12,-3 6-2,-3 2-4,1 5-275,2 0 242,3-1-9,-2-10-3368,24 2 3416,-22-18 101,22 3 86,-24-18 20,0-5 11,-4-11 18,-7-8-12,-5-6-51,-8-5-50,-5-3-21,-6 0 3385,-2 2-3381,-1 6-16,0 9-62,-2 11-22,-3 9-6,-4 16-12,-2 10 1,5 3-101,-5 21-129,18-9-375,1 14-566,22-11-975,14-4-3724,15-6 5881,-1-9 0,-13-9 0,-13-4 0</inkml:trace>
  <inkml:trace contextRef="#ctx0" brushRef="#br0" timeOffset="68625">5350 11292 14674,'10'-52'1006,"0"1"1,0 1-1,-3 10 1559,-6 23-2296,-1 2 396,0 12-648,-1 14 420,2 17-386,-1 19-29,0 0 3,-1-3 0,-2 1 367,-1-11 0,-1 0-384,-3 15 1,-1 1-1,-1-11 0,-1-2-8,1-4 0,0-2-5,-5 13 66,4-8 331,8-24 118,0-2-112,3-29-298,1 3 108,5-29-46,5 4-11,9-15-5,6 0-34,4 5 472,1 11-556,0 10-6,-1 13 12,2 13-29,2 14-10,0 12-6,-2 9-17,-4 7 11,-8 2-11,-9 5-18,-19 3-60,-18 4-437,-6-21 0,-3-3-626,9-8 0,-2-1 1169,-21 5 0,2-5 0,18-9 0,-14 1 0</inkml:trace>
  <inkml:trace contextRef="#ctx0" brushRef="#br0" timeOffset="71291">5787 11752 21338,'4'-7'1697,"12"-20"-1635,4-4-3,-2 3 0,1-3 69,12-22-33,-6 6 1,0-2-661,-7 14 0,-1 0 615,7-21 1,-1 0-15,-9 15 1,-1-2 4,-2 3 0,1-3 0,-1 3-10,0 0 0,-1 0 117,0-9 1,-3 5 224,-3 19-278,-3-4-95,-7 28-33,-9 15 5,-12 20 30,4 5 1,0 4-392,6-10 0,1 1 389,-7 22 0,2 5-11,13-17 0,2 0 0,1-2-341,-3 5 0,2-1 349,1 13 1,6-3-18,9-19 0,2-4-19,7 8-31,2-7 0,4-2-112,6-16 0,0-4-295,22 8 323,-11-13 0,1-7 3,-3-12 0,-3-5 134,-5 6 0,-1-2 17,10-14 0,-3-3 34,0-17 22,-16 12 0,-2 0-6,2-12 859,-7-10-797,-18 39 1517,-2 0-1585,-14 17 46,-18 18-45,6-2 16,-19 21 12,17 3-73,7-7-22,6 13 44,23-19 441,4-4-368,31-5-3442,2-21 3375,10-3-801,-14-9 1,-2-4 834,12-13-119,-14 8 0,-3-3 125,5-19-1,-14 0-17,-12 12 68,-17-9-62,-7 21-28,-7-3 2479,-15 17-2462,-16 26-29,24-7 1,0 3 505,-8 8 1,2 3-523,-9 12-20,20-12 1,1 2 15,6 2 1,3 1 11,0 1 1,3 1-29,1 4 1,6 0-32,8 7-170,10-13 0,6-2-76,6-3-639,14 0 1,4-3-112,4-9-687,12-7 1,2-3 803,-2-10 384,-5-2 0,2-6 453,-13-5 1,-4-2 150,-5 5 1,-1-3 417,11-13 1,-5-2 598,-6-6-509,4-8-1658,-18 2 1635,-13 26 941,1-16-705,-7 26 572,-2-3-1178,-1 12 107,1 3-258,-6 11 3393,0 6-3404,-3 6 0,-5 21-11,5-8 11,-3 19 6,5-8-17,3-10-22,2 8 16,3-26 129,0 4 73,5-22-112,0-5 112,14-23-28,-1-6 23,11-24-79,-7 12 2,-2 8 1,0 1-375,3-2 313,-2 5 0,3 0 14,13-3-50,0 7-28,2 9 5,-10 20 6,-6 6 0,11 27 11,-12 4-5,-6-7 0,-2 2-9,-5-1 0,-3 0-11,-1 3 0,-2-1 320,-3 19-320,-4-16 0,-1-1 2,-3 4 12,-5 9 101,8-30 0,3-16-79,4-11 12,16-38-12,9-7-487,-4 12 1,2-1 484,2 5 0,0 1 16,1 4 0,0 2 4,14-9 21,0 10-50,-19 22 1,6 9-1,-10 18-45,-3 16-139,-5 10-695,-7 13-1269,-6-25 0,-2 0 1527,-6 29 0,1-22 0,3-17 0</inkml:trace>
  <inkml:trace contextRef="#ctx0" brushRef="#br0" timeOffset="72746">3308 13652 21730,'1'-49'825,"-1"-1"0,1 8 1,0 7-776,2 15-61,0 18 22,-1 20 17,2 23-3,-1-9 1,-2 3-38,0 23 1,-1 3-808,-1-16 0,-2 0 757,-1 3 1,-1 4 0,-1-6-54,-1-8 0,-1 0-711,-3 14 1,-2 6 0,0 1-2050,0-4 0,-1-1 0,1 0 2473,0-2 1,1-1-1,-1-2 458,-2 16 0,1-16 123,6-35 497,6-43-20,0-29-231,2 16 1,0-3-384,0-9 1,0-3 289,0 15 0,0-1 1,0-1 66,0-2 1,0-2 0,0 3-70,0-11 1,0 0 346,1 6 1,0-3 0,0 4-149,-1 4 1,2-1-138,1-4 0,3-5 0,-1 7-308,-1 12 0,1 3 33,8-14 1,3 6-17,5 13 90,23-10-356,1 17 221,-14 12 0,2 2-20,1 4 1,0 5-23,2 4 0,-2 5-20,1 4 1,-3 5-18,-1 3 1,-4 3-3,-3 3 0,-5 2 8,-5 0 0,-6 2 28,-8 0 1,-7 0 7,-5 1 1,-6-2-4,-8 0 1,-3-1 236,-5-1 0,-3-2-242,-1-1 1,-1-3-18,-5-4 1,1-3-1440,11-7 1,2-2 1220,-21-5-450,29-24-3045,19-13 3719,17-19 0,-6 23 0,10 1 0</inkml:trace>
  <inkml:trace contextRef="#ctx0" brushRef="#br0" timeOffset="73395">3881 13327 22817,'25'-16'185,"-3"5"-112,1 34-68,-6-7 12,18 21-23,4 2-16,-7-6-9,-6-4 0,-1 0-8,-4 5 39,3 6 28,-19-6 11,-15-7 29,-9 3 60,-12-6 130,-4-8 190,2-9 78,9-13-156,8-10-236,11-15-83,17-13-1,19-10-36,2 17 0,5 2-329,-11 9 0,2 1 320,15-8 1,2 1-6,-7 8 0,0 3-3,7-2 1,1 2-761,-4 2 1,-3 3 767,17 0-10,-29 13-6,-15 7 50,-4 7-34,-3 11 513,-4 10-529,-6 20 0,3-14-17,1 25 28,4-38 1626,5 12-1632,32-3 12,-18-19-1,23 11 7,-24-24 72,3-5-34,-5-2 119,2-10 217,-15-13-106,-3-7-146,-6-1 74,-14-6-60,-1 15 0,-2 1-86,-7-12-12,5 12 1,-1 3-12,1 10-50,-5 3-112,9 11-521,3 21-73,8-2-4039,2 26 4756,4-16 0,1-4 0,-1-12 0</inkml:trace>
  <inkml:trace contextRef="#ctx0" brushRef="#br0" timeOffset="74079">5294 13512 13054,'1'-8'4259,"0"-22"1,0-8-2904,-1-9-3428,1-11 1,0-2 2474,1 1-58,-1 19 0,1 4 1333,0 5-1062,1-14-432,-2 27 698,1-1-871,0 19 6,5 15-11,4 16 3403,3 21-3421,-7-6 1,-3 3 28,-2-2 0,-4 3-549,-3-3 0,-1 5 1,-2-4 531,-4 4 0,0-3-17,-3 3 0,0-4 45,-4 2 62,9-25 16,3-15-11,3-16-44,-1-10-12,-1-15-6,2-12-5,4-12 1231,10-5-1259,3 12-11,4 18 0,4 3 22,10-2-11,18-4 0,-16 22-11,12 11-1,4 18 18,1 5-1,-22-6 1,-1 2-62,12 15 17,-13-7-123,-7 16 117,-28-13-157,-15 15-431,-26-13-149,17-18 1,-2-3-1804,-5-1 1,1-3 1979,2-2 1,3-2 0,-11 0-1,20-2 1</inkml:trace>
  <inkml:trace contextRef="#ctx0" brushRef="#br0" timeOffset="74963">5242 13461 10858,'9'-47'3202,"-1"-1"0,-1 5 0,1 6-2009,1 7-352,0 5-320,1 1-258,-2 11-218,-4 8 106,-1 14 101,-3 13 89,2 24-170,-4-11 0,-2 3-520,0 11 1,-2 5 439,-3 0 1,0 3 0,-1-2-696,0 6 1,-1 0 610,1-3 1,-2 3-1,3-5-24,1-5 1,1-2-322,4-6 0,0 2 0,1-4-696,1-1 1,3-3 1033,3 5 0,2-9 0,-4-20 0,1-5 0</inkml:trace>
  <inkml:trace contextRef="#ctx0" brushRef="#br0" timeOffset="76133">6342 13609 9078,'3'-5'7337,"0"2"-2605,-3 3-3908,9-63-185,-11 36-508,6-9 1,-3 1 462,-16 14-477,6 13 29,-24 1-85,2 19-10,-19 12-23,10 5 0,6 3 0,1 1-17,-1 5-6,1 4 1,2 1-267,10 0 244,-1 12 12,28-26 89,37-18-51,6-20-318,-9-4 0,0-5 305,-3-6 0,-2-3 19,2-3 0,-1-2 34,-2-2-1,-3 0-22,-7 7 1,-3-2 106,0-13 0,-4-3-79,-8 12 1,-2-1-37,3-15 0,-2-1-6,-2 10 0,-2 1 4,2-19 139,1 2 197,-4 23-63,0 8-279,-3 11-51,2 23 28,0 15-5,2 18-6,0 1 0,-2-1 0,-1 3-110,0-8 0,0 0 65,0 7 1,0 2-231,0 2 0,1-1-635,1-8 0,2 1-4006,5 15 1,3-1 3440,-6-20 0,2-3 0,11 22 0,-16-44 0</inkml:trace>
  <inkml:trace contextRef="#ctx0" brushRef="#br0" timeOffset="76663">6887 13561 18123,'0'-10'2445,"-3"-31"0,-2-6-1515,0 12-592,0-12 1,0 2 70,-1 24-303,3 11-184,1 6 95,15 24 0,5 5-40,13 26 28,-11-9 1,-3 1-17,3 13-9,-9-2 1,-6-2 8,-13-4 16,2-16 1,-2-2 78,-11 0 22,1-15-38,5-13 207,0-19-113,8-6-33,5-19-79,15-2-39,13-6-3,-9 24 1,4 2-150,2 0 0,1 2 147,2 1 0,0 2-9,1 3 0,0 1-3,28-13 1,-4 5 10,-5 3 35,-9 3-18,-11 3 28,-11 3 34,-9 2 84,-4 1 146,-3 1 315,0 2-355,-1 1-89,0 2-17,0 2-173,0 10-1,-1 7-22,0 15 17,-2 8-40,0 7-122,-2 5-404,2 0-1003,1-1-4048,2-8 4780,4-12 0,-2-14 0,1-9 0</inkml:trace>
  <inkml:trace contextRef="#ctx0" brushRef="#br0" timeOffset="76830">7566 13111 20828,'-2'-5'1955,"0"2"-8598,2 3 6643,-15 3 0,11-6 0,-12 1 0</inkml:trace>
  <inkml:trace contextRef="#ctx0" brushRef="#br0" timeOffset="78028">7622 13785 24111,'35'-25'247,"0"1"1,0-1 0,15-14 0,-3 0-215,-18 8 1,-3 0-765,2-3 1,-1-2 760,-5 1 1,-2-1-20,0-5 1,-1 0 10,-3-4 1,-2-2-18,-2-1 1,-2-1-9,-2-1 0,-2 1 17,-1 3 1,-2 0 2,-1 7 0,-1 1 521,-1-17-493,-3 23 200,-3 19-245,0 13 6,-7 19 16,-7 22-19,6-11 0,-2 5-549,-5 19 1,1 0 545,5-14 0,2 0 0,-4 20 0,4 0-344,7-20 0,2-2 338,-1 10 0,3 0-152,3-5 1,4-2 163,1-5 0,5-3-23,22 20 17,13-16-11,8-14-17,4-12 28,2-16-12,0-14 9,-31 4 1,-2-4 16,0-3 0,-1-2 0,-3-3 0,-2-3-3,-2-2 0,-2-3-6,-3-4 1,-3-2 8,-1-2 0,-2-2 8,1-11 1,-2 1-15,-3 17 1,-1 2 38,1-10 1,0 3 109,-4 5 0,-3 1-45,-1 19 1541,-1 11-1636,-4 16 795,-6 15-817,-9 22 7,5-6 1,1 2-183,4-11 0,1 1 171,-6 20 1,2 2 5,6-14 0,2 0-11,-1 11 0,2 2-14,1-4 0,4-1-42,3-5 0,6-2-67,8-2 0,6-4 22,1-11 0,3-3-31,28 12-120,-10-27 0,0-7 115,6-6 83,-2-4 1,2-4 67,-16-2 0,-1-2 36,7-5 1,0-2 117,1-6 0,-2-1 25,-10 6 1,-2 2 27,15-22 236,-22 20 61,-13 14-392,-2 5 17,-4 3-96,-1 5 1,-4 3-12,-3 5 729,-7 17-757,2 6 0,0 12-10,9-3-7,5-8-72,7 3-207,6-11-1401,18 7-3713,1-12 5059,2-5 1,-16-11 0,-9-3-1</inkml:trace>
  <inkml:trace contextRef="#ctx0" brushRef="#br0" timeOffset="78222">9173 13133 19815,'-3'-4'3478,"0"0"-3444,3 4-202,-44-3-6,33 11-616,-26 11-1512,51 19 2302,10 18 0,-8-24 0,-1-2 0</inkml:trace>
  <inkml:trace contextRef="#ctx0" brushRef="#br0" timeOffset="78946">9375 13429 25362,'35'-13'5,"-8"11"131,-22 47-136,-3-11 11,-6 12 11,-10 6-27,4-16 60,-6 7 34,13-36 96,3-3-45,9-13 67,19-20-95,-3 2-1596,6-4 0,0 0 1596,0 2-17,-2 2 1,1 1 27,5-1-62,7 1-55,-15 13-17,3 11-12,-15 15 18,3 3-68,-7 41 51,-7-27 3374,2 26-3464,2-22-72,8-2-220,27 6 102,7-17 176,-15-13 0,2-5-101,-3-6 1,0-3 229,-1-3 0,0-2 8,-2-2 0,-1-2 68,20-17-12,-17 7 213,-7-8-146,-18 17 191,-4-12-202,-16 18-72,-13-2 345,-11 12-373,-3 9-34,1 15 33,13 6-33,9 2 0,9 2-12,6-8 1,7 5 5,1-11 23,13-3-1,12-10 46,1-7 61,10-9 117,-13-9-72,-8 2 353,3-7-186,-14 12-223,1-2 6,-9 11-85,-3 13-16,0 17 5,-11 25-11,1-16 0,-4 3-924,-7 8 0,-4 1 913,5-12 0,-1 0 0,-1 0-36,-2 3 0,0-1 1,-1 1-87,0-1 1,0 0-1,0 0-242,0-3 0,1 0 0,0-1-2695,-11 12 1,0-4 3069,7-9 0,1-4 0,-6 4 0,15-20 0</inkml:trace>
  <inkml:trace contextRef="#ctx0" brushRef="#br0" timeOffset="81638">12104 8513 16801,'23'-16'1179,"5"6"1,7 1-1024,12 1 1,9 2 0,2-1-1443,-8 0 0,3 0 0,1-1 0,2 1 1323,-6 0 0,2 0 0,1 0 0,1 0 0,1 0-252,5 0 1,2-1 0,0 0 0,2 0 0,0 1 228,-5 0 0,0 0 0,1 1 0,0-1 0,1 1 0,1-1-81,-5 2 0,0-1 1,0 0-1,2 1 1,-1-1-1,1 1 1,0 0 56,-4 0 1,-1 0 0,2 1 0,-1-1 0,1 1 0,0 0 0,0 0 0,0-1-158,1 2 1,0-1 0,1 0 0,-1 0 0,1 1 0,0-1 0,-1 1 0,0 0 105,0 0 1,0 0 0,-1 0 0,1 0 0,-1 1 0,0-1-1,0 1 1,-1-1-1,5 1 1,-1 0 0,0 0 0,0-1-1,-1 1 1,-1 1 0,0-1 36,3 0 1,0 0 0,-1 0-1,-2 0 1,0 0 0,-1 1 33,3-2 1,0 1-1,-2 0 1,-2 0-1,-1 0-17,4 0 0,-2-1 0,-1 1 0,-2-1 151,6 0 1,-1 0-1,-4 1-204,-9 0 1,-2 1-1,-2 0 497,7-1 1,-3 1-1082,17 3 1729,-29 0-1472,-24 1 2982,-29 0-2556,-25 0-25,10-2 0,-4 1 658,-8 0 0,-4 0-771,1 0 0,-3 1 1,2-1-379,-6 0 0,-1 1 372,0 0 1,-6 0-1,3 0-523,13-2 1,1 1-1,-2 0 646,1-1 0,-2 1 1,-1 0-1,0-1-544,-4 0 0,-1 1 1,-1-1-1,0 0 561,-4 1 0,-2-1 0,0 1 0,0 0 2,8-1 0,-2 1 0,1-1 0,1 1 0,1 0-4,-4 0 1,3 0 0,-1 0-1,-5 0 36,11 0 1,-4 1 0,-3 0-1,-2-1 1,2 1 0,0 0-1,4 0-324,-8 1 1,4-1 0,1 0 0,-2 1 0,-4 0 278,4-1 0,-3 1 0,-2 0 0,-2 0 0,1 0 0,2 0 0,2 0-123,0 0 1,2 0-1,1 0 1,1 0-1,-1 0 1,0 0 114,-4 0 1,-1 0 0,-1 1 0,2-1 0,2 0 0,3 0-10,-4 0 0,4-1 0,2 1 0,-2 0 7,-7 0 0,-2 1 0,3-1 0,9-1 173,-2 1 1,5-1-160,-6 1 0,2 0 708,13 0 0,3-1-669,-9 3 2024,10 1-2125,26-2 2980,14 3-2655,34-1-165,0-4 0,8-2-174,-5 0 0,5-1 0,5 0 1,6-2 94,-6 0 1,5 0-1,4-2 1,3 0 0,2 0-1,1 0 1,0 0-1,-3 0-356,-4 1 0,-1 0 1,1 0-1,-1 0 1,2 0-1,0-1 1,1 1-1,2 0 1,1-1 304,-4 0 1,2 0 0,2 0-1,1 0 1,1 0 0,0-1 0,1 1-1,-1-1 1,-1 1 0,-1 0 0,-2 0-1,-2 0-215,6 0 0,-2-1 0,-1 1 0,-1 0 0,-1 0 1,-2 0-1,1 1 0,-2-1 0,-1 0 212,8 0 1,-1 0 0,-2 0-1,0 0 1,-2 0 0,-2 0-1,-3 0-261,5 0 0,-3-1 0,-1 1 0,-4-1 0,-2 1 253,8-1 0,-4 0 0,4-1-80,-8 1 0,4-1 0,1 0 1,0 0-1,-3 0 83,-1 0 1,-1 0 0,-1 0 0,2 0 89,1-1 1,2 1-1,1-2 1,-1 2-1,-6-1-95,8-1 1,-6 1-1,-2 0 511,8-1 1,-7 0-674,10-2 1727,-46 6-1727,-37 5 0,-19 3-3,-8 0 0,-8 1 217,14-2 0,-4 1 0,-2 0 1,3 0-42,-7 0 1,1-1-1,-4 1-161,10-1 0,-3 0 0,-2-1 0,0 1 0,1-1 191,2 1 1,1-1 0,0 0-1,-1 1 1,-3-1-237,-1 1 1,-1 0 0,-3 0 0,0 1-1,0-1 1,-1 0 226,-1 1 1,-2 0 0,1 0 0,-1 0 0,0 1 0,0 0-166,8-1 0,1 0 0,-1 1 0,0 0 1,0 0-1,0 0 0,0 0 182,-8 1 1,-1 0 0,1 1 0,0-1-1,0 1 1,1 0-47,2-1 0,1 1 1,-1-1-1,1 1 0,1 0 1,1 0 43,-7 1 0,1 0 0,1 0 1,1 0-1,2 0 64,6-2 1,1 1 0,2 0 0,0 0 0,0 0-87,-7 1 1,0 0-1,3 0 1,4 0 5,-15 2 0,7-1 56,0 0 0,11-2 1312,25-3-1292,24-7 128,49-10-76,-6 2 0,12-1 0,4 0-84,-9 3 0,5 0 0,3 0 1,-1 0-1,-1 0-48,-4 0 0,-1 1 0,-1-1 0,2 1 1,0 0-6,-2 1 1,0 1-1,2-1 1,-1 1 0,1 0-1,-2 0-1,8 0 1,-1 0-1,0 1 1,0-1 0,2 1-7,-8 0 0,0 0 0,1 0 0,1 0 0,3 0 0,2 0-15,-7 0 0,4 0 0,1-1 1,2 1-1,1-1 0,0 0 1,-1 1-1,-1-1 0,-2 1-145,8-1 1,0 0 0,-2 1 0,-1-1 0,0 1 0,0-1-1,-1 0 87,-1 1 1,-1-1 0,0 1-1,0-1 1,-1 1 0,-1-1 0,-1 1-598,2 0 1,0 0 0,0 0-1,-3 0 1,-2 0 0,-3 1 671,2-1 0,-4 1 0,-2-1 0,-1 1 0,11 0 0,-1-1 0,-6 1 0,-10 0 0,0 1 0</inkml:trace>
  <inkml:trace contextRef="#ctx0" brushRef="#br0" timeOffset="96596">12473 9439 9912,'-2'-5'3573,"0"1"-2161,2 4 1831,5-75-2475,0 43-1914,3-26 0,4-1 2115,5 14-224,7-13 412,-10 29-777,-5 11-329,-6 13-51,-1 10 89,-2 15-33,-3 18-22,-2 3-1,-4-2 1,-3 3 1430,3-10 0,-1-1-1459,-2 7 1,0 0 2,1-4 1,2 0 13,-1 22-22,2-5 6,5-11 39,3-27 772,0-9-778,3-21 51,7-23-62,4-16-17,-5 19 0,2 0 8,0 2 1,2 2-6,1-1 0,2 1-6,2 1 1,1 1 7,3 4 1,0 1-17,14-10 17,18 6-11,-27 21 11,31 4-6,-25 18-11,10 12 5,-12 11-10,-11-3-6,-4 16 5,-10 5 17,-2 1-16,-6 4 5,-1-22 0,0-13 84,1-9 78,1-12 398,1-3-465,2-20-44,0-6-40,1-8 113,6-19-40,0 14-23,6-16-5,1 17-33,0 10-12,2 11-3420,0 9 3398,-2 5 5,8 9 12,9 10 16,-6 0-16,14 13-45,-8 2-23,2 2-83,4 6-125,-6-10-139,4-4-139,5-7-304,15-8 645,-17-8-22,18-11 167,-23-7 73,5-9 51,-7-3-29,-12 5 79,-5-4 3560,-9 1-3442,-3 0-23,-10 1-84,-5 9-44,-7 4-34,-3 5-29,-6 6 24,-3 9-24,-2 9-4,-1 9 10,8-3 12,-6 21-18,16-14-21,-1 11-6,19-14 11,9-8 39,12-10-11,-3-4-11,25-19 5,-10-3 68,16-18 44,-14-1 28,-10-3 29,-11 0-1,-10 4-5,-4 4 12,-5 8-7,0 8-95,-2 6-128,2 6-7,0 3 40,1 10 62,0 5-56,0 12-1,3 3-27,4 1-85,4 0-72,3-2-129,1-4-135,-2-4 74,3-6 139,3-8 157,0-7-56,20-19 113,-7-4 38,13-15 51,-12 2 22,-6 1 39,-7 6 74,-6 8 49,-5 8-100,-4 7-157,-3 4 0,-1 4 11,0 2 23,0 16-34,0 3-6,0 14 6,1-2 6,2-2 5,0-9 0,2-1-3319,-1-13 3381,-1 0 67,1-11-84,2-10-34,5-7 34,6-10 23,4-5 0,5-1 3386,2 3-3465,1 6-17,-2 8 17,-3 10-34,-2 7 1,-3 10-30,-1 8-37,0 7-68,1 1-112,6 1-180,7-5-144,11-5 4,7-9 175,7-10 246,0-8 162,-2-8 67,-6-6 73,-8-3 96,-10 0 66,-10 1 35,-9 2 4,-7 3-49,-12 3-107,-8 5-67,-13 6 11,-11 13 0,-8 11-62,-4 12-22,6 7-34,12 0-10,15-1 4,16-6 7,15-7 10,24-9 7,-6-11 21,27-12 29,-18-9 67,8-9 106,-10-3 101,-13 0-5,-11 2-68,-9 4-33,-7 6-40,-3 6-78,-3 4-78,2 6-29,1 5-5,-2 7-28,1 11 6,-2 9-40,4 8-111,2 5-197,9 2-398,6 1-973,13-2-2074,16-6 891,-13-23 1,2-4 510,5-2 1,3-6 2142,10-9 1,0-4 751,-15 4 0,-1-2 226,3-5 1,-2-3 1212,-6-3 1,-4-1-577,1-2-77,-3-3 1,-5-2-345,-11 2-549,-3-5 292,-9 4-152,-4 10-46,-9-1-318,-6 9 3320,-9 9-3393,-8 13 17,-6 12-28,-2 11-482,5 6 426,12 1-34,16 1 6,14-18 40,16-2-6,12-19 33,13-4 85,18-20 50,-8-5-29,-4-5 264,-13-3 6,-16 10-112,0 0 376,-7 8-651,-5 8 1,-3 16-1,-2 2 6,-8 24-6,-4 8-20,3-12 1,-2 1-266,-1 6 1,-2 2 236,-5 14 1,0 1-343,6-17 0,0 1 326,-7 19 0,0-1-56,6-19 0,-1 1-164,0-2 0,-2 3 1,1-2 28,-4 4 1,0-2 181,-1 0 1,2-7 55,0-7-22,13-24 11,5-21-28,11-18 1,1-3 12,7 5 0,6-7 0,0 3-569,6-4 1,1 0 573,-4 4 1,2-3 0,0 2 1,1 5 1,2 1 0,-2 2 2,10-8 0,1 0-6,-7 9 0,1-1 0,1 0-161,4-1 1,2 0-1,-2 2 158,9-7 1,-2 3 2,-3 4 0,-2 1 11,-9 7 0,-3 1 11,4-4 40,-1-1 151,-13 10-34,-10 7 1417,-5 5-1490,-3 3 1242,0 1-1382,-2 6 56,-2 7-38,-4 14 4,1 0 18,-4 17-28,4-4-118,1 23-208,8-11-391,11 2 117,2-24-1540,12-5-3652,-1-14 5814,3-2 0,-12-6 0,-7-3 0</inkml:trace>
  <inkml:trace contextRef="#ctx0" brushRef="#br0" timeOffset="96789">16127 8972 20056,'0'-7'3663,"0"2"-3327,0 5-258,0 0-162,-25-47-6,16 45 6,-17-35-554,23 69-3602,12 17-5591,1 4 8974,5-5 0,-7-23 1,-6-18-1</inkml:trace>
  <inkml:trace contextRef="#ctx0" brushRef="#br0" timeOffset="97538">16338 9146 25405,'-9'36'61,"3"0"-58,0-4 0,0 2-3,2 11-20,2-8 1,1-2-4,0-5-11,1 22 17,2-43 68,9-4 0,6-14-6,10-12 11,5-13-6,5-10-33,3-5-171,-19 24 1,2 0 158,21-18-38,-1 10-23,-7 13 5,-9 11 23,-6 16-39,-5 8 27,-5 3-117,6 19 257,-4-9-536,10 12-354,2-10 247,-3-9-746,16-2 281,-2-10 616,13-2 403,13-16 124,-10-3 83,4-11-56,-24 6 275,-1-7 118,-12 1 437,8-15-298,-8 7-39,-2-3-212,-10 17-348,-4 7-17,-13 9-61,-9 10-11,-15 12-6,1 2-6,6 2 0,2 1-10,-4 13 4,-3 15-4,22-17 32,22-8-16,15-12 12,17-8 10,-3-10 25,-8-6 1,-1-3 187,9-11 236,12-10 117,-25 6-44,-11 5-158,-10 7-263,-5 7-44,-2 5-74,-5 14 23,-4 15-17,-5 24 9,4-19 0,-1 3-386,-1 4 0,-1 1 357,-2 2 1,-1-1 11,3-9 0,-2 1-26,-7 17 1,-1 1-65,7-14 0,1 0-210,-7 15 1,0 0-35,10-20 1,-2-2 330,-14 11 0,1-5 0,9-12 0,-22 16 0</inkml:trace>
  <inkml:trace contextRef="#ctx0" brushRef="#br0" timeOffset="98356">15053 10091 18913,'9'14'2223,"-2"-1"-1456,-8-5-144,-5 0-237,-7 1-111,-9 0-35,-8-2 74,-3-3 39,2-6-45,4-5-62,7-9-95,6-11-72,6-13-40,11-16-31,6 22 1,4-1-311,7-4 1,4 0 290,9 0 0,3 2-113,6 2 1,2 2-1507,3 4 0,0 4 1255,-5 5 1,-4 3 0,11-2 0,-24 12 0</inkml:trace>
  <inkml:trace contextRef="#ctx0" brushRef="#br0" timeOffset="100396">12293 11237 21231,'2'-41'609,"0"1"0,0 3 0,0 10-553,-2 22-84,0 5 45,0 10 27,0 9 7,0 16-18,-5 15-16,0-4-12,-6-6 1,-2 1-237,-9 16 234,6-17 0,-1 0 3,-7 14 61,4-14 179,5-18 79,4-13 73,1-25-298,5 0 68,0-26-5,6 1-18,5-16-89,0 26 0,1-2-14,3-1 0,3 0-17,1-1 1,3 2-181,3 1 0,1 2 163,2 4 0,0 2-2,26-14-17,-2 16-23,-4 11 251,-4 16-222,-3 12 5,-2 17-6,-5 11-5,-6 10 11,-9 4 6,-7-1-12,-5-7 0,-4-10-16,0-13 33,-1-13 448,2-8-387,4-13-44,6-9-11,7-15 6,10-12 10,5-8-22,5-2 12,-1 5-23,-2 10-11,-3 14 11,-7 12-28,-3 11 16,-1 10 1,0 10 6,-5 3-1703,-3 7 1,-2 2 1690,-2 0 14,0 1 1,0 0-9,-1-2-1,3 2 12,1-9-16,0-11 32,1-7 3399,3-14-3421,4-7 34,3-14 11,1-7 7,-3-6-7,-3 0-5,-2 5-6,-4 11-163,-4 13 84,-2 16 68,-2 6-6,4 22 0,-1 7-22,1 15 11,-2 4 0,2-7-5,6-8 10,10-13-5,9-13 28,6-14 12,7-15-4,-18-4 1,0-3 19,9-12 8,-13 5 1,-3-2 108,0-12 29,0-12 39,-5-4-118,-7 14-84,-2 7 6,-5 16-23,1 11-117,-1 2-443,0 4-1478,0 4 2016,1 8 0,-1-6 0,2 6 0</inkml:trace>
  <inkml:trace contextRef="#ctx0" brushRef="#br0" timeOffset="101213">13684 11537 10696,'-2'3'8184,"0"-2"-1917,2-1-6172,3-4-78,1 1 33,10-10-39,-5 6 45,24-19-10,-11 4 12,6-11 1,0-4-36,1-7-1691,-2-3 0,-2-1 1690,-2-5 6,-4 5 0,0-6-443,-2-4 0,-1-2 448,0 1 1,-2 0-9,-1 2 0,-3 4 36,-5 12 1,-2 5 118,-2-2 16,-3 4-146,-2 20-72,-6 20 27,-4 19 1,-1 7-1,4-2 1,0 3-23,2 1 0,1 4 558,-1 3 1,1 6-1,0-1-549,2-3 1,1 1 0,0 0-27,-1 9 0,1 2 1,1-2-85,1-8 1,2-2-1,0-1-484,2 17 0,4 0-2584,4-15 1,4-1 0,0-3 387,-1-4 1,3-3 2797,9 8 0,1-9 0,-12-21 0,0-2 0</inkml:trace>
  <inkml:trace contextRef="#ctx0" brushRef="#br0" timeOffset="101648">13916 11436 22442,'30'-28'5,"0"-1"1,-8 5 0,2 3-4,19 11 1,3 5 8,14-9-3,-17 4 1,0-2 22,-12 1 0,-2 0 30,21-14-21,-8-2 44,-10-1-40,-10 4 203,-1-23-124,-13 21 316,-2-15 1,-2-2 159,-4-4-451,0 14 1,0 0 417,-2-10-118,1 18 51,-1-4-365,1 14 34,0 4-84,1 9-50,-1 1-34,0 5 0,1 2 11,1 17 34,4 24-45,1 11-296,-2-16 1,0 1 281,-1-2 0,-1 0-11,0-7 0,-1 1-180,-1 20 1,-1-2-98,0 4-320,-1-7 0,0 1-4294,2-11 1,1-4 4100,0 20 1,2-5 0,-1-42 0</inkml:trace>
  <inkml:trace contextRef="#ctx0" brushRef="#br0" timeOffset="101999">14445 11435 17479,'-3'-5'5058,"1"1"-3468,2 4-1578,14-62-63,21 40-286,-8-13 1,4 0 241,6 25 0,2 6 5,1-4 1,-2 1 27,21-6 6,-21 4 0,-2 0 39,-4-2 213,20-9-11,-39 12 134,1-2-123,-12 6 639,-2 0-162,0 1 251,0-1-644,-1 2-162,-1 2-90,0 4-17,-3 9 11,-4 13-16,-3 14-23,0 8-67,3 6-201,4 0-933,3 0-2064,3-4 3282,3-6 0,-2-20 0,2-8 0</inkml:trace>
  <inkml:trace contextRef="#ctx0" brushRef="#br0" timeOffset="102183">15072 10917 21500,'-1'-7'1933,"-1"1"-1989,2 6-1490,0 0 409,13-17-8694,6 50 8864,4-22 0,-6 31 1,-10-23-1</inkml:trace>
  <inkml:trace contextRef="#ctx0" brushRef="#br0" timeOffset="102675">15270 11505 25214,'-11'46'208,"-4"15"-180,3-17 0,-1 4-1060,-3 3 1,-1 2 1033,-2 1 1,-1 1-17,-1-1 0,-1-1-22,2-3 0,1-2 168,2-7 1,2-3-173,-5 17 472,10-25-382,8-19-10,6-19-1,3-16 1059,2-4-1067,0-20 0,1-7-12,-4 11 1,1-1-552,2-16 1,1-3 579,-2 0 0,0 3-12,-1 9 0,0 1 9,3-11 0,1 0-6,2 4 0,1 3-374,3 4 1,3 2 362,5 3 0,3 4-20,5 2 0,3 5 3,3 3 1,4 5-7,-1 5 1,3 5 5,5 6 0,1 5-5,-10 5 0,-2 6-196,7 9 1,-5 9 181,-18 0 0,-4 5 5,-2 8 0,-7 2 8,-14-2 1,-7-1-9,-7 1 1,-6-2-298,-11 0 1,-5-3 240,-9 0 0,-1-3 3,8-6 0,-3-2-254,3-5 0,-2-1 0,2-3-844,5-3 1,1-3 1153,-11 0 0,4-2 0,10-5 0,18-5 0</inkml:trace>
  <inkml:trace contextRef="#ctx0" brushRef="#br0" timeOffset="103445">15837 11475 18296,'0'3'4286,"0"-1"-1688,0-2-2289,45-35-4376,-14-3 4114,-1 10 1,0-4 19,-7-7 1,-4-2-53,-3 0 0,-1-3 15,3-14 1,-1-2-190,-6 18 1,-1-1-1,-1 0 204,-1-4 0,-1 0 0,-1 2 22,1-7 0,-2 4-20,-2 6 1,-2 4 171,-5 1-107,-2 26 2606,-1 2-2701,-3 17 1228,-9 23-1245,4 0-3,2 2 0,2 4-14,4-4 1,1 3-1,2 5 0,0 5 0,1-3-6,0 4 1,1 1 1,2 6 1,3 4 0,0-6-3,-1-17 1,1-2-29,5 26 1,3-3-94,11-2 32,-2-23 0,3-3 39,8 2-139,27-14 161,-32-21-5,23-16 51,-26 3 16,0-7 0,-1-4 17,6-16 31,-7 8 0,-2-1 120,-1-8 78,-4 5 789,-17 29-1023,-10 12 16,1 5-16,-6 12-18,9 1 6,1 7 1,5-5 4,11 7-10,12-8-6,2-2 22,17-7-16,-8-12 28,6-9 50,1-18-23,-15-7-33,-5-3 39,-13-4 17,-5 11 17,-6-6 11,-4 10 73,-14 7-95,-2 11-6,-10 9-40,10 7 12,-12 23-44,20-9-1,-13 30-34,18 9-16,7-28 0,4 1-314,7 13 0,4-2-431,7 6-739,16 2 1523,8-20 0,-23-17 0,9 3 0</inkml:trace>
  <inkml:trace contextRef="#ctx0" brushRef="#br0" timeOffset="105612">17418 11081 24592,'16'-23'297,"-3"37"-179,-13 49-74,2-21 1,1 0-12,2-4 1,2-2-9,1-2 1,2-1 13,11 22 0,-1-15 79,-3-15 207,-6-12 0,-2-13-196,2-14-40,6-14-27,7-13-6,6-9-288,-12 22 0,1-1 243,1 0 0,1 1 0,14-15-33,10 1-226,1 19 86,0 6-107,6 13-101,-15 15-112,0 9 163,-8 1-880,20 18 404,-6-13 285,-10-8 0,2-2 409,-4-7 0,0-2 123,28 0 388,-10-12-164,-13-8 195,-10-10-83,-8-4 23,-5-1 39,-6 0 503,-4 4-543,-6 4 85,-4 8-325,-12 9-73,0 8 123,-34 20-3480,3 13 3298,23-19 0,2 0 9,-19 27-22,32-20-7,3 3 12,15-7 51,11-9 10,12-7-16,9-12 3414,5-8-3397,0-11 44,-5-6 62,-8-4 0,-10 2 51,-11 6-29,-4 10-111,-7 10-51,-7 10-17,-10 12 0,-9 13-39,0 14 28,6 5 34,11 1-40,11-3 0,13-6 1,13-8 16,15-10-5,14-10-12,8-17-143,-30 0 0,0-5 149,-1-4 0,-2-3 3,-2-3 0,-2-4 13,-2-5 1,-3-2-387,0-7 1,-3-3 383,-1-8 0,-1-1-564,-4 9 1,0-3 552,1-2 1,1-5 0,-2 3 13,1-2 0,0 1 3,-2 4 1,1-3 0,-2 5-19,0-3 0,-3 6 132,1-20-16,-8 25 181,-3 19-304,-4 16 679,-4 15-674,-5 19 0,-4 24 189,9-19 1,1 4-196,0 8 1,2 2-768,-1 7 0,0 2 752,3-18 1,0 1-1,0-1-17,0 1 1,1 0 0,1-1-327,-2 18 0,3-3 269,6-9 0,4-3-9,3-9 1,6-5-1196,9-8 0,4-5 1266,13 2 442,21-21-398,-32-8 0,1-9 1,1-3-12,10-15 8,-7 0 0,-2-1 9,4-7 5,-16 13 1,-2 2 1139,-2 3-1078,-3 4 508,-21 23-564,-8 16 3369,-7 17-3380,8 11-17,12-14 11,17 9 34,11-21-11,27 1-12,-14-10 34,22-5 17,-22-14 50,7-6 6,-9-11-6,-9-7-28,-9-5-27,-8-3-7,-7-1-16,-3 3-6,-4 7-16,0 10-186,-1 10 46,2 7-264,1 6-213,4 10-285,4 7-510,8 11-2302,15 14 1668,-7-15-3594,16 12 1169,-9-22 3854,11 1 6017,7-8-601,-10-10-1798,-2-5-2004,-20-2 436,-7 3 68,-7 1-941,-13 5-119,0 3-402,-4 0 78,6 0 157,18-2-224,-3-3 100,26 1-50,2-12-33,6-3 5,-5-11-22,-14-6 11,-3-14-67,-9 10 56,-3-11-12,-9 20 23,-5-1 17,-10 6-73,2 9 6,-12 4 10,-1 18-32,4-2-12,-8 23-12,12 5 9,9-5 1,0 1-32,-1 27 28,11-26 1,2-2 11,7 7-12,18 2 6,24-14-11,-7-5-1,-7-14 1,3-4-9,-7-7 1,0-3-3,20-3 24,-17-3 1,-3-2 31,6-14-12,-10 1 1,1-5-1,-5 1 1,0-1-531,4-10 1,-3 0 537,-7 12 1,-2 1 61,2-2 1,-1 1 322,1-7-180,-4 7-184,-7 11-51,-8 14 0,0 5 0,-8 19 0,-2 12 0,-3 25 0,8-24 0,3 1 321,1 3 1,4 0-348,2 0 0,4 0-190,3-1 1,2-1-258,2-4 0,2 0-1863,10 22 1524,-16-8 0,-4-22 0,-14-6 0</inkml:trace>
  <inkml:trace contextRef="#ctx0" brushRef="#br0" timeOffset="106753">12406 12893 19322,'-6'-60'1221,"1"1"0,2 6 0,3 5-622,6-4-5503,3 17 5061,-3 18 1347,-3 10-1454,-3 10 978,5 30-1000,-2-9-12,1 6 1,0 3 0,4 14-17,0 0 3,2-13 0,4-1 8,14 6 3370,6 6-3337,-2-29 1,2-7 11,-2-7 6,24-4 111,-29-19 58,-4-7-3198,1-20 3074,-13 14 195,-10-27-128,-6 38-79,-3-11-95,3 30 11,0 12 0,0 11 3381,2 2-3392,1 14-17,9-4-22,16 16 34,0-16 5,7-10 0,3-3-233,2-7 239,2-3 0,3-3-12,20-13 11,-23 2 1,0-4 5,1-8 1,-3-3 10,13-19 6,-13-11-3270,-25-10 3281,-10 26-11,-9-16 0,-3 31-73,3 4-140,1 15 279,6 7-340,4 19 3447,2-8-4081,17 25 388,-5-19-998,23 19-941,3-17-2485,-2-10 1,3-2 4340,-8-3 1,-1-3-1,0 0 1,-5-3-1,-2-2 1</inkml:trace>
  <inkml:trace contextRef="#ctx0" brushRef="#br0" timeOffset="107331">13892 12785 24525,'-53'-30'285,"0"-1"1,9 1 0,5 12-151,-3 42-85,18 0-33,-3 6 5,12 13-22,10-20-5,6 19-6,20-14-12,18-3 23,-3-6 11,17-18 1,-29-7 21,16-12 40,-13-5 123,5-16-11,-12 6 16,-8-3 46,-11 10-6,-5 8-85,0 5-83,-2 8-50,2 3-7,-6 16-10,4-2-12,-8 21-5,9-1-6,5 20 12,5-17 5,12 11-39,22-21 33,-6-6 12,27-6-6,-6-29 16,-1-4-2,-26 2 0,-1-2 48,4-18 72,-8-3 34,-9-5 17,-6-2-90,-5 10 163,-1-6 117,-4 13-179,1 5-101,-3 8-67,3 13-44,1 6 10,5 20 0,3 5-5,7 21-39,5 1-135,2 3 17,-5-10-401,-8-10 1,-3 1-177,-6 2-1513,-9 0 1,-5 0 2257,-19 4 0,3-6 0,8-14 0</inkml:trace>
  <inkml:trace contextRef="#ctx0" brushRef="#br0" timeOffset="108797">16285 13054 20162,'-3'-63'629,"1"1"0,-3 3 0,-6 8-388,-7 21 0,-6 6 11,-1 3 0,-2 3-406,-3 5 1,-3 5 360,-3 5 0,-1 7-67,-3 5 0,1 4-76,-1 7 1,2 3-43,9-3 1,1 4 16,-8 17 0,5 3-292,14-14 1,2 1 252,-5 13 0,4 0-17,12 17 323,12-20-289,35 0-12,3-26 9,-9-7 0,3-5-353,-2-9 1,0-5 352,3-5 0,0-4 25,-1-6 1,-1-3-7,-3-6 1,-2-2-15,-9 7 1,-2-3 55,1-21 1,-6-5-40,-9 15 1,-3-1-173,0 3 1,0-4-1,-2 2 181,-2-11 0,-2 2 41,0 4 1,0 2-14,0 13 1,0 1 1005,0-27-827,-1 37-240,1 0-29,-1 23 725,0 16-680,2 21 6,0 25-36,-2-21 0,0 6 0,0-1 62,-1 10 1,-1 1-63,1-5 0,0 2 1,0-3-2,0 4 0,1-3-17,3-4 1,4-2-15,0-7 1,4-2-40,19 19-52,7-23 92,5-17 5,5-20 22,4-14 29,0-13 5,-5-10 16,-10-5-4,-10-4 4,-9 3 7,-6 5 10,-5 11 853,-2 12-891,-2 11 28,0 5-62,-1 4 11,0 3 22,0 14-22,0 2-11,3 12 0,4-2 11,2-9 6,14 5 10,-1-17-4,11 1 10,-4-20 17,-2-8 6,-5-11 17,-8-5 10,-8-2 29,-11 0-6,-6 2 1,-8 5 4,-3 6-38,-1 8-23,-2 9-11,-2 13-5,-1 10-7,-2 13-27,3 8 11,5 8-11,9 4-28,7 3-101,14-2-325,11-3-880,17-6-2189,17-8-2099,-4-11 5633,11-8 0,-35-10 0,-1-1 0</inkml:trace>
  <inkml:trace contextRef="#ctx0" brushRef="#br0" timeOffset="109424">17413 12860 19387,'9'-59'1488,"1"0"0,-2 6 0,-5 8-670,-14 9-124,-9 15-380,-9 14-61,-1 17-113,1 20-45,3 26-53,14-15 0,2 3-451,-1 10 1,2 3 419,2-14 0,0 2 0,1-1-828,-1 5 1,1 1 0,-1-3 807,0 12 1,-2 0-102,1 0 0,-1 3 0,0-3-892,-2 2 0,0-1 360,0-3 0,-1 2 0,-1-2-213,0-15 0,0-2 0,-2-1-1926,-10 15 0,-4-3-1084,-3-6 0,-2-4 2792,1-7 1,0-6 3129,-21 5 1052,18-36 638,20-31-2112,12 5 1,4-7-688,5-10 1,5-7-1,1 2-522,-1 9 0,0 1 0,2-2-382,6-15 1,3-3 0,2 5-41,-2 16 0,1 3 0,2 2-46,13-14 0,4 4-126,2 4 0,1 4-121,2 5 1,1 3 145,0 4 1,1 1-97,-1 4 1,1 2 148,-2 1 0,0 0 14,-2 3 0,-1-1-50,-3 0 1,-1-1 220,4-4 0,-2-1 57,12-11 128,-20 7 0,-2-1 605,2-13 246,5-8 113,-12 5 1086,-12 8-1524,-15 5 739,-12 6-1057,-9 3 647,-4 5-721,0 5-403,12 6 495,3 3-473,9 8 12,-1 12 22,-2 19 6,-1 18-537,2-18 0,0 2 489,-1 6 0,-1 2-20,1 6 1,0 0 0,0-9 0,1 0 1,1 1 1,1 2-1,1-2-63,-1 1 0,2 0-77,0-5 1,0 3-1,1-1-1282,0 13 0,0-5 701,-1-16 0,-1-2-1625,-4 12 1,-5-3 2338,-7-13 0,-2-3 0,-3 13 0,-7-8 0</inkml:trace>
  <inkml:trace contextRef="#ctx0" brushRef="#br0" timeOffset="109749">17443 13870 14482,'23'-46'854,"0"1"1,0-1 0,2-2 0,-1 1 0,-1 5-847,-2 10 0,0 2-853,8-10 1,2 0 760,2 1 0,2 1 46,-5 7 1,3 1 0,-2 2 34,2-2 0,0 3 42,13-10 0,-1 4 157,5 1 137,-16 13 0,-2 0 356,14-7 568,-3 4-333,-17 5-470,-10 6 425,1-3 269,-5 0-817,-1 2 1078,-1-2-697,-5 7-114,-1 2-564,-3 3 28,-1 14-46,0-2-21,0 31-6,-1-17-68,3 27-1338,6 7-28,-1-16 1395,2-7 1,-1-5-1,-3-15 1,2 5-1</inkml:trace>
  <inkml:trace contextRef="#ctx0" brushRef="#br0" timeOffset="109947">18618 12704 23786,'-16'-31'-9831,"6"16"8617,13 39 0,1-6 1,-2-12-1</inkml:trace>
  <inkml:trace contextRef="#ctx0" brushRef="#br0" timeOffset="110187">19099 12821 24569,'-54'-6'388,"1"0"1,-6 6 0,3 7-322,21 7 0,2 5-747,-4 6 0,3 1 714,-3 13 628,9 14-634,19-9-31,5-11 0,4-1-8,4 10-255,7-11 0,5-3-2787,19-2 3053,11 6 0,-18-19 0,-11-8 0</inkml:trace>
  <inkml:trace contextRef="#ctx0" brushRef="#br0" timeOffset="111537">19097 12842 9800,'3'-5'8071,"-2"0"-4548,-1 5-3030,-11-23-78,-5 18 5,-15-10-28,-5 29-224,6 3 123,-10 13-109,17-9 0,0 2-73,-1 1 0,0 2 0,-4 4 1,2 1 114,-12 17-67,11-5-40,12-6-55,11-9 173,26 9-129,11-15-84,-4-7 1,4-2-136,1-5 0,2-2 85,3-2 0,2-2-461,0 0 1,0-3-237,-2-2 0,-2-2-2712,-3-1 1,-3-1 2658,16-10 1,-21 7-1,-13 3 1</inkml:trace>
  <inkml:trace contextRef="#ctx0" brushRef="#br0" timeOffset="111938">19497 12890 26194,'-25'16'432,"-12"26"-354,16 0-53,6-10 0,2-1-13,-1 10-7,10 9 12,13-21 11,11 7 6,13-21-29,10-8 18,-5-10 27,-7-6 0,0-4 40,10-12-12,-12 5 1,-2-2-6,3-8 89,4-24-95,-16 12-48,-6 12 1,-1-1 3,1-13-46,-5 10-72,-3 13-381,-2 11 6,-2 7-3115,0 17 706,0-2 2879,-1 28 0,1-26 0,-1 9 0</inkml:trace>
  <inkml:trace contextRef="#ctx0" brushRef="#br0" timeOffset="112506">19980 13305 21835,'28'-42'179,"1"1"0,-1 0 1,-2 2-1,0 0 0,-4 1-143,-2-13 1,-3 0-18,1-2 1,1-3 13,0-2 1,1-1 16,-2 3 1,0 3 66,-4 8 1,-1 3 1791,4-16-1702,-10 26 495,-6 18-702,-9 16 357,-6 13-352,-12 18-5,9-7 0,0 4-8,-2 8 1,-1 4 12,0 8 1,1 2-6,0 7 0,1 1 3,1 0 0,4 3-9,8-15 0,2 1 1,3-3-1,5 2 1,5-4-7,9 5 1,8-10-223,4-23 1,5-8 224,5-3 1,1-5 11,2-6 0,0-3 5,1-5 0,-2-3-8,-11 3 0,-1-4-401,10-16 1,-3-5 403,-12 5 0,-3-4-325,0 2 0,1-4 0,-3-1 329,-4 0 1,-1-1-1,-2-1-2,0-1 1,-1-1 0,-1-1 1,-1 1 1,-2 1-1,-1 0 10,1-15 0,-3 2 301,-1 11 0,-3 2-178,-6-18 393,-1 25-444,-3 19 742,4 10-803,-3 15 1200,-1 15-1245,-6 23 17,4-9 0,1 3-375,-1 9 0,0 3 367,0 7 0,1 3-22,4-18 0,1 0 0,1 0-529,0 1 1,0-1-1,2 0 248,2 16 1,3-1-292,0-7 0,3-4 148,-1-14 0,2-1-2498,6 0 1,1-4 2951,2-5 0,2 1 0,-12-20 0</inkml:trace>
  <inkml:trace contextRef="#ctx0" brushRef="#br0" timeOffset="112699">20554 12959 20240,'-6'-3'5238,"1"0"-4723,5 3-129,0 0-78,86-66-804,-57 53 1,2 0 530,10-11 1,5-5-1,-2 7-4,-5 13 0,-3 3-81,25-4-4589,-19 5 662,-21 6 3542,-17 3 1,-7 0 0,-4 0 0</inkml:trace>
  <inkml:trace contextRef="#ctx0" brushRef="#br0" timeOffset="136860">20233 8494 10097,'59'3'1047,"0"1"0,-4-4 1,8-1-1,2-1 0,-4 1-842,0-2 1,-3 0 0,4 0-1018,-3-1 0,4 1 1,0-1-1,-2 1 903,-8 0 0,-2-1 0,0 1 0,-1 0-450,10 0 0,0 0 1,5 0 426,-7 0 0,5-1 1,2 1-1,-2-1 0,-3 1-46,-4 1 1,-5-1-1,1 1 1,6-1 19,-1 0 0,7 0 0,2 0 0,0 0 0,-3 0 0,-5 1-235,1-1 1,-4 1 0,-2 0-1,2-1 203,-3 1 0,1 0 0,0-1 1,1 1-1,0 0 10,5-1 0,1 0 0,1 1 0,-4-1 1,-6 1-14,-1 0 1,-6 0-1,5-1-14,5 1 0,8-1 1,2 1-1,-2-1 0,-8 1-59,-1 0 1,-6 1 0,2-1-183,8 0 1,2 1 0,-1-1-1432,-4 2 1,-1-1 0,-6 1 1678,-6 0 0,-2 0 0,6 0 0,-5 0 0,-11 0 0</inkml:trace>
  <inkml:trace contextRef="#ctx0" brushRef="#br0" timeOffset="137417">25436 8603 6266,'-54'7'703,"0"-1"1,7 0 0,6-2 1962,-2 1-582,22-3 465,36-1-1833,4 0 248,43-1-620,-28 0 0,1 1-685,16 0 0,3 1 470,-12 0 0,1 0 1,0 0-449,10 0 0,3 1 410,-9 0 0,4-1 0,1 1 0,-5-1-979,6 0 1,4 0 947,-10-1 1,9 1-1,3 0 1,-1-1-1,-5 0-626,8 0 0,-4 0 1,5-1 596,-11 0 0,5 1 1,0-1-1,0 0 0,-5 1-14,11-1 0,-4 0 0,1 0 5,-5 0 0,1-1 1,1 1-1,0 1-29,-2-1 0,0 1 0,0-1 0,3 2-1389,-3-1 0,3 1 1,0 0-1,0 1 1,-4-1 1395,2 0 0,-2 0 0,-2 0 0,-4 1 0,6 0 0,-4 0 0,-14 0 0,-19-1 0</inkml:trace>
  <inkml:trace contextRef="#ctx0" brushRef="#br0" timeOffset="141249">22108 5837 13793,'0'-6'5803,"0"2"-3988,0 4-1608,-28-3 95,-5 36-176,2-10 1,-2 6-994,2 19 1,3 4 883,4-8 0,3 2-17,-2 10 0,6 4-995,14-17 1,4 1 0,1-2 915,-3 4 1,5 0-96,7-5 0,5 2 1,4-9-544,8-9 0,4-7-1650,12 5 1,3-3 1994,-2-6 1,-2-3 0,16 0 0,-25-8 0</inkml:trace>
  <inkml:trace contextRef="#ctx0" brushRef="#br0" timeOffset="141941">22950 5997 12993,'0'-9'6906,"0"3"-5467,0 6-582,0 0-750,-10-29-79,7 34 11,-9-1 28,9 52-34,-1-19 1,0 3-294,-1 1 1,0-1 267,-2 0 0,-1-2 9,-5 17-73,3-23 0,-1-3 79,-1 1 139,-3 4 180,9-23-124,3-14-162,1-13 550,2-14-545,-1-16-16,5-14-285,1 5 279,3 5 0,3 0-14,-2 13 1,0 1 10,5-15 1,0 1-1,-2 14 0,1 3-13,13-24-1,4 14-11,5 11-11,8 10-11,5 10-11,3 8 5,0 13-17,-3 11 23,-15 4-3,-14 4 0,-6 4-8,-6 21 22,-7-13 0,-5 2-179,-8-6 1,-4-2 178,-4 1 0,-3-2 3,-1-3 0,-1-3 16,2-2 1,0-4 611,-27 10-390,20-17-57,3-14-88,20-12-24,4-9-49,10-5 366,7-3-372,11 3 0,7 4-6,7 7-11,5 6 17,5 9-23,6 9-50,1 10 45,-12 1-22,0 19 21,-32-8 7,-15 18-6,-37-6-560,9-20 1,-4-2 514,-5 2 0,0-3-53,-1 0 0,-1-3-679,-6-2 1,3-3-2271,-10-5 2322,5-21 1,41 2 0,9-6-1</inkml:trace>
  <inkml:trace contextRef="#ctx0" brushRef="#br0" timeOffset="142591">23589 6068 20022,'-5'42'797,"1"-1"0,-1-2 1,6-10-238,18-19-179,5-5-141,8-8-83,6-9-6,4-11-11,2-11-11,-4-8 6,-5-6 27,-8 0 17,-9 4 40,-9 8 10,-9 7-55,-9 9-113,-2 8 41,-19 5-69,5 12-16,-15 8-6,4 14 1,3 11-7,4 8-22,8 6 17,10-8-14,8-10 0,5 0-8,9 8 27,5-7 1,4-3 5,10-2-17,-2-12 1,3-4-252,15-5 251,15-2 0,-4-12 12,-24-3 0,-3-3 5,8-8 11,9-19 29,-22 2-21,-10 8 1,-2-2 5,0-2 1,-2-1 30,-2-2 0,-1 0 25,-1 3 1,-1 1 126,0-20 10,-3 14-38,-3 16-85,0 10-117,0 7 0,0 5 257,1 9-235,7 9-16,7 17-4,2-4 1,2 1 2,8 17-3,-6-11 1,-2 2-31,-9-7 0,-4 0-138,-8 10 1,-6 1-118,-4-1 0,-7-3-992,-11 0 1,-5-5 38,0-8 1,-2-4 661,-1-3 1,1-4 0,-4 2 0,10-9 0</inkml:trace>
  <inkml:trace contextRef="#ctx0" brushRef="#br0" timeOffset="142995">24659 6303 23113,'31'-47'130,"1"0"0,0 0 0,6-5 1,-6 0-79,-14 10 0,-3-2 0,-2 2-1116,-2 0 0,-2 1 1100,3-9 1,-2-1 56,-4 7 0,-2 4 1260,-2-12-1006,-5 0-67,-3 20 462,-2 16-753,2 10 315,2 6-271,-9 33-44,4 7 0,0 5-1,0 4 1,1 2 416,-1 6 1,3-1-423,4-2 0,3-3-28,3-9 1,1-1-85,2 8 0,3-1-443,5-1 1,3-3-345,-2-12 1,1-3-4166,20 20 4588,-14-30 1,-9-10 0,-8-7 0</inkml:trace>
  <inkml:trace contextRef="#ctx0" brushRef="#br0" timeOffset="143153">24924 6155 16885,'-3'-3'5831,"1"0"-4117,2 3-1748,5-46-666,24 28-1456,-5-9 0,2 0 1305,5 18 1,0 6 0,13-5-1,-19 4 1</inkml:trace>
  <inkml:trace contextRef="#ctx0" brushRef="#br0" timeOffset="144012">26172 5886 17322,'1'-9'2722,"4"-32"1,2-6-1889,-4 16-509,4-16 0,-2 5 27,-4 28-262,-2 8-79,-1 6 73,-12 19-28,-5 8-11,-11 26-34,16-25 0,0 2-11,1 8 0,3 2 6,4-3 0,5 0 10,6 1 1,5-2 22,19 11 9,7-33 0,4-7-15,6-6-189,-4-8 0,-1-4 212,6-13 6,6-9-43,-9-2 77,-12 2 10,-12 6 1,-9 9-68,-6 10-22,-10 11 348,-7 9-370,-7 11 55,1 0-44,1 20-18,11-10 18,11 13 0,5-17-1,20 0-5,17-11 23,4-4-1,12-12 12,-18-17 22,-7-12 16,-12-9 1,-11-6-11,-8-3-12,-11-2-16,-3 2 5,-4 5 6,-1 8-23,4 12-55,2 6-91,3 10-49,1 5-214,4 12-448,8 11 158,1 0-3921,27 23 4598,2-11 0,-6-2 0,-8-14 0</inkml:trace>
  <inkml:trace contextRef="#ctx0" brushRef="#br0" timeOffset="144812">27296 6020 16902,'0'-4'5909,"1"0"-5410,-1 4 313,-10-67-235,-3 43-395,2-14 0,-4 4 36,-18 27-72,-9 11-96,8 8 1,0 5-34,-14 15-17,19-8 0,4 3-11,8 14-12,15-1 18,8-10-35,18 0 52,16-11-1,21-13 6,-6-11 44,-1-23-10,-28-8 21,-8-4-38,-10 7 123,-3-11-23,-6 21-27,-4-6-57,-5 18-28,-4 8-10,-2 10-12,0 7-6,1 12 6,6 6-28,3 5-34,12 1 1,7 2-18,12-4-38,9-4-18,9-12 46,4-9 61,1-16 22,-3-10 12,-6-11 5,-6-7-33,-5-5 33,-3 0 56,-5 5-22,-6 11 39,-8 8-84,-13 16 17,-11 11-12,-13 14-27,-5 12 11,5 6-6,12 3 6,14-5 27,19-6-10,12-9-23,14-12 23,6-8 5,1-16-5,-11-3 38,8-26 7,-21 2 27,6-19 57,-16 8 77,-4 6 46,-5 11-56,-1 10-130,-2 11-60,-1 6 4,0 14 12,0 14 12,-3 22-32,-1-16 0,0 3-517,-7 15 0,-1 1 514,4-14 1,-2 1-21,-5 7 0,-2 5 0,1-6 6,4-11 1,-1 0-26,-3 9 1,-3 5-1,0-3-92,-1 1 1,-1-1-99,-5 10 0,-2-1-6,1-6 0,-1-3 25,0-8 1,0-4-34,2-9 0,0-5-653,-23-3-1159,5-32-2604,4-29 4045,20 6 1,4-1 0,-5-7 0,8-4-1</inkml:trace>
  <inkml:trace contextRef="#ctx0" brushRef="#br0" timeOffset="145183">28154 5387 21304,'-1'-7'3619,"-1"1"-2499,2 6-784,0 0-263,-3-31 0,19 54 5,11-1-53,0 25 1,1 11-667,-6-16 1,-1 3-1,0 2 630,0 4 0,0 2 0,-3 1-17,-1 2 0,-3 1 0,-2 0-81,-3 1 1,-3 0 0,-4-1-262,-5-1 0,-4-1 0,-4-1-859,-5-1 1,-4-2 0,-2-3-3688,-6 6 1,-3-6 4804,-3-6 0,2-8 0,7-11 0,10-10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13:54:55.8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1457 2522 22212,'-1'-43'675,"-1"1"1,1 2 0,-1 12-323,0 24-476,0 8 145,1 13 34,0 18-33,1 18-12,0-3-11,-2 0 25,-2-8 0,-1-1-13,-3 15-10,2-13 1,-1-2 3,1-8 61,0-7 45,4-19 431,0-2-385,1-40-130,1 10-3,-1-18 0,2-5-680,2 15 1,1 0 656,-1-8 1,2-1 14,7-9 0,3 2-74,-4 18 1,1 0 61,2-6 1,1 0-1,3 7 1,1 4-17,8-1-11,15-3 5,-4 22 22,4 12 7,0 10-18,-3 13 0,-14 1 1294,-7 22-1288,-18-21 5,-11 5 1,-8 1-66,-25 6 65,17-16 1,-3 0 13,-5-4 1,-2-2 36,-1-2 0,0-3 17,-14 8 56,-2-3-56,47-18-56,3 0 245,4 0-201,20 6-21,9 3-24,11 3-16,3 0-6,-3 2 1,1 2-371,-11-4 0,1 0 336,19 8 1,1 0-123,-16-7 0,-2-1-270,1-1 1,-1-2-514,1-1 0,-1-2-646,0-2 1,-2-1-1166,18-3-5904,5-11 8660,-24-3 0,-4 2 0,-14 3 0</inkml:trace>
  <inkml:trace contextRef="#ctx0" brushRef="#br0" timeOffset="1149">2280 2643 22881,'-41'-20'97,"0"0"0,1 5 0,11 11 306,25 24-363,4 13 136,11-5-75,19 1-73,-6-11 126,19-4-48,-10-14-22,11-9-73,-9-3 362,13-22-222,-23 4 17,6-16 56,-20 6-28,-10 1-38,-9 2-29,-9 6-68,-11 9-38,2 10 27,-27 9-39,22 8-6,-5 6 1,1 3-6,4 5 0,-13 14 0,27-4 0,4 2-11,-1 15-28,6-7 0,3 0-68,12 3-207,10-14 1,4-2-96,7-1-134,23 10-1376,-4-24 1,3-5 501,-11-1 0,2-2 120,1-1 0,5-1 0,-3-2 468,5-5 1,-2-2 623,0-5 1,-3 0 265,-11 2 1,0-3 1820,17-15 0,-5-3 274,-8-3-1043,-5 1 0,-6 1-492,-18 6 954,-29-10-1139,-6 27-268,-13-5-33,3 20-12,3 9 0,0 4-73,-13 15 370,8-6 0,4 3-409,0 18-11,13-2 426,12-4-432,19-8 120,14-10-114,19-11 0,13-10 0,7-15 0,-12-2 22,-16-6 1,-3-3 27,7-17-138,-12 10 0,-2-4 150,-8 2 0,-4-2-122,-1-3 0,-1-2 133,-2-4 0,0-1 27,-2-1 1,0 0 53,0 2 1,-2 2-1509,0 1 1,-2 3 1487,2-8 113,-5 8-130,-1 29 74,0 1-235,-1 11 387,-3 13-321,-5 18 1,-3 21 3363,1-1-3409,5-14 1,1 1 16,1-6 1,2 2-12,0 18 1,1 0 2,2-19 0,3 0-112,12 18 0,6-7-368,3-18 432,5-5 1,3-5-29,12-18 68,11-11 33,-10-5 11,-15-6 1,-2-3 10,8-15-11,-12 10 1,0-2 24,-6 1 1,-2 1 154,7-18-40,-7 10-156,-11 19 11,-15 24 398,1 2-409,-13 19-12,9 1-5,0 1 0,9 20 5,13-15 6,4 6-17,31-8 12,0-21 2,-9-4 0,1-2-232,-2-8 0,-1-4 243,0-1 1,-1-3 14,24-18-7,-19 2 80,-3-16 66,-21-8-117,1 9 5,-11-4 34,-3 22 0,-3 2-17,-3 1 431,0 7-543,0 7-33,3 5-62,0 10-336,2 8-23,0 2-8429,29 25 8928,-9-20 0,11 9 0,-17-24 0</inkml:trace>
  <inkml:trace contextRef="#ctx0" brushRef="#br0" timeOffset="1366">4377 2524 18066,'4'-5'3820,"-1"1"-424,-3 4-3346,5-5 437,-10 15-464,-15 28-35,-1-1 116,5-10 1,-1 4-609,0 9 0,1-1-4212,-10 17 3674,9-16 0,0-1-2845,-3 0 3887,5-14 0,6-12 0,2-2 0</inkml:trace>
  <inkml:trace contextRef="#ctx0" brushRef="#br0" timeOffset="1517">4205 2814 18576,'6'-61'2280,"1"1"0,-2 12 0,-3 5-1395,-6-2-773,-1 31-95,0 15-6,3 8-34,9 35-21,1-14-1368,16 20 1,4 2-3967,4-7 5233,1 0 1,0-5 0,-14-23 0,0 1 0</inkml:trace>
  <inkml:trace contextRef="#ctx0" brushRef="#br0" timeOffset="2334">5121 2732 23114,'56'1'109,"0"0"0,-1 1 0,1-1 0,2 1 1,-3-1-1,2-3-93,-5-2 1,3-2 0,-2-2 0,-3 1-954,-2-3 1,-3 1 0,-2-1 961,11-2 0,-3-1 121,-5-4 0,-9 0 800,-17 2-806,-8-26 353,-23 20-445,-23-9 0,-7 0 8,10 13 0,-1 3-182,-19-11 1,-3 2 388,14 9 1,2 3-96,-9-2 1498,8 3-1616,31 9-33,5 0 22,22 14-16,12 6-18,-4-2 1,4 2-9,9 7 0,2 3-5,1 4 0,-1 2-390,-1 1 1,-4 2 290,-7 0 1,-6 2-334,-11-7 0,-5 0-1406,-5 2 1,-4 0 1845,-7 22 0,0-21 0,1-16 0</inkml:trace>
  <inkml:trace contextRef="#ctx0" brushRef="#br0" timeOffset="2767">7234 2692 22576,'9'-55'1112,"0"0"1,-1 1 0,-3 11-956,-7 28-56,-3 0-123,-1 21-48,-6 27 0,0 10-462,0 18-365,0-12 0,2 3-4019,10-5 1,4-3 4897,3 5 0,-2 0 0,-2-39 0</inkml:trace>
  <inkml:trace contextRef="#ctx0" brushRef="#br0" timeOffset="3141">7648 2169 19367,'-53'-11'967,"0"0"0,-1 7 0,6 8-726,-6 30-188,31-12 0,4 3-13,-2 22 21,19 15-38,8-31 55,6 0 0,4-1-5,3-9 190,10-5 1,1-3-113,-4-10 118,27-11 22,-29-14 123,3-22-50,-12-11-224,-7 2 11,-12 4-39,-3 20-77,-2 11-35,-3 6-113,-3 13 23,-1 9-268,-5 15-745,6 15-1846,9-7 0,3 1 2949,3 20 0,1-7 0,3-28 0</inkml:trace>
  <inkml:trace contextRef="#ctx0" brushRef="#br0" timeOffset="3783">7919 2485 17598,'8'-20'33,"-5"17"2541,-14 52-2563,0 6 12,2 2-18,1-3-10,4-8 10,1-12 1398,2-15-1156,3-11 649,2-11-756,8-13-391,25-34 324,-11 15 0,-2 4 0,-1 1-17,-5 9 16,14-14-55,-11 21-17,11-3-5,-14 16 10,3 12 3376,-9 9-3370,6 34-16,-6-9-1,-5-14 0,1 0 6,14 13 6,-4-17-6,22-3 0,-1-18 0,15-7 11,1-12 8,-24-4 1,-3-3-3,9-10 11,-16 3 0,-4-2 56,-4-15 17,-1-14 56,-9 1 173,-13-3-240,1 23 83,-8-1-16,6 24-73,1 3-73,4 5-33,4 6 16,1 3 6,1 3-5,20 49 27,1-9-290,-1-3 1,2 3 267,-3-12 0,0 0-6,0 0 1,-1 1-21,-3-2 1,-3 0-51,-5 3 1,-4-1-48,-4 10-415,-21 7-1971,-20-19 246,7-9 1459,-13-2 0,34-18 1,1-2-1</inkml:trace>
  <inkml:trace contextRef="#ctx0" brushRef="#br0" timeOffset="4033">9119 2159 20576,'1'-3'2930,"-1"0"-258,0 3-2583,-4 62-50,2-1-280,0-14 1,0 5 217,1-8 1,1 2 0,1-2-541,-2 6 0,2 1-666,0 3 0,1 5 1,0-6-604,1-6 1,0-4-2796,2 4 1,1-6 3870,3-13 0,-4-13 0,-2-7 0</inkml:trace>
  <inkml:trace contextRef="#ctx0" brushRef="#br0" timeOffset="5009">9053 2540 23360,'-40'-14'369,"1"-1"1,-14-9-347,62 26 19,26 2 0,7 1-31,6 2-8,4-1 1,10 1 0,-7-1-1211,-19-2 0,-1-1 1207,27 3 0,0-1 11,-27-3 0,-2-1 15,7-1 1,0 0-22,-7 0 1,-1-1 273,6-1 1,-4-1-240,-3-5 60,-1-2 24,-16-4 1235,-13-7-1308,-7 6 750,-22-8-633,-6 16 5,-21 0-105,12 10-12,10 7 0,1 3-39,1 4-6,4 2 0,2 1-11,6 2 0,-4 26 6,16-15 28,13 21-1,13-22 46,16-5-29,-5-17 112,18-20-117,-21 0 50,21-20 17,-19 4 45,3-9 39,-9 2 17,-9 4-90,-7 10 185,-8 2-274,-6 12-12,-11 8-16,-1 5 22,-19 31-17,19-15 0,-11 29-22,23-15 28,19 18 2,12-30 1,9-4-3,17-4 0,4-6-12,-9-2 1,0-7-221,0-9 1,2-6 0,-7-2 220,7-12 12,-14 1 1,2-6 0,-5 2-2,6-20-1067,-15 15 0,2-6 0,-3 4 1064,-7 5 0,0-2-1,4-20 0,2-10 1,-3 8-283,-5 15 1,-1-1 286,3-15 1,0-7 0,-3 12 14,-4 3 14,-3 9 1,-1 4-3,-4 16 423,-6-1-457,1 22 3114,-11 18-3086,-5 18-28,2 6 1,-2 4-199,6-13 0,1 3 187,-3 13 0,0 7 0,4-6 0,4-14 0,3 0 1,-1 9 1,0 5 0,3-6-2,7 16-3,11-7 0,12-3 11,9-17 1,9-8-119,1-4 1,5-2 0,1-7 112,-2-9 1,1-6 0,-1-6-450,6-7 0,0-7 0,-6-3 449,-1-4 0,-7-8 2,-8-6 1,-2-7 0,-5 1-1,-5-7 1,-4 1-6,-1 11 0,0-1 0,-2-1 15,-4 2 0,-1-1 0,-2 2 235,-1-9 0,-2 4-233,0 6 0,-2 2 44,-5-4 0,-4 8 18,-4 13 263,-6 0-323,8 23-8,-8 37 34,3 14-23,5-6 0,-1 10 1,1-1 111,3-12 0,2 0 0,0 5-355,0 1 0,1 7 1,0 2-1,1-2 0,1-4-2000,1 7 1,1-4-1,1 2 2221,0-6 0,1 3 0,0-4 0,0-8 0,3 19 0,-2-42 0</inkml:trace>
  <inkml:trace contextRef="#ctx0" brushRef="#br0" timeOffset="6242">800 3365 10880,'55'-2'5,"1"1"1,0-1-1,-1 1 1,-6-1 0,-2 0-1,1 1 1,3 1-56,0 2 0,4 2 0,1 1 0,-2 0 0,-3-1 83,11 0 1,-4-1 0,1 0 14,3 0 1,1-1 0,2 0 74,-12-1 0,1 0 0,2-1 0,4 1 62,-7-1 0,3 0 0,3 1 0,1-1 0,2 0 0,1 0-145,-5 0 1,2-1 0,1 1 0,1 0-1,1-1 1,1 1 0,-1-1 0,1 1 24,-6 0 0,0-1 1,1 1-1,0-1 0,1 1 1,-1 0-1,1-1 0,0 1 1,0-1-45,2 0 0,1 1 0,0-1 0,1 0 0,-1 0 0,0 0 0,0 0 0,0 0 0,-2 0 28,-3 0 1,-1 1 0,-1-1 0,1 0 0,-1 0-1,0 0 1,0 0 0,1 0 0,0 0-64,3 0 0,-1 0 1,1 0-1,1 0 0,-1 0 1,1 0-1,0 0 0,0 0 1,0-1 37,-4 1 1,0 0 0,0 0-1,1 0 1,-1 0 0,1 0-1,0 0 1,0 0 0,1 0-1,-1 0-28,3-1 1,0 1 0,0 0 0,1-1 0,0 1 0,0-1 0,-1 1 0,-1-1 0,-1 1-1,-1-1 18,5 1 0,-3-1 0,-1 1 0,-1 0 0,1-1 0,1 1 0,2-1 0,4 0 10,-8 0 0,2 0 1,3 0-1,1 0 0,2-1 1,0 1-1,1 0 0,-1-1 1,-1 1-1,-1-1 0,-3 1 1,-1 0-7,4-1 0,-1 0 0,-3 0 0,0 1 0,-1-1 0,-1 0 0,2 1 0,1-1 0,1 0-10,-4 0 1,0 1 0,2-1-1,0 0 1,0 1 0,1-1-1,-1 0 1,1 1 0,-1-1 0,0 0-1,-2 0 8,4 0 1,0 0 0,0 0 0,-1-1 0,0 1 0,0 0 0,-1-1-1,-1 1 1,-1 0 0,-1 0-1,4-1 0,-3 1 0,-1-1 0,-1 1 0,0-1 1,2 1-1,1-1 0,3 0-7,-5 1 1,2 0 0,2-1-1,1 0 1,2 1 0,-1-1 0,1 0-1,-1 1 1,-1-1 0,-2 1-1,-2-1-11,3 1 1,-1 0 0,-2-1 0,-1 1 0,0 0 0,-1 0-1,1 0 1,0 0 0,0 0-33,2 0 0,2-1 1,0 1-1,0 0 1,-1 0-1,-1 0 1,-2 1-1,-2-1 1,-5 1-3,11-1 1,-5 1 0,-3 0 0,-2 0 0,2 0 35,1 1 0,2 0 0,-2 0 0,-4 0 0,-9 0 0,2 0 0,-5 0 0,11 0 0,0 1 0</inkml:trace>
  <inkml:trace contextRef="#ctx0" brushRef="#br0" timeOffset="7324">3802 4853 17137,'0'-41'2708,"-1"-1"1,-1 8-2105,-1-14 1,-2 4-308,0 29 101,-4-5-303,6 16-145,1 2 33,2 6 56,4 13 6,8 24-34,-1-5 11,4 16 18,-5 8 4,-5-11-24,-1-15 0,-2-1 13,-6 8-5,1-15 420,-2-10-5,4-15-252,-1-11-96,2-15 11,-1-14-42,5 7 1,0 0-31,0-15-1,8-9 29,2 14-17,10-5-3443,10-1 3404,-3 13-12,7 17 6,-8 16-11,10 9 5,3 10-16,-1 14-29,-8-1-190,-8 5 1,-3 1-7,-1 1-165,-1 2 1,-1 1-1546,0 3-1599,5 8-792,2-11 4348,-3-14 0,-9-14 0,-6-7 0</inkml:trace>
  <inkml:trace contextRef="#ctx0" brushRef="#br0" timeOffset="7817">4593 4859 20117,'17'-43'1415,"0"0"0,-1 5 1,-4 7-700,-4 16-424,-4 9-276,-3 4-21,1 8 45,3 11 16,6 32-28,-1-9-12,-2-3 1,0 3-17,4 21-316,-5-21 0,1 2 313,0-1 1,1 1-176,4 11 0,1-1 178,-2-13 0,0-1-3,0-2 1,0-3 13,2-3 101,-11-24 28,-1-6-107,-5-11-5,-12-23 0,1 4-22,-1 2 0,-1-2 5,-9-22 11,6 8 1,1-1 52,5 14 0,1 0-73,-3-13 1,2 0 20,0-8 7,7 15 1,2 0-14,-2-10 390,11-9-357,7 27-16,22-7-29,-7 15 6,24 1-16,-11 17 10,22 8-5,-20 2-5,7 17-12,-30-1 11,-4 9 23,-20 3-6,-7-7-5,-12-6-1,-5-2-10,-18 7-18,12-8 1,-1-2-177,4-6 1,3-2-296,-6 1-1528,6-6 2022,32-5 0,-4 1 0,8-1 0</inkml:trace>
  <inkml:trace contextRef="#ctx0" brushRef="#br0" timeOffset="8433">5252 4640 23993,'25'35'140,"1"1"0,-5-6 0,-2 1-90,-4 9 1,-3-2-6,-1 1 145,-4 14 40,-10-41 145,1 1-190,-1-10 151,-5-11-252,3 2 11,-9-15-16,1-15-6,0-7-23,1-3 34,6-5 6,4 12-12,3-7-5,7 4-68,5 13 18,4 6-34,21 8-34,-14 11 42,7 2 0,2 4 9,9 11-20,-3 8 0,0 4 19,7 19 6,-21-18 1,-3 2-29,-5 24 17,-16-21 11,-7 11-33,-5-19 95,-3-10 190,-1-21-202,5-12 12,1-21 34,8-5-57,5 7 0,6 3 135,31-12-157,-3 18-166,-6 6 1,3 4 193,21 4-34,6 10-10,-12 9-35,-11 7 1,-1 4-6,0 6-213,2 10 0,-4 6-1787,-13 21 1371,-11-7 0,-5-1 1,-6 0-1,-12 0 0</inkml:trace>
  <inkml:trace contextRef="#ctx0" brushRef="#br0" timeOffset="10316">7743 4808 15989,'0'-4'6229,"0"0"-4118,0 4-1926,-2-47-219,1 35-100,-1-23 156,1 45-5,1 23-17,0-10-219,1 11 1,0 1-308,1 0-2037,2 7 0,1 0-3060,1-13 5623,6 18 0,-8-34 0,0-2 0</inkml:trace>
  <inkml:trace contextRef="#ctx0" brushRef="#br0" timeOffset="10675">7943 4519 21461,'-44'11'106,"-1"-1"1,6-3-1,10 4-44,27 31-23,6-19 107,10-3 118,2-10-96,1-1 156,10-7-38,1-9 593,20-20-576,-20 7 346,3-26-419,-37 21-73,-6-12-101,-6 15 0,-18 0-56,16 13-96,-25-2-464,24 14-3478,-5 12 4038,16 5 0,5-3 0,3-5 0</inkml:trace>
  <inkml:trace contextRef="#ctx0" brushRef="#br0" timeOffset="13507">9548 4807 15507,'-4'-46'971,"0"0"0,-1-3 0,-4 6-266,-5 18-201,-11-9-313,4 18 453,-38 5-488,26 11 54,-16 5 0,-1 5-92,4 4-2149,0 4 1,1 3 2103,0 4 66,11 0 1,-5 6-1,6-3-122,8-6 0,2 0 192,-7 9 1,-2 4 0,5-1-205,10-5 1,4 1-12,-1 6 1,3 1-39,8-3 1,6-2 60,19 24 5,24-14-14,-15-26 1,2-5 5,5-2 0,1-5 14,2-4 0,0-4 16,0-2 1,-1-5 36,5-8 1,-4-4-49,-12 7 1,-3-1 50,5-10 0,-4-3 95,-4-13-81,-11 7 0,-2 0-31,-1-14 51,-9 8 0,-2 2 10,-2 6 203,-9-23-158,5 37 2459,-8-9-2441,6 18 1110,-7 3-1239,1 19 478,0 4-484,-10 22-3112,3 4 3073,0 1-19,12-9 1,3 1 7,6 12 10,9-9 1,5-2 0,11 3-34,3-15 0,3-4-61,7-5-2745,23-6 1,4-4 2822,-27-5 0,-1-2 0,15 3 0,-4-2 0,-15-5 0</inkml:trace>
  <inkml:trace contextRef="#ctx0" brushRef="#br0" timeOffset="14641">9296 4807 10592,'1'-41'539,"0"1"1,1 2 0,-5 9 2115,-7 20-2465,-7 3 1420,-15 5-1464,-5 7 5,1 6 0,-2 4-33,-14 14 238,18-8 0,2 3-283,-3 15 3257,7 2-3308,12-9 34,6 16 90,31-1-40,-1-22 1,5-1-43,2-5 1,4-5 16,5-6 1,0-6 7,9-8 87,-14-6 1,-1-2 137,8-12 22,10-15-28,-23 2 293,-11-1-366,-8-1 45,-9 1 51,-1 5 10,-3 7-21,1 9-79,3 7-140,2 5-79,1 5 6,2 7-17,5 7 0,3 14 1,2 0 16,8 31-62,-3-12-787,2-6 1,3 0-1594,8 6 2414,-5-18 0,0-5 0,-6-9 0,1-3 0</inkml:trace>
  <inkml:trace contextRef="#ctx0" brushRef="#br0" timeOffset="16649">9741 4944 24273,'-9'-38'409,"0"13"-320,5 35-44,0 3 50,-1 10-27,3-1 27,9 11-28,8-9 95,23-1-111,-8-14 0,10-5 78,6-16-29,-10-3-4,14-14-7,-20-3-16,-11-4 17,-12-15-62,-7 15 16,-12-17 57,0 21-22,-6-4 38,2 11 29,2 8-57,4 10-77,5 3-46,3 4 34,1 9-11,3 3 5,6 12 45,9 0-16,11 3-34,12-3 11,11-4-12,-9-8 20,-10-7 1,0-3 8,7-5 28,16-11-28,-29 0 27,-4-12 1,-14 6-3403,-2-16 3380,-3 12 23,-2-10 11,-2 14 146,-2-7-146,0 12-12,-2 2-21,3 11-34,1 3 50,-1 6 3347,-2 9-3408,3 2 16,-1 24-22,7-7-5,4 19-63,8-9-228,14 5-73,-7-19-68,20 3 179,-18-25-616,34-2 560,-17-13 297,-10-2 1,-1-2 55,0-8 34,0-13 22,-21 7 285,-2-7-167,-4 0 22,-5 4 12,-5 4 72,-7 7-201,2 8 33,-6 3-84,9 4 17,-1 6-39,5 2-17,0 8 17,7 2-6,6 3 12,12-1 16,10-4-17,11-6 6,18-5-11,-18-7 22,11-7 28,-30-5 23,-1-5-12,-9-4-55,-8 4 50,-8-12-40,-11 4-22,0 0 12,-12 2-6,2 16-17,-18 1 5,12 8 1,-12 10-6,14 10 0,-2 10-11,6 7-1,10 5-10,10 3-28,13 1-51,12-3-90,15-4 29,-1-11-452,10-11 1,2-3 232,2-3-183,6-2 0,2-2 368,-24-8 0,0-2 120,17-4 1,-2-1 94,-15 2 1,-2-2 36,7-5 0,-3-3 123,-2-10 202,3-21-224,-19 13 190,-6-15 34,-15 21 84,-18-5-268,-10 16-113,-6 5 44,-11 18-55,9 9-45,-8 11-17,8 12-11,9 6-22,10 14 5,10-18 12,15 11 5,5-31-17,35 10 28,-1-19-14,-11-5 0,2-3 59,2-8 0,-2-4-44,12-5-83,-17-2 1,-3-3 98,-1-14 11,3-18-14,-16 13 0,-4-2 3,-1 2 0,-2 0-1025,-1 0 0,-1 0 1042,0-20 134,-2 19 0,-1 1 118,-3-14-69,2 18 0,-2 4-161,-2 7 52,1 22-114,1 7 2152,-2 19-2152,-4 32 12,2-8-498,-1 8 1,0 0 469,1-2 2,1-3 1,2 2-393,5 10 370,2-27 1,6-1-18,9-3 0,5-6-19,27 6 17,-4-26 0,2-7 66,4-7-16,-7-11 0,-4-6 6,-7-12 5,-10 11 0,-3-1-49,1-10 83,-2-1 5,-12 17 18,-1 1 845,-10 10-907,-7 11 442,-6 11-437,0 0-11,1 8-6,5 18 17,5-16-17,7 25-16,18-19 22,11-1 11,4-6-5,14-12 16,11-11-8,-20-8 0,-1-2 3,22-5 5,-31-1 1,-6-4 44,-9-16-50,-5 6 27,-9-21-4,-10 27-24,-6-8-10,3 19-12,-2 5-44,5 7-73,-3 11-241,5 6-723,4 14 1087,30 22 0,-18-27 0,19 12 0</inkml:trace>
  <inkml:trace contextRef="#ctx0" brushRef="#br0" timeOffset="16873">12994 4701 22324,'2'-3'3024,"-1"0"-1802,-1 3-1189,-38 0-38,7 18-15,-1-7 0,0 4-84,8 6 1,2 3-278,1 0 1,1 1-1394,0 4 1,2 0-8058,-12 22 8448,9-12 0,9-17 0,10-19 0</inkml:trace>
  <inkml:trace contextRef="#ctx0" brushRef="#br0" timeOffset="17049">12610 4869 19462,'-12'-58'1631,"-1"1"1,1-3 0,5 11-993,9 26 92,4-4-653,6 18 124,11 11-191,13 15-16,11 16-120,-20-8 1,0 1 115,-4-3 1,-1 1-12,-1-1 1,0 2-1163,13 14 0,0 1 1182,-9-8 0,-2-1 0,7 4 0,-3-2 0,-4 0 0</inkml:trace>
  <inkml:trace contextRef="#ctx0" brushRef="#br0" timeOffset="17574">13086 4895 23677,'29'-49'728,"1"0"1,-4 5-1,-6 12-672,-16 26 54,-2 10-93,1 4 78,12 53-90,-7-23-1380,3 12 1,-1 1 1380,-3 0-9,-1 4 0,-1 2 94,-2-18 0,-2 0-150,-1 15 1,-4 0-96,-2-16 0,-6-3-1863,-12 1 0,-4-5 852,-14 8-2190,5-20 0,0-5-5696,3-8 9051,-6-1 0,27-5 0,6 0 0</inkml:trace>
  <inkml:trace contextRef="#ctx0" brushRef="#br0" timeOffset="17941">13405 4476 21916,'-39'20'287,"0"1"1,2 0 0,15-2 429,27-8 112,10 3-514,-2-9 155,8-5-256,-12-4 206,6-12-121,-8 0-159,0-10-67,-5 9 73,-6-5-85,1 12-111,-4-3 5,3 10-33,-1 5-130,-2 9-537,2 10-61,0 0-8420,18 21 9226,0-17 0,0-1 0,-8-18 0</inkml:trace>
  <inkml:trace contextRef="#ctx0" brushRef="#br0" timeOffset="18390">13872 4630 24823,'-30'-32'43,"0"1"0,3 2 0,5 14 325,15 31-351,4 13 133,10 11-139,10 8-8,2-16 0,2 0-3,10 14-93,-6-15 0,1-2 54,7 5-118,1 8 17,-14-15-238,-21-3-916,-18-14-1540,-16-5 286,3-6-7283,-21-24 7239,18-4 3250,7-9 0,3-3 3005,2-18-2383,12 24 0,3-1 6455,12-23-6755,-1 36 762,5-16-1228,-6 32-222,2-1-203,-2 8 443,0 24-392,-3-7-22,-3 22-14,-9-10 0,-5 2-396,0-2 1,-2 1-135,-10 16 1,-3 1-216,0 0 0,1-3 0,-5 5 0,5-3 0</inkml:trace>
  <inkml:trace contextRef="#ctx0" brushRef="#br0" timeOffset="18975">14272 4667 13258,'22'-54'1505,"-1"-1"1,0 1 0,-2 4-1,-1 1 1,-3 5-876,-3 2 0,-4 3 64,-2 4 1,-1 3 836,-2-8-1486,-3 15 319,-11 39-297,3 4 14,-6 22 0,-2 6-47,-2 9-537,3-9 1,-2 5 519,5-10 0,0 1 0,-1 2-51,-3 6 1,0 1-1,-1 1-750,2-6 0,0 2 0,-1 0 1,2-3 385,-4 7 0,2-2 1,-1 0 397,1 2 0,1-1 0,2-8 0,-2 8 0,6-16 0,0-1 0</inkml:trace>
  <inkml:trace contextRef="#ctx0" brushRef="#br0" timeOffset="19299">14938 4265 20431,'4'-51'1396,"1"1"1,-1 9-1,-2 6-640,0 6-638,-3 22-101,-1 6 28,-3 21-17,-1 5-3,0 12 0,-2 9-5,-2 11 0,-2 3-753,2-4 1,-1 3 730,0-6 0,-2 3 0,-1-4-1498,-2 5 0,0-2 1404,0-1 1,0 2-700,3-7 0,2 3 0,2-3-4121,4 5 1,2-2 3155,-2 1 1,2-4 0,8 9 0,-3-50 0</inkml:trace>
  <inkml:trace contextRef="#ctx0" brushRef="#br0" timeOffset="19808">14687 4865 21730,'31'-46'104,"1"-1"1,4 1-1,4 11-59,-10 25 1,3 5-727,17-7 1,2 0 733,-8 1 0,0 1 36,6-1 1,-2 0 28,10-1 624,-2 0-518,-26 7 142,1 0-142,-16 5-62,-8 3 29,-8 4 1075,-15 15-1142,3-6 16,-11 13 0,-2 3-90,-2 10-185,5-8 1,2 1 145,5 5-16,8 4 21,10-21 67,28 23-33,-9-29 34,36 11-39,-26-24 33,3-5 1,0-4 95,8-9 56,11-12-107,-29 1 241,-10-35-257,-16 16-1295,-1-18 1216,-8 22 325,-5-2-280,-6 9-26,-6-2-58,1 18-12,-5 12-61,-1 11-941,-20 13-17,17 0 409,-1 11 633,26 4 0,5-19 0,4 8 0</inkml:trace>
  <inkml:trace contextRef="#ctx0" brushRef="#br0" timeOffset="20384">15904 4779 13407,'4'-4'8440,"0"1"-7823,-4 3 789,43-66-264,-33 38-974,13-10 0,-7 4 40,-23 20-79,-7 11-23,-6 5-39,0 3 1,-11 11-24,3 7 1,-13 22-45,11 2 6,5 0 5,14 0-11,9-20 39,24 29-22,6-28-6,-2-7 0,2-3 40,25-5-6,-13-7 128,8-13-106,-27 0 1,6-9 161,-17-19-150,-7 1-29,-6-22-28,-4 19 1,-10-9 10,1 6-5,-1 4-44,0 7-68,7 19 16,3 7-486,0 13 100,4-1-2441,2 26-6936,10 3 8450,-3-4 1,3-6-1,-7-22 1</inkml:trace>
  <inkml:trace contextRef="#ctx0" brushRef="#br0" timeOffset="20740">16172 5102 26536,'37'-30'145,"-1"1"1,1 0 0,11-11-1,-7-1-109,-19 3 1,-4 0-1475,5-21 1469,-7 8 0,-3-2-12,-3 11 1,-1 1-12,1-7 1,0-3 10,-2-8 1,-1 2-6,-5 21 0,0 1 11,2-13 0,-2 2 454,-2 3-384,-3 13 140,1 22-246,-6 7 33,-4 20 0,-8 21-14,6-8 1,-1 2 245,3-3 1,0 2-254,1 6 1,-1 5 0,2-2-751,1 4 1,3 2 738,0-3 1,0 3 0,2-4-5,3-1 0,3-1-576,5 14 0,4-3-272,3 0 862,11 3 0,1-4 0,-11-24 0,19 19 0</inkml:trace>
  <inkml:trace contextRef="#ctx0" brushRef="#br0" timeOffset="21292">16684 4913 5483,'3'-9'4514,"12"-31"0,4-7-3069,-3 9-661,2-4 0,5-10 0,-3 7-168,-4 12 1,-2 1-94,8-13 1,-1 1-98,0-7 1519,-6 0-1586,-12 31 282,0-2-636,-6 22 1034,-4 15-1022,-7 17-6,-5 20 850,1-2-847,5-3 0,1 3-39,4-11 0,2 0-1236,-3 18 1,2 0 1119,3-19 1,3-2-829,5 14 0,4-2-1856,6 9 1730,-4-24 0,2-1 456,15 8 1,-17-28-1,4 1 1</inkml:trace>
  <inkml:trace contextRef="#ctx0" brushRef="#br0" timeOffset="21774">17212 4824 18795,'-7'-41'1189,"0"0"1,-7 2-1,-3 11-1009,-5 24 88,-21 5-10,10 10 16,-10 10-10,-1 10-24,0 8-139,11-8 14,11-5 0,1-1-65,3 1-14,1 3 1,3 1-3,7 5 22,6 23-34,9-27 23,17 8-28,-5-23 11,17-4 0,7-3-14,-3-7 0,2-3-354,13 1 0,2-4 379,1-10 1,-4-3-24,-23 6 1,-3-3 25,8-7 0,-5-2-219,-6-2 303,-6 0 0,-1-1 137,-1-7-105,0-5 183,-13 10 264,-6 2-476,-1 8 179,-3-2 438,4 16-746,-2 2 239,1 3-233,-2 8-6,-1 9-17,-1 23 6,2-8 5,1 9-139,14 4-275,3-8-701,12 16-3852,4-14 4973,-7-15 0,-6-7 0,-10-13 0</inkml:trace>
  <inkml:trace contextRef="#ctx0" brushRef="#br0" timeOffset="22124">17769 4588 19787,'-3'-5'3456,"1"2"-2594,2 3-672,-61 8 107,51 6-162,-45 0 10,68 3 253,15-7-202,0-4 107,17-2-174,-19-7 251,2-10-279,-21 3 101,0-17-163,-9 13 6,-5-13-28,-2 15 16,-13-8-50,7 11-39,-6-1-50,8 13-644,1 17 66,5-1-1920,4 23 2604,12 0 0,-4-14 0,4 0 0</inkml:trace>
  <inkml:trace contextRef="#ctx0" brushRef="#br0" timeOffset="22483">18121 5017 26004,'16'-40'219,"1"1"1,-1 0 0,7-21 0,-7 3-159,-14 17 1,-5 2-836,2 6 0,1-2 807,-2-20 1,1 1-6,0-1 25,0-8 1,0 0-21,0 11 20,0 3 1,-2 5 500,0 23-436,-4 0 122,2 16-212,-8 21-28,4 0 0,-4 19 0,1 5 0,-2 8-1125,2 6 0,1 2 1125,3 5 3,4-19 1,1 6 0,1-6-10,1-7 1,1-1-5,1 6 1,2 4 0,2-2-303,8 5 0,4-3 15,7 6 1,2-2 77,-4-9 1,1-4-528,5-5 1,-1-7-604,-5-8 1349,20 1 0,-30-13 0,11-1 0</inkml:trace>
  <inkml:trace contextRef="#ctx0" brushRef="#br0" timeOffset="22748">17869 4851 12881,'-3'-3'8384,"2"0"-5650,1 3-1850,97-41-436,-40 27-795,-9-2 0,8-3 0,-8 4 476,9 7-29,-20 2 1,-2 0 422,4 0-338,12-3-174,-20 5 62,0-1-17,-22 3-84,-2 0 1107,-5 1-7643,-15 4 6564,1 2 0,-4-2 0,7 1 0</inkml:trace>
  <inkml:trace contextRef="#ctx0" brushRef="#br0" timeOffset="25333">8816 5621 11715,'32'-5'261,"0"1"1,3-1 0,0 1 242,27-2-208,-18 3 1,3-1 19,3 1 1,2-1 41,-6 1 1,4 0-1,-2 0-2908,15-1 1,-1 1 2625,-20 0 1,1 1-1,0 0 43,3-1 1,0 2 0,3-1-164,-1 0 0,2 0 0,1 1 0,-4-1 66,1 1 1,-2 0 0,3-1 73,4 1 0,5 0 0,1-1 0,-5 1-65,1 1 1,-2-1 0,-1 1-17,3 0 0,0 0 0,4-1-5,-6 1 0,4 0 0,3 0 0,-3 0 0,-6 0 3,1 1 0,-4-1 0,2 0-8,-1 0 1,3 1 0,1-1 0,0 1 20,3 1 1,3-1-1,-3 2 1,-4-2-8,10 2 1,2 0-197,-10-1 1,9 1-1,3 0 1,-2-1 0,-8 1 248,-3 0 1,-6 0 0,4-1-13,2 1 0,4 0 0,-1 0 1,-4 0 197,-5-1 1,-4 1 0,4-1-168,1 0 0,4 0 0,0 1 0,-4-1-20,1-1 0,-3 0 0,3 1-20,2-1 1,3 0 0,2 0 0,-3 0 11,9 0 1,-2-1 0,1 1-29,-14-1 0,1 0 0,0 0 0,0 0-13,2 0 0,0 0 1,0 0-1,-1 0-17,5 0 1,-3 0 0,1 0 5,-3 0 0,0 0 1,1 0 4,-2 1 1,3-1 0,-1 0 0,-4 0-6,14 0 0,5 1 19,-18-1 1,8 0 0,5 0 0,0 0 0,-4 0 0,-8 1-14,-1-1 0,-7 0 0,7 0 13,0 0 1,8 0 0,3-1 0,1 1 0,-4-1-1,-5 0 24,9 0 1,-6 0-1,4-1-32,2 0 1,4 0-1,2 0 1,-4 0-4,-8 0 1,-1 0-1,-1-1 1,0 1-2,1 0 0,0 0 1,1-1-1,-1 1 0,0 0 0,0-1 0,0 1 1,1 0-7,-1-1 1,0 1-1,0 0 1,-3 0-11,5 0 1,-2-1 0,1 1 28,9 0 1,0-1 0,1 1 1,0-1 1,-1 0 0,0 0 101,1 0 0,0 1 0,1-1-119,-11 0 1,2 0 0,-2 0 0,-4 1-4,-5-1 0,-4 2 0,3-2 17,17 0 0,2-1 0,-3 0-8,2 1 1,0-1-12,-5 0 0,4 0 0,-4-1 248,7 0 0,-4 0-251,-4 0 1,-2 0-121,-6 0 0,-3 1-510,-10 1 0,-3 1 1026,24 0 1,-36 2-1,-2 0 1</inkml:trace>
  <inkml:trace contextRef="#ctx0" brushRef="#br0" timeOffset="32986">19634 4764 8349,'-6'-7'8172,"0"1"-6066,6 6 605,0 0-2319,-6-51-286,7 38 79,3-35-78,10 58 0,9 11-29,2 13-16,1 10-40,-2 7-11,-5 4 17,-9 0-1171,-5-3 1176,-4-15 130,-10 11 145,2-28-45,-4 7 269,2-22-151,-3-13-197,-7-11 1134,-3-16-1201,7-11-78,10 3-44,11 7 2,12 9 0,4 3-14,5 0-234,13-2 0,2 3 123,-2 8-136,-1 4 1,0 2-202,-1 4-1145,-3 2 0,1 2 1610,17 9 0,-8-5 0,-16 6 0</inkml:trace>
  <inkml:trace contextRef="#ctx0" brushRef="#br0" timeOffset="33371">20247 4802 13911,'-5'0'5142,"2"0"-1507,3 0-3562,-10-14 39,16 12 17,0-10-62,14 14-17,3 0 141,16-1-118,-18-2 156,27-5-61,-28-3-67,4-3 134,-6-3 185,-9-4 123,-6-7-363,-9 4-96,-5 4-28,-3 11 123,-15 3-151,11 4 0,-27 11-16,21 7 4,-10 17-16,14-7-28,3 27 17,12-25-65,6 5 1,6 1-211,19 3-168,-2-10 1,3-2-90,21 3-471,-10-16 0,3-3 1014,-2-6 0,-1-2 0,15 4 0,-5-6 0</inkml:trace>
  <inkml:trace contextRef="#ctx0" brushRef="#br0" timeOffset="35991">21133 4653 20526,'-45'-24'235,"-1"0"0,1 4 0,8 13-190,13 36-62,-7 25 1,13-14-18,3 11-201,14 3-135,11-8 90,-1-13 0,4-2-509,25 13-102,12-12 101,8-11 258,2-11 342,-3-7 262,-5-5 824,-9-3-364,-17 0 533,-9 2-186,-14 2 1659,-2 1-2017,0 0-292,3-3-139,8-5-34,10-7-6,12-7-16,-2 4 19,-3 2 0,0 1-2,2-2 21,3-2 1,0-3 28,2-9-54,-11 8 1,-1-4-443,5-28 420,-17 23 0,-3-2-6,-1-5 1,-3-1-6,0-4 0,-2 0 8,-1-2 1,-1 0 16,-1 2 0,-1 1 42,0 5 1,-2 2 279,-5-23-227,0 26 57,-2 8-146,5 21-39,-4 11-1,2 5 461,-9 25-460,1 9-9,5-12 0,1 3-211,2 5 0,2 0 214,1-7 0,2 1-9,9 18 1,4 1-6,0-17 0,3-1-42,6 16 0,3 0-258,1-4 0,1-3 79,-9-15 0,1 0-1014,6 13 0,-3-3-157,-6-10-3231,3 16 794,-14-33 3035,-6-1 1,1-10-1,-2-1 1</inkml:trace>
  <inkml:trace contextRef="#ctx0" brushRef="#br0" timeOffset="36149">21575 4880 21271,'16'-45'266,"-1"0"1,21-2 0,6 12-1509,15 23 1222,-2 3 1,0 1-130,-22 4 1,-1 1-628,5 0 1,-1 1-100,23-1 1,-29 2 0,-11 1 0</inkml:trace>
  <inkml:trace contextRef="#ctx0" brushRef="#br0" timeOffset="36965">20605 4873 19087,'11'-45'920,"-1"0"0,-1 2 0,-2 10-331,-7 25-202,0 1-253,-3 4-72,-12 10-29,1 1 29,-31 29-29,19-14-16,1 1 0,1 2 0,-2 9 0,2 9-17,11-11-6,18 6 51,10-19 100,21 5-55,-7-17 11,7-7 380,9-28-167,-15 2-57,-5-1 1,-2-2 50,-6-8-61,-6-2-68,-9 16-27,-2 7-141,0 8-22,0 4 5,3 26-5,1-9-51,11 42-991,11-2-888,-10-20 0,0 1 1793,1-2 1,-1-3-1,1 4 1,-8-16 0</inkml:trace>
  <inkml:trace contextRef="#ctx0" brushRef="#br0" timeOffset="37524">22420 4718 22335,'-46'0'1356,"10"0"-1300,37 0-96,9-1-150,4 0-471,11 0-1210,5 1-297,-4 0 1320,14 0 0,-26 0 0,8 0 0</inkml:trace>
  <inkml:trace contextRef="#ctx0" brushRef="#br0" timeOffset="39041">22659 4791 22957,'-28'48'896,"5"-4"-493,29-23-151,6-3 0,17 1-173,-3-13 139,31-6-162,-25-4 25,4-4 0,0-3 66,-1-9-75,8-6 130,-16-17-157,-17 19 11,-1-29-6,-14 16-50,-10-14 23,-3 17-12,-6 4 0,8 19-5,5 6-46,3 3 40,5 4-11,1 15 17,4-4 22,15 22-17,-3-20-11,34 17 0,-21-21 17,8-2 0,1-1-12,-3-4-5,18-3 45,-3-17-34,-19-1 22,-4-4 1,-4-2-6,-7-8-11,-3-2 78,-10 5 17,-1 15-5,-2-4-107,1 12-45,-1 3-5,2 2 33,-3 12 6,1 3-1,0 14-10,0-5 0,13 30-320,8-9 79,2 8-547,-2-24 1,2-3 19,-2-6-885,24 12-50,-13-25 375,18-7 1417,-12-9 1065,1-21-264,-23 5 34,-9-8-6,-11 13-112,-4 4-196,-5 4-201,1 4-219,2 5-140,5 2 84,10 5-3375,15 4 3302,0-1 22,20 3-16,-6-6-6,7 0 29,-2-4 100,2-12-40,-15-1 3410,-3-13-3471,-16 1-22,-8-4 56,-11-11-5,-7 11-68,-1 2 11,-5 17-11,6 10-3392,-14 16 3364,10-3-6,-2 12-16,11 11-6,8 0-73,5 17-320,25 4 80,-1-19-200,2-11 1,3-2-1180,23 3-663,-4-10 1,2-2 1668,-13-5 0,2-2-628,27-1 1,-1-5 1089,-8-5 372,-6-2 1,-1-3 3988,-2-10-2299,3-7-802,-20 2 2218,-11-21-2672,-16 21 393,-9-24-208,-10 23-11,-22-4-554,9 12 67,-20 5-90,11 12 1048,-19 13-1165,5 13-34,8 6-23,17 13 7,19-20 13,12 8-25,12-18-5,15 0 5,14-8 19,-9-12 1,1-4 8,15-3 19,-14-3 1,-3-4 36,3-13 11,2-15 0,-13-10-250,-17 22 1,-3-1 212,-1-4 1,-3-1 59,-4-11 0,-2 0-40,2 16 0,-1 0 152,-5-14 0,-1 5-39,1 15-7,-5-7 68,8 26-212,2 6 16,-2 11-17,0 28-6,0-3 3,2 0 1,1 3-9,0 22-260,2-20 1,2 1 253,2-1 1,4 0-29,7 7 0,4-3-55,10 14-121,-1-21 0,4-4-877,18 1-585,-16-14 0,0-2-4663,19 5 5634,0-8 0,-41-10 0,-2-2 0</inkml:trace>
  <inkml:trace contextRef="#ctx0" brushRef="#br0" timeOffset="39540">24656 4649 24430,'-6'-41'554,"0"9"-548,-1 42-1,-2 7 18,-2 6-1,0 13-22,4-3 6,1 9 11,8-2 50,14 0-17,-1-16 79,29-1-95,-22-18 56,25-3 22,-18-10-6,9-7 23,-8-7 5,-7-6-27,-12-5-23,-6-11-90,-5 13 40,-5-8-34,-1 21 0,-2 1-118,2 7-419,2 5-2723,3 7-600,4 1 3860,3 5 0,-1-4 0,1 0 0</inkml:trace>
  <inkml:trace contextRef="#ctx0" brushRef="#br0" timeOffset="40807">25516 4625 12275,'0'-4'7624,"0"1"-6499,0 3-794,-49 43-219,15-8-668,2-6 1,-2 3 560,3 0 1,2-1 259,-4 1-335,-4 2 0,0-1 20,6-9-3,1-4 0,1-4 25,5-9 0,-4-18 33,19-4 79,7-26 107,9 3 262,3-14 416,4 2 144,-1 7 287,-5 16-740,1 7-219,1 15-190,5 7-22,7 14-27,6 17-41,8 14-50,-2-3-47,-9-12 0,4 2-1239,13 5 1,3 0 850,-10-9 0,1-1 0,-2-1 0,8 6 0,-3-4 0,-10-10 0,0-1 0</inkml:trace>
  <inkml:trace contextRef="#ctx0" brushRef="#br0" timeOffset="43550">19493 5734 24296,'52'-9'630,"0"0"1,0 1-1,-1-1 1,3 1-1,0-1 1,0 1 0,0 1-1891,-2 1 1,0 1-1,1 0 1,2-1 1380,0 1 1,1 0 0,2 0 0,2-1 0,1 2-213,-6 0 0,1 0 0,2 1 0,1-1 0,0 1 0,-1 0 0,-2 0 100,2-1 0,-3 1 1,-1-1-1,1 1 1,3 0-1,3 0-49,-6 1 1,3 0-1,2 0 1,2-1 0,1 2-1,0-1 1,0 0-1,-1 1 1,-2 0 56,-2 0 1,-1 0 0,0 0-1,0 1 1,-1 0 0,1 0 0,0-1-1,0 1 1,0 0-120,2 0 1,0 0 0,1 0 0,0 0 0,0 0 0,-1 0 0,1 0 0,-1 0 0,0 0 70,-2 0 1,0 0 0,-1 0 0,1 0 0,-1 1 0,0-1 0,0 0 0,1 0-1,-1 1 25,3-1 0,2 1 0,0 0 0,1 0 0,-2-1 0,0 1 0,-3 0 0,-4 0 0,-3 0-36,17-1 0,-7 1 0,-2 0 0,7 0 32,-9-1 1,5 1 0,3 0 0,0 0 0,-1-1 0,-4 1-1,-6-1-2,2 1 1,-5-2-1,-4 1 1,2 0-3,13-1 1,0 1 0,-1-1 303,-2-1 0,0 0 0,-11-1-854,6 0 1457,5-2-950,-98 4 0,21 1 0,-21 0 0</inkml:trace>
  <inkml:trace contextRef="#ctx0" brushRef="#br0" timeOffset="72258">1932 10232 9341,'-4'-48'1029,"0"0"1,1 0-1,-1 0 1,-1-10 0,1 0-1,2 7-138,2 2 0,2 6-175,1-18 1055,4 4-954,-4 34-492,2-2-375,-4 19 134,3 16 16,-2 2 80,7 28-21,-3 0 1,-1 4-580,0-8 0,-1 3 489,-1 8 0,1 6 0,-3 0-1046,-1-5 0,-1-1 0,-1 0 994,0 2 0,0 1 0,-1 2 1,0-2 0,-1 3 1,-1 2-1,-1 1-424,1-7 1,-1 1 0,0 1 0,0 0 0,-1 0 401,1 3 1,-1 0 0,1 0 0,-1 1-1,-1 1-231,2-3 1,-2 1-1,1 1 1,-1-1 0,1 0-1,-1-1 220,0 2 0,0-2 1,0 0-1,0-1 1,0 0-131,0 0 1,0-1 0,0 1 0,0-1-1,1 0 80,-3 11 1,1 1 0,0-2 0,1-2-30,0 2 1,0-3 0,0 4-800,4-8 0,-1 5 0,1 1 1,0-4-1,2-6-740,-2 13 0,2-2 1633,0-7 0,1 7 0,0-4 0,0-12 0,1 1 0,2-3 0</inkml:trace>
  <inkml:trace contextRef="#ctx0" brushRef="#br0" timeOffset="73457">1804 9523 10763,'28'-56'275,"-3"12"-68,14 36 0,14 11 0,-4-1-137,-10-2 0,1 0-1864,20 0 1,9-1 0,-8 0 1865,-15 1 1,1-1 49,2-1 0,9 1 0,0-1 0,-6-1 280,7 1 1,3-2-190,-16 1 1,7 0 0,5-1 0,4 0-1,3-1 1,1 0 2,-10 0 0,2-1 0,3 0 1,2-1-1,2 0 0,0 0 1,0-1-1,0 1 0,-1 0 0,-3 1-278,3 0 0,-2-1 0,-1 1 0,-1 1 1,1-1-1,1 0 0,1-1 0,1 1 0,3-1 95,-8 1 1,2 0-1,2-1 1,2 0 0,1 0-1,1 0 1,-1 0 0,0 0-1,-1 0 1,-2 0 0,-2 0-1,-3 1 1,-3 0-194,16-1 1,-4 1-1,-3-1 1,-3 1-1,0 0 1,-2 1-1,0-1 177,2 0 1,-1 0 0,-2 1 0,0-1 0,-1 1 0,1-1 15,-1 1 1,1 0-1,-1 0 1,-1 0 0,-2 1-1,-4-1-8,0 1 0,-4 0 1,0 0-1,6 0-92,-1-1 0,7 1 0,3-1 0,1 0 0,0 0 0,-4 1 0,-6 0 79,3-1 1,-7 2 0,1-1-1,8-1 3,-7 1 0,6 0 1,4 0-1,3-1 1,0 1-1,-2-1 1,-2 1-1,-6 0-4,4 0 0,-5 0 1,-1 1-1,0-1 0,4 0-9,5 0 1,5-1 0,1 1 0,0-1 0,-3 1 0,-4 0 1,1 0 0,-5 0 1,0 0-1,3 0 59,1 0 0,3 0 0,1 0 0,-1-1 0,-2 1-56,2 0 0,-2 0 0,-1 0 0,1 0-9,0 0 1,2 0 0,-2-1-1,-1 1 6,6 0 0,-2-1 0,-1 1 10,-7 0 1,0 1 0,-3 0 138,-7 0 1,-2 0 0,2 0-147,17 0 1,2-1 0,-5 0-6,-5 1 1,-2 0 1,-1 1 0,2 1 0,-7 0 1356,18-1-1372,1 5 1,-5 1 1385,-27 2-1397,15 13 2743,-34-5-2664,0 36-67,-10-8 28,-2 16 2057,-3-12-2001,-1 3 1,1 3-46,-1 10-1144,1-17 0,0 8 0,-1-7 1130,1-12 0,0 1 1,-1 16 0,-1 6 0,1-4-288,-1-9 1,1 1 283,-1 4 0,0 9 0,-1 1 0,1-9-14,1 0 1,-1 1 3,0 4 0,0 10 1,0 0-1,1-9-7,1-2 1,0 1 15,0-3 0,1 10 0,-1 3 0,2-2 1,-1-10-783,1 9 0,2 0 781,-2-14 0,1 7 0,1 2 0,-1-2 0,0-9 5,3 8 0,0-1-5,0-2 1,2 8 0,0 1 0,-1-8-16,1 5 1,-1 1 14,-1-5 0,1 9 0,0 4 0,-1-3 0,-1-10-7,1 7 1,-3 0 5,-1-4 1,0 9-1,-2-1 1,-3-7 21,-5 6 1,-7-3-224,2-16 1,-3 2 0,-1 1-1,0-5 200,1-1 1,0-4 0,-5 2 3,-7 4 0,-5 4 0,-2-2 0,5-7 523,-2-2 1,-2-2-528,-3 0 0,-7 5 0,-1-1 0,5-7-2,1-1 1,-1-4 2,-2 0 1,-8 3-1,-1-1 1,4-4-247,5-4 0,3-4 0,-2 0 240,-6 3 0,-2 1 0,-2-2 3,4-4 1,-3-1 0,0-1-1,2-2-3,-4 1 0,3-3 0,-6 0 4,2-1 1,-6 1 0,-2-1 0,-1-1 0,4 0-6,-3-1 0,3-2 1,0 0-1,-6 0-80,8-1 1,-5-1-1,-1 1 1,-1-1 0,1 0-1,3 0 80,-1-1 0,2 0 0,1-1 0,0 1 1,0-1-2,0 1 0,1 0 0,-1-1 0,1 1 0,-1-1-141,1 0 0,-1 0 0,1-1 0,-1 1 0,-1-1 127,-3 0 1,-1 0 0,0 0-1,1 0 1,2 0-103,7 1 0,3-1 0,-1 0 0,0 1 0,-3-1 100,-3 0 0,-4 0 0,-2 0 0,1 0 0,2 0 0,4 0-5,-4 0 0,4 1 0,0-1 0,-2 1 13,1 0 0,0-1 1,-2 1-1,-1 0 0,-1 0 3,3 0 0,-1 0 1,-2 1-1,1-1 1,2 1-1,4 0-88,-8-1 1,4 1-1,1 0 0,-4-1 97,9 1 1,-3 0 0,-2 0 0,0 1 0,1-1 0,2 0 14,-5 0 0,2 1 0,0-1 0,2 1 0,0 0-7,-5-1 1,2 1-1,0-1 1,-1 1-3,6 0 0,0-1 0,0 1 0,-1 0 0,1 0 76,2 1 1,-1-1 0,1 0 0,0 1 0,1 0-89,-3 0 1,1 0 0,0 0-1,-5 1-1,3-1 0,-5 1 0,-2-1 1,0 1-1,2 0 0,3-1 39,-5 1 0,3 0 0,2 0 0,-1-1-53,-5 1 0,-1 0 0,1 0 1,3 0-31,-4-1 0,4 0 1,2 0 310,13-1 1,3 0 0,-3 0-1257,-11 0 1,-3 0 0,6-1 991,7-1 0,2 0 0,-7 1 0,5 0 0,12-2 0</inkml:trace>
  <inkml:trace contextRef="#ctx0" brushRef="#br0" timeOffset="74099">4125 14051 17440,'-1'-4'3444,"1"1"-3315,0 3 78,-81-31-22,37 24-429,-16-5 0,-2 5 339,7 22-81,24-1 0,2 1 3,-4 8-17,8 1 4,12 30-4,13-9-11,4-9 0,4 0 11,24 17 11,1-14-11,6-3-11,-2-10 0,2 1-1,-11-8 1,2 0-136,16 11 0,0 0 136,5 6 33,-17 1 29,-20 1-6,-29 4 5,-25 2-31,9-22 1,-4-1-393,-8 0 0,-4-1 389,-5-2 1,-2-3-6,-4-1 1,0-3-18,-1-3 0,2-3-301,13-1 0,3-5 307,-3-13 0,6-3 0,12 6 0,-4-20 0</inkml:trace>
  <inkml:trace contextRef="#ctx0" brushRef="#br0" timeOffset="74357">4642 13874 24592,'-9'57'28,"0"-1"0,1 1 0,0-2-28,4-8 0,0 0-938,2 3 0,0 1 882,0 2 0,1-1-278,4 2 1,0-2-146,-1-12 1,2 1-46,8 19 0,1-5 0,-5-17 0,1-6 0,-1 1 0</inkml:trace>
  <inkml:trace contextRef="#ctx0" brushRef="#br0" timeOffset="74818">4496 14632 10055,'-3'-7'5176,"0"1"-3966,-1-24 0,4-6-1081,8 8 288,-4-12 1,6 2-373,29 15 17,15 2-82,-21 12 1,0 0 52,4 0 1,-1 1 5,1 1 0,0 0-8,-1 0 0,-1 1 524,-1 0 0,-2 0-504,27-5-40,-19 3-11,1 2 61,-27 4 667,1 6-386,-20 2 202,-11 17-275,-9 8-202,0 2-25,6-4 0,3 2-53,1 10 11,1 18 22,17-26 40,23 2 552,-7-21-525,38 2 40,-16-22 106,-6-5 1,1-2 336,5-9-155,-15-4 0,-4-1-187,-9 1 129,1-26-118,-24 15-107,-8-6-89,-3 10 56,-24-1-96,20 20-161,-28-6-57,36 16-4252,-9 7-5292,24 2 9757,0 6 0,2-7 0,0-1 0</inkml:trace>
  <inkml:trace contextRef="#ctx0" brushRef="#br0" timeOffset="75690">5651 14543 18444,'-21'-42'1034,"0"1"1,0-1 0,-7-15 0,5 8-531,9 10 231,11 6-718,7 16 177,14 3-182,11 16-7,16 12-2,-16 1 0,0 1 67,19 18-96,-11 4 1,-5 4-6,-14-9 1,-3 2 16,6 6 0,-5 3-17,-13 9 0,-9-1-155,-3-19 1,-4-1 196,-4 12 0,-2-3 0,-14-2 79,-12-15-28,20-23 16,-8-38-56,28-8-19,7 9 0,6-3-610,13 0 1,5 2 606,-7 11 0,2 1-9,15-9 1,3 2 66,-8 11 0,0 3-67,9-6 1,0 1 2,-8 6 1,0 1-23,12-2 0,-2 1 5,-3 3-42,-6 4 1,-3 2-25,-14 4 1277,2 2-1176,-18 6 494,-12 15-456,-1 2-5,-10 14-23,7-3 1,5 6-18,9-12 18,11 5-7,2-17 18,17 4 33,17-10-22,5-5 11,11-12 95,-8-20-72,-20 5 94,1-20 29,-24 12 50,-3-6 152,-18 1-309,0 16-22,-11 3 123,-26 13-157,20 6-6,-4 2 1,-2 4 33,-9 13-33,1 3 33,-5 14-61,16 10 5,8-6-17,19-1 1,8 0 5,9-6-132,12 4 0,8-2-1538,21-5 902,-22-13 1,2-1 767,7-6 0,-5-3 0,-10-2 0,12 0 0</inkml:trace>
  <inkml:trace contextRef="#ctx0" brushRef="#br0" timeOffset="88516">12795 6356 12360,'41'-45'832,"-1"0"0,1-1 1,-9 9-1,-2 2 0,-5 7 1016,5 0-1136,-24 20-269,-20-2-634,-21 4 104,0 2 1,-6 2-1276,-16 3 1,-6 2 1340,11 1 1,-4 1-1,-1 2 8,8 0 1,-1 1-1,-1 0 1,-1 2-331,-3 1 1,-1 1 0,0 1-1,-1 1 357,-1 1 0,-1 2 0,1 0 0,0 2-433,0 1 0,-1 2 0,1 0 0,1 2 456,0 2 1,0 0 0,1 2 0,0 2-295,11-5 1,0 1 0,0 1 0,1 1 0,2-2 284,-2 2 0,3-2 0,0 2 0,-3 3 25,3-2 0,-2 4 0,-2 2 1,0-1-1,2 1 0,1-3-3,-6 6 1,2-2-1,0 0 1,-3 3-71,6-3 0,-3 1 0,-1 1 0,-1 1 0,2 0 0,1-2 80,0 1 1,1-1-1,1-1 1,1 1-1,-1 2 46,-3 3 1,-2 3-1,2-1 1,1 0-1,3-3-70,4-4 1,3-3-1,1 1 1,0 1 13,-6 8 1,-1 2-1,2-1 1,7-3 273,-2 7 0,6 0-296,4-5 0,2 3 0,2-3-31,2-1 0,4-1 3,2 10 0,5-4-33,12 3 584,1-19 0,2-2-584,5 6-191,8-1 17,-12-24 1544,4 0-1516,-9-7 1849,3-13-2315,-5-2-1892,3-50 2117,-3 27 252,-2-4 0,-4-2 549,-13-6-806,2 18 1,-3 2 934,-17-14-243,1 14 0,-3 4 142,-3 1-87,-6 2 0,-3 1 87,-5 2-112,11 4 0,1 1-79,-1 0 225,-4 0-231,33 7 119,-4 0-398,13 3 2263,-2 12-2050,3 28 1240,1-5-1386,0-1 0,2 0 11,8 11 465,1 0-400,10-15 0,2-3 25,7-1 170,19 1 1,3-5-721,-1-8 572,4-4 0,0-1-17,-5-7 34,8-5 0,2-2-78,-23 2 0,0-2-37,13-1 0,-1-1 20,2-4 30,-13 0 1,-2-1-31,5-1-15,-1-2 1,1-1 64,5-1 79,-7 1-6,-9 6 1038,-21 9-993,-15 6-213,0 1-11,-21 11 28,7-3 5,-13 7 0,-2 1-10,1-1-197,-8 2 0,-2-3 185,-2-7-3,13-4 0,0-2 9,-13-2 5,-12-6 0,23-3 14,-5-7 1,-2-5 4,15 2 1,2-2-20,-7 0 1,2-2 55,-14-21-28,26 21 17,-7-7 375,15 15-358,1 2-50,10 7-23,-1 0-135,3 2-16,0 5 157,4 6-18,0 3-4,10 13-7,5 0 34,19 14-11,-10-13 17,16 4 67,-5-20-50,-5-2-12,4-6 73,6-20-27,11-14-52,-23 10 1,1-1-179,0-2 0,-1 0 173,16-11-146,-13 11-117,-3 6-3114,-9 14 3366,-3 5 0,-6 1 0,-8 3 0</inkml:trace>
  <inkml:trace contextRef="#ctx0" brushRef="#br0" timeOffset="108332">14048 8125 20890,'-10'-45'769,"1"1"0,-9-2 1,-4 10-468,-16 23-109,2 6 1,-1 3-94,-10 5-1289,11 5 1,2 4 1249,1 6-8,-3 7 1,0 1-38,-1 4 260,-2 5 0,3 1-288,7 3-10,-3 8 473,32-10-401,26-14 1,8-2-45,12 9-435,-2-11 0,10 0 0,-6-4 431,-12-4 1,-1-2-5,9 2 0,5 1 1,-7-2 1131,14 3-1142,-19-2 1,-4 2 255,-15 3-121,-41 15-106,-13-11-9,-11-1 1,-4-2-4,20-7 1,-1 0 12,-9 1 1,-6 2 0,6-2-19,9-3 0,1 0-65,-26 3 1,3-1-93,21-5-2245,-10-18-668,37 5 2222,15-19 0,-2 20 0,8-3 0</inkml:trace>
  <inkml:trace contextRef="#ctx0" brushRef="#br0" timeOffset="109723">14336 8162 23803,'23'34'476,"-6"5"-426,-16-3 79,-8 21-90,1-28 42,-5 5 0,-2-1-53,0-7 157,-6 10 544,14-29-550,3-9 123,7-30-234,-1 10 18,3-11 1,1-2-48,1 4 23,10-29-40,-8 34-5,12-18-17,-10 26 39,29-9-44,-20 21-6,28 3 11,-25 8-17,30 25-6,-27-4 1,12 19 22,-28-11 11,-7-2 34,-13-1-17,4-14 106,-5-2-55,7-14 128,0-5-151,-1-6-11,1-11-28,1 0-1,7-14-21,11-4-6,6 1 16,2 4-38,14 13 16,-13 15-17,19 3 12,-10 14 11,-5 3-180,14 21-50,-15-7-67,12 14-128,-10-10-47,-1-6 265,-5-9-269,19-7 392,-18-9 5,26-9 68,-25-2 75,3-10 0,0-2 14,-5 0 34,16-19 425,-31 4-239,-6 13-52,-5-12-101,-9 24-72,-9 5-29,0 6-16,-20 12-28,18-3 22,-14 9 6,5 14-23,13-6-10,-6 11-12,19-9 16,13-3 63,7-4 5,13-6 11,5-13-28,-7-7 96,5-12 173,-7-13-51,-5-1 68,-6-11-992,-11 21 756,-4 1 119,-3 12-175,0 5-55,0 0 5,0 7 0,-1 25 23,3-12-40,-1 28 23,7-24 768,23 27-774,3-21 17,-5-7 0,2-2 28,18-4-28,-8-7-6,20-19-10,-17-8 18,-11 2 1,0-4 14,-6-2 0,-3-3 5,-1-6 1,-3-1-327,-3 6 1,-3-3 339,2-28 1,-4-1-32,-4 28 1,-1-2-257,1-13 1,0-8-1,-2 7 290,-2 9 1,-1 3-15,2-9 0,-4 2 115,-13-14-90,6 37-27,-11-4 573,9 28-585,-1 4 23,-8 38-45,4 7-9,4-9 0,3 6-2,3 13 0,3 0-1224,2-17 1,2-1 1233,1 10 1,4-1-14,6-4 0,5-2-1123,3-4 0,2-1 1151,-3 3 0,3-3 2,5-9 1,1-6-12,10-9 6,10-7 0,-9-14 0,11-23-5,-4-17 10,-16 9 1,-1-3-69,-5 6 1,-1-5 86,2-17 0,-1-9 1,-3 4 550,-1 0 0,-3 0-547,1-2 0,0-4 0,-3 5 31,-4 7 0,-5 6-15,-8 8 1,-3 5-34,-3-4 1,-11 15 16,-1 24-17,4 13 183,-7 19-206,13 14 1,5 9-41,3-14-1,2 2 1,1 0 35,-2 0 1,2-1-1,1 1-198,4 7 1,3-1-1,0-5-85,0-12 1,2-1-477,5 8 0,3 4 0,-1-5 776,0-6 0,-1-3 0,1 3 0,-3-6 0,-6-15 0</inkml:trace>
  <inkml:trace contextRef="#ctx0" brushRef="#br0" timeOffset="110349">17192 8031 25507,'-34'-26'102,"-1"1"0,1-1 1,-13-9-1,6 14-52,7 34 44,11 2-66,-1 31 15,16-22-49,0 22 18,28 0 4,6-5 1,9 8-169,-8-21 0,1-2 152,9 8 57,8 5-40,-17-9 5,-15-12-22,-3 0 51,-16 7-23,-11-11 0,-6 4 28,-32-10-62,9-12-115,10-1 1,1-2-2715,-12-10 2280,6-8-6985,10-20 1486,18 16 5644,6-19 1,6 40 0,4 2-1</inkml:trace>
  <inkml:trace contextRef="#ctx0" brushRef="#br0" timeOffset="110573">17535 7713 23159,'0'-6'3203,"0"2"-2939,0 4-158,-10 39-61,7 16-43,1-6 1,0 3-795,5 3 0,2 1 739,2 1 0,-1 0-115,0 0 0,0-1-129,-1-3 0,1-3 271,-3-12 1,0-2-1090,2 4 1,-1-4-2509,-2-2 3623,0 2 0,-2-26 0,-2-8 0</inkml:trace>
  <inkml:trace contextRef="#ctx0" brushRef="#br0" timeOffset="111299">17499 8295 22845,'-19'-43'494,"0"-1"1,5 1 0,10 9-495,17 24-3,15 1 0,6 2-2,8 2-15,14 1 1,4 2 5,-22 1 0,2 0 6,7 1 1,5 0-1,-4-1-520,-5 0 0,-2 0 550,9-1 1,-5-1 139,-8-4 527,-16-2-225,-12-1-69,-6 2 221,-18-13-532,5 11 56,-25-11-67,14 15 645,-30-1-690,17 11-28,-15 7 0,23 3 23,0 21-29,16-14 1,2 30-1,13-28-28,20 26 34,2-26 17,15 6-6,-13-17 40,3-6 83,-5-11 45,5-12-111,-9 1 49,-1-15 1,-13 8 11,1-8 78,-3 5 129,-3 7-319,-2 9-1,-4 6-16,-4 11 12,-7 8-12,-5 13 11,0 9-62,10 24 51,17-17 0,9 5 6,9-31 0,5-6 16,22 0-163,-14-6 1,2-4 142,-1-10 1,-3-8 17,-3-6 0,-3-6-1,-2-6 1,-4-4-382,-5-8 0,-5-4 381,-5-1 1,-5-1 8,-1-5 0,-2 0-14,0 2 0,-2 1 45,-2-1 0,-2 4 41,0 13 1,-1 4-45,-3-15-80,-2 28 19,7 18-57,-4 20 62,3 0 0,0 19 0,2 7-20,4-5 1,2 2-276,0 1 0,0 2 1,2 0 148,8 18 0,2-1-134,1 0 1,2 0-231,-2-4 0,-1 0-1890,-2 4 0,-2-3 1882,-4-17 0,-2-3 1,0 22-1,-7-41 1</inkml:trace>
  <inkml:trace contextRef="#ctx0" brushRef="#br0" timeOffset="112199">18553 8234 22083,'-4'-6'2884,"1"1"-2749,3 5-18,41-65-133,-17 47-1,4-18 0,4 4-11,21 29-4330,7 1 4280,1 2-29,-24 1 1,-3 1 848,4 0-1092,-2 0 0,-1 0 171,-3-1 302,12 0 95,-33-3-78,-6 0 3594,-5-4-3320,-3 1-212,1-1 286,-12 0-376,5 3 89,-18 0-139,9 8-29,-8 12-27,13-1-17,4 14 11,14-7 22,10 5-5,3-6 45,29 1-18,-9-14-8,-5-4 1,0-3 14,4-6 161,13-20-133,-33 8 50,8-18-51,-19 16 124,-3-20-146,-5 21 196,-12-21-208,5 26 40,-9-8-50,11 16 39,-5-1-73,6 4 0,-2-1 0,4 2 17,-7 1-6,-4 2 22,-12 4-21,-2 4-35,-3 3 23,8-3 0,-4 8-5,13-4-1,-2 3-5,2 15 28,8-15-12,-3 15 1,7 1-1,5-2 1,5 13 0,3-15 10,29 15-4,-4-22-1173,15 9 1166,-10-20-253,-1-10 1,3-3 247,-10-2 0,1-2 16,18-2 1,0-2 0,2-12-6,-24 4 1,-2 0 4,2-7 18,-3-4 0,-1-2 5,-2-1-1378,-3-5 1,-3 1 1399,-7 4 79,-4-6 0,-1 1-67,-5 9 107,-2-24-180,-1 35 736,-8-10-736,5 16 391,-3-2-391,5 18 3392,3 14-3392,7 9 0,5 5 0,1 2 0,4 1-344,9 15 1,2-2 343,-4-14 0,1-1 0,13 15 0,0-3 0,-2-1-1844,-8-1 1,-5 0 1171,-19-13 248,-14-1 1,-4-3 0,1-13 0,-15 7 0</inkml:trace>
  <inkml:trace contextRef="#ctx0" brushRef="#br0" timeOffset="113215">15900 9121 24575,'-10'-43'495,"0"1"0,1 4 0,2 9-478,2 20-62,2 8 90,3 23-23,3 10-22,2 28 11,0-9-8,-3-6 0,-3 1-6,-4-11 0,-2 1-151,-2 14 1,-5 0 155,-2-11 1,-4-3-6,-9 0 1,-1-4 2,-13 7 33,11-21 1,-1-6 89,-15-15-67,7-4 107,-6-23 44,21-4 17,0-10 106,6 2-184,10 15-191,3 10 34,6 21 16,1 14 292,5 13-280,9 8-12,17 2 6,17-3-318,-16-21 1,3-2 300,5-3 1,2-2 19,3-2 0,3-4-1,-6-5 0,2-3 0,-2-1-5,3-3 1,-2-3 2,9-4 0,-6-4 40,-6-15-29,-19 9-11,-11-4-285,-15 7-516,-4 4-44,-6 4-3603,-10 16 4437,5 6 0,3-2 0,7 1 0</inkml:trace>
  <inkml:trace contextRef="#ctx0" brushRef="#br0" timeOffset="113765">15433 10488 21685,'23'-44'1023,"-1"0"0,-5-1 1,-12 10-924,-18 25 136,-38-3-152,20 12-2802,-16 9 0,-1 3 2735,7 3 16,-1 5 1,2 2 1369,12 1-1389,5 8 0,2 3-8,6 10-4,-6 15 3,22-21-10,19 11 5,0-18-965,14 2 1,5-2 981,8-8-14,-7-8 1,7 1 0,-3-3 834,-3-2 0,0-1-844,22 4 1,-4 1-12,-3-1 12,-15 3-1,-39-9 28,-37 11-22,2-7 14,-23 3 0,-5 0-11,29-7 0,-2-1 6,-14 2 1,-7 1-1,4-2-26,4-3 0,3-1-957,-4 1 1,3-1 872,-11-2-1122,36-1-654,10 0 2403,3-3 1,7 3 0,3-3 0</inkml:trace>
  <inkml:trace contextRef="#ctx0" brushRef="#br0" timeOffset="114333">15881 10933 22430,'17'-50'186,"0"0"0,0 1 0,-1-2 0,-1 2-150,4-1 1,0 3 16,-10 12 1,0 1 500,0-2 1,-1-4-421,2-12 0,-1 0-78,-3 18 0,-2 2 874,2-28-639,-14 34 175,0 15-466,-4-1 1087,-10 29-1087,9-4-12,-10 17 12,2 21-5,10-12-3,4-1 1,1 8-1,2-4 3,2 16-123,3-14 1,3 8-1,2-6 100,4-13 0,2-2 22,1 8 1,2-2-40,14 8-1580,8-25 1,2-5 1618,1 0 23,7-7 0,0-7-109,-2-21 97,-2-6 40,1-18 2,-27 17 1,-3-1-14,11-18 36,-11 8 0,-4 3 3,-4 7 100,0-13 7,-5 29 356,-1 3-547,0 6 3319,-2 6-3319,-1 16 226,-1-2-226,0 22-11,2-4-34,7 13-135,3-17 1,3 0-426,16 20 118,4-4-174,-5-19-3047,6-11 2871,-5-10 0,-3 1 0,-10-10 0</inkml:trace>
  <inkml:trace contextRef="#ctx0" brushRef="#br0" timeOffset="114482">16714 10427 23364,'-37'-27'-431,"0"-1"0,2 1 0,14 12-1792,36 26 2223,15 9 0,-12-7 0,4 2 0</inkml:trace>
  <inkml:trace contextRef="#ctx0" brushRef="#br0" timeOffset="115549">17163 10495 13919,'7'-10'4257,"-2"1"-1477,-5 9-2136,0 0 958,-71-20-1434,32 26-112,-10-10 0,2 5-39,6 32 11,20-1 0,5 5-45,0 22 134,14-17 0,5 0-190,12 5 2551,12-5-3005,-2-19 1,1-2-231,12 6-1172,-1-11 1,8-1 0,-5-4-402,17-2-947,-12-7 0,7-4 0,-6-3 2048,-11-4 0,-2-4 1971,14-6 0,-2-4 1650,-15 0 1,-4-2 116,-5-1 0,-3-1-509,6-14 1725,-7-9-4651,-16 19 1374,-1 1 1492,-14 6-1755,6 18 67,-4-2-202,8 8 268,-7 8-285,1 5-10,-4 12-29,7-3-22,3 8 23,7-12 3351,20 13-3251,2-18-50,20 2 5,-5-21 189,-8-3-104,12-22-46,-18-7-16,3-12 123,-15-7-61,-14 19 10,-10 4-106,-14 20 1,-15 9-7,0 8 3,5 6 1,0 4-26,1 3 0,-17 14-1727,34 1 1,5 3 1754,-1 2-45,3 6 1,7 2-12,18 6 0,-1-19 1,3 1-7,18 16-264,11-6 270,-17-24 0,5-4-8,23 1 0,4-4 25,-10-1 0,0-4 1,-7-4 1,1-3 0,-5-2 21,19-10-18,-9-9 82,-17-4 0,-2-2-42,-1 0 1061,-2-3 1,-4 0-1068,-18 12 62,-1-18-73,-5 20 437,-3-16-421,-1 18 29,-1-5-11,-1 9 1141,0 1-1179,1-1-24,1 5 0,-2-7 0,3 5 0,-2-9 0,1 7 0,1-16 0,1 8 0,1-4 0,1 2 0,-1 7 0,1 1 0,-2 0 0,-5 1 0,-1 1 0,-2 1 0,3 5 0,2 2 0,3 1 0,0 1 0,5 25 0,1-9 0,13 38 0,-2-23 0,6 7 0,4 2 0,-6-12 0,1 1-141,10 13 1,0 0 140,-11-17 0,-2 0 0,4 16 0,-5-1-174,-4-4-706,-8 1 1,-6-1 879,-28 0 0,13-10 0,-10-6 0</inkml:trace>
  <inkml:trace contextRef="#ctx0" brushRef="#br0" timeOffset="121257">14998 12465 21971,'-1'-37'325,"0"0"0,-1-20 168,8 83-336,-3-4-23,0 19 0,-1 2-100,0 5 16,-3 9 1,-1 3-15,-3-18 1,-2-2 7,1 6 1,-3-1 39,-3-7 0,0-5 45,-1-3 437,-3-9-354,6-31-189,2 0 61,-4-26 33,3-4-55,1-5 72,3-7 1,2-2-107,1-1-209,5 13 1,1-7 0,3 6 222,2 9 0,2 3-1273,3-7 0,2 1 1276,15-9-774,-5 24 0,2 3 723,8-4-49,12 8 1,1 4 76,-10 11-14,2 5 1,-1 3 19,-9 7-34,0 6 1,2 6-91,-5 2 1,-2 3-116,5 7 1,-2 1 20,-6-5 0,-4 1-603,-5 1 1,-3-1-93,-1 8-1553,-2 4 0,-4 2-5830,-7 5 7894,2-17 0,-1-3 374,-8-5 0,7-20 0,0-5 0</inkml:trace>
  <inkml:trace contextRef="#ctx0" brushRef="#br0" timeOffset="121423">15181 12890 21663,'-35'-50'605,"-1"1"0,3 6 0,14 6-437,41 5-104,2 13-95,14 0 1,4 2-99,10-2-1031,0 6 1,11 0 0,-6 2-3757,-7 3 1,-2 2 3459,-4 0 0,4-1 0,-8 2 0,9 1 1,-37 4-1</inkml:trace>
  <inkml:trace contextRef="#ctx0" brushRef="#br0" timeOffset="122757">16225 12457 12752,'1'-2'7483,"0"-1"-3658,-1 3-3450,-25-44-83,-3 36-189,1-9 1,-2 3-31,-12 29-3,6 5 0,1 4-42,-11 19-120,14-11 0,2 1 69,-1 14-72,9 12-84,17-15-90,11-13 0,9-2-831,24-6 0,7-5 556,-13-1 1,3-4-1065,13-8 0,8-6 1,-6-3 19,-6-4 0,-3-3 863,-1 1 1,3-3 0,-4 0 670,7-8 1,-4-2 882,-3-1 0,-4-3 569,-5 1 0,-4-3-21,-4-1 1,-3-1-280,6-18 112,-13 7 0,-2 2-577,-1-4 137,-2-3 0,-2 0 14,-3-2-223,-2-7 296,-7 15-549,1 26-257,-2-1-91,2 22 68,3 18-16,-1 22-15,1-14 0,1 3 3,-1 8 0,0 2-301,0 4 0,-1 3 180,-1 3 1,-1 2-174,-1 2 0,-1 0-342,1 0 0,0-2 126,0-13 1,1-1-1292,1 9 0,1-4 479,1-6-1971,1 18 2861,0-48 343,-1-17 358,-2-7 1350,-13-41-863,2 23 64,-1-2 1,-1 0 13,-1 0 706,-12-20-296,7 17 503,-15-16-1506,18 24 1245,-3-6-1464,20 23-50,42-15-28,9 11-6,-4 2 1,5 0-663,-1 5 1,0 1 664,4 0 1,1 1 10,-1-1 0,0 0 23,-5 0 0,-2 0 25,-12 1 0,-2-2 39,4-3 0,-5-1 23,-4-1 319,11-13-191,-28 15 651,-2-9-527,-7 12 436,-2-6-381,-3 7 1157,-2 1-1487,-1 4 22,-11 11-66,1 10-1,-8 15-16,8 0-141,6 26 79,9-28-235,7 5 0,2-1-157,4-6-1387,5 0 1,2-1 1862,6-3 0,-1-1 0,-9-16 0</inkml:trace>
  <inkml:trace contextRef="#ctx0" brushRef="#br0" timeOffset="122940">17455 12256 15049,'0'-6'4627,"-1"1"-3331,1 5-1632,-11-18-285,13 30-2672,-3-4 3293,19 40 0,-7-20 0,-1-1 0</inkml:trace>
  <inkml:trace contextRef="#ctx0" brushRef="#br0" timeOffset="123315">17847 12511 25410,'-50'-18'149,"1"0"1,-5 10-1,9 10-137,25 20-12,0 8 0,3 1-6,7-2-14,5 9 1,5-1-9,7-8-67,20 27-29,9-35 80,2-3-1,16-7 28,-14-13 146,13-16-56,-20 1 212,-1-32-156,-24 23-2079,-5-8 1,-3-2 2039,-6 1 448,-3-5 1,-3-2-309,-6 0-51,-9-13-117,9 30-12,-12 11-67,15 13-212,-22 20 38,24-2-548,-7 28-1048,22-5 1787,11-7 0,2 0 0,-1 1 0,15 3 0</inkml:trace>
  <inkml:trace contextRef="#ctx0" brushRef="#br0" timeOffset="123690">18238 12577 23108,'25'-28'45,"-5"4"1572,-19 70-1606,0-4-11,-2-10 0,0 0-6,-1 13 12,-4 9 642,2-30-502,0-3 346,3-13-414,4-10 29,8-14-40,0 0 174,25-32-146,-13 20 76,13-10 0,3 0-31,4 4 402,-12 8 1,1 3-471,26 3-72,-32 14-11,21 6-45,-27 15-325,4 25 51,-11-5-2991,-13 4 1,-6 1-3211,-8 0 6531,-2-4 0,0-4 0,2-11 0,-1-1 0</inkml:trace>
  <inkml:trace contextRef="#ctx0" brushRef="#br0" timeOffset="124683">19116 12596 13491,'3'-6'8373,"-1"1"-6009,-2 5-1479,16-60-689,-14 45 79,9-46-180,-17 60 56,-11 2-111,1 5 16,-8 5-40,5 7-21,7 18-18,14-6 1,12 15 39,29 1-23,-10-14-16,13 5-1,-19-15-145,-1-2 0,-2 0 0,0 3-476,5 27 291,-35-34-1994,-36 18-1126,0-21-61,10-6 0,0-2-421,-11-7 2180,-6-21 2599,28-6 5505,0-22-925,29-2-1993,13-4-4713,6 4 2024,-6 18 281,-3 6-303,-12 18-621,-1 2-85,-4 11 40,-10 15-527,-21 36-1249,9-20 0,0 2 1742,-6 8 0,1-3 0,-5 8 0,12-21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14:29:01.5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1534 2447 14958,'-1'-3'4493,"0"0"-2561,1 3-1680,-68-43-79,32 40-123,-10-15 1,0 6-1,6 38-38,1 16-24,17-10-21,6 16-12,18-15 17,13 7 56,13-2-22,2-11 5,-2-9 0,2-2-22,11 6-12,13 6 46,-26-9 38,-16 0-5,-22 2 0,-19 0 7,-21 2-24,19-13 0,-2-2-200,-3 0 1,-1-2 207,1-2 1,1-1-26,-28 1-11,16-8-369,18-7-1121,14-8-4604,14-9 6083,11 2 0,-2 8 0,0 8 0</inkml:trace>
  <inkml:trace contextRef="#ctx0" brushRef="#br0" timeOffset="249">1853 2382 20974,'0'-3'3299,"0"0"-2577,0 3-710,-26 8-12,19 9-12,-21 32-2,25-17 0,4 2-398,-2 11 1,1 2 220,-1 1 1,1 0-163,1-1 0,0 0-347,1-2 0,1-3-381,3 21 1081,0-24 0,1-5 0,-2-10 0,3 12 0</inkml:trace>
  <inkml:trace contextRef="#ctx0" brushRef="#br0" timeOffset="1267">1739 2774 22543,'37'-22'-499,"0"1"0,2-14 395,8 32 1,3 6-938,10-6 744,-2-3 213,-25 2 0,-1-1 62,13-5 251,4-11-66,-31 11 491,8-8-178,-23 11 18,-3 0-202,-7 3-40,-7 2 5,-8 7 252,-1 5-425,-3 13-84,12-7 6,3 9 33,21-7-22,-1-3 28,21 1-17,1-12 22,11-2 68,-1-8 55,-5-7 57,-10-7-45,-11-5-40,-7-3 18,-6-2 21,-8 2 1,-4 5 0,-13 7-146,6 8 0,-7 5 12,-8 16-40,4 5 6,-18 23 5,17 0-33,4 0-28,12 4-62,9-8-84,11 9-459,22 2 247,-1-18-231,0-12 1,2-4-1233,21-1 653,-18-7 0,1-2 53,0 0 1,0-3 693,3-5 1,-1-3 1378,18-8 750,-1-13 308,-24-1-1008,-11 7 790,-7-6 128,-8 4-1461,-1 5 414,-7 0-694,2 14-12,-3 1-134,2 9 0,-4 10 23,-5 30-12,3-7-11,2-3 0,1 2-408,2 22 408,2-20 0,0 2-12,2 0 1,1 1-23,3 4 1,1 0 24,-1-11 1,1-1 8,7 23-11,-5-25 33,-4-20 29,-1-2-23,-10-25-23,2 1 387,-11-30-370,6-6-19,6 15 0,0-2 22,0-12 0,2 0-1721,2 6 0,0 2 1707,0 2 1,1 1 27,1-24-430,1 17 408,4-10-17,7 7 0,9 7 11,23 5-11,5 14-6,1 8-22,9 14-11,-11 13 16,-13 1 1,-2 5 2310,12 20-2288,-11 3 22,-31-1 542,-21-8-570,-4-10 1,-4-2-34,-16 8-149,1-11 0,0-2-98,5-7-2704,-24 1-405,43-14 3395,0-6 0,16 3 0,1 0 0</inkml:trace>
  <inkml:trace contextRef="#ctx0" brushRef="#br0" timeOffset="1506">3354 2801 19104,'-2'1'3976,"-1"0"-1764,3-1-2184,-6 1-61,13-3-264,12-4-1271,40-10 487,-9 2-3835,-3 0 1,-1-1 4049,-3 2 0,6-3 0,-32 10 0</inkml:trace>
  <inkml:trace contextRef="#ctx0" brushRef="#br0" timeOffset="1707">3877 2502 18369,'0'-5'5960,"0"2"-3787,0 3-2189,-3-28 32,1 33-4,-1-9-18,2 50-67,5 15-202,1-16 1,1 0 22,-1-12 0,1-1-413,1 8 1,0 0-1624,-2-8 0,0-1 2288,1 22 0,-1-9 0,-3-21 0</inkml:trace>
  <inkml:trace contextRef="#ctx0" brushRef="#br0" timeOffset="2106">1569 3628 8288,'-56'10'696,"1"1"1,-1 0 0,7-2 0,1 1 0,4-1-11,-1 1 0,5 0-92,-10 3-2181,14-3 1739,26-5 2577,17 1-2197,9-4 84,21 0 0,11-2-437,-6-3 0,4 0 1,0-1-426,-2 2 0,1 0 0,2-1 268,5-1 1,2-1-1,4-1 3,-4 2 0,4-1 1,0 1-1,0 0-23,-3 0 1,-1 0 0,2 0 0,3 1-162,-5-1 0,3 1 0,2-1 0,1 0 0,-1 1 0,-1 0 162,5 0 0,0 0 1,-1 0-1,0 1 1,0 0 63,2-1 1,-1 1 0,0 0 0,1 0 0,-1-1-71,-1 1 1,0 0 0,0 0 0,-1 0 0,-1 0-2,-3 0 1,-1 0 0,0 0-1,-1 0 1,1 0 0,-1 0 1,2-1 0,-1 1 0,-2 0 0,-4 0 2,8-1 0,-4 1 0,-1 0-15,6 0 0,0 0 0,-8 1-211,-15 0 0,-4 1-132,30 2 678,-16 6 0,-32-4 0,1 3 0</inkml:trace>
  <inkml:trace contextRef="#ctx0" brushRef="#br0" timeOffset="4423">5731 2787 23159,'-4'-45'481,"-1"-1"1,3 6-1,-2 10-682,-1 24 27,4 11 124,0 20-40,1-1-386,4 30-801,4-7-392,-1-16 0,1 1 1570,3 1 0,-1-3 1,2 5-1,1-7 0</inkml:trace>
  <inkml:trace contextRef="#ctx0" brushRef="#br0" timeOffset="4801">5928 2366 16084,'-5'-7'3619,"2"1"-3222,3 6-268,-66-38-73,42 37-45,-15-13 1,5 8-1,24 38-6,8 11 7,14 3 21,11-1 6,10-6 34,4-10 285,-6-11 286,-7-12-100,-8-15-101,-6-12-18,-4-12-49,-5-7-102,-9-1-78,-5 3-34,-5 7-128,4 10-168,-1 7-146,5 10-101,-4 12-286,4 12-470,3 14-946,8 10-3815,10 8 5624,4-4 0,-3-18 0,-4-12 0</inkml:trace>
  <inkml:trace contextRef="#ctx0" brushRef="#br0" timeOffset="5449">6228 2607 16404,'2'-4'5673,"-1"1"-4575,-1 3-1086,4 21 4,-1 7 7,5 22 7,-3-2-4,1-4-9,-1-10 16,-2-9 129,1-13 363,-2-6 90,1-8-236,1-8-244,3-10-36,3-13-24,4-9-24,13-9-15,2 11 17,1 7 0,15 15-60,-21 12 11,24 3-3,-16 11 0,6 8-17,-3 13-15,-6 10-30,-9 7-8,-4 2 5,-1 5-4,-5-21 6,6 2 58,-2-24 43,8-3 23,7-17 26,8-12 36,-13-4 0,-2-2-46,10-14-348,-14 6 0,-3 0 371,-5-1 81,-5 1 0,-2-1 204,-6-16-268,-2 0 83,-8 13-33,2 25-50,0 3-90,4 6-90,3 5-5,4 3 778,2 10-700,9 10-22,11 16 17,14 12-9,-13-21 0,2 0-3,2 1 1,2 1-226,1 1 1,0-1 207,-2-1 1,-1 0-56,-4-2 0,-3-1-281,5 23-262,-15-7-645,-20-4-1620,-13-10-1521,-3-10 3611,-7-10 1,19-7 0,1-2 0</inkml:trace>
  <inkml:trace contextRef="#ctx0" brushRef="#br0" timeOffset="5690">7474 2317 18005,'0'-3'6033,"0"1"-5355,0 2-676,6 44 7,3-15 16,6 25 0,2 6-1152,3-1 1114,1-1 0,0 3-91,-8-20 1,-2 0-393,5 17 1,-2-1 168,-5-19 0,-2 0-3813,0 11 1,-3-4 4139,-4-10 0,-1 2 0,1-27 0</inkml:trace>
  <inkml:trace contextRef="#ctx0" brushRef="#br0" timeOffset="6715">7523 2716 22862,'57'-24'190,"-10"5"-185,7 17 1,4 5-1690,-21-3 1,0-1 1686,8 1 0,-1-1-3,-9-1 0,-3-2 993,25-5-970,-12 1 715,7-8-486,-36 4-11,3-7-151,-16 6 2110,-21-13-2127,6 14 67,-24-8-62,16 16 57,-28 7-113,11 9-5,-13 11-6,20 0-11,3 21 0,18-18-3346,5 34 3497,11-34-235,25 23 140,-9-32 146,26 7 105,-12-19 164,21-8 15,-10-10 52,3-13-131,-23 2 187,-1-21-280,-17 20 34,2-24-261,-11 30 3335,-5-9-3635,0 21 25,-2 0-256,4 6 196,-1 9 140,0 8-31,-1 14 38,3 13 93,10 7-1,8 3 1,13 0-23,-2-14-36,1-14 1,3-3 27,15 0 62,-13-8 0,0-3 60,19-8 95,-6-15 89,-13-5-108,-12-6 0,-3-4 32,-2-7-485,-1-16 0,-2-4 318,-5-4-492,0-3 1,0-3 450,-3 19 1,-1 0-13,-1 3 0,0-3 0,-1 3-19,0-7 1,-2 2 8,-3 0 0,-2 4-34,-5 1 112,-12 8-75,10 23 99,-13 3 171,6 24 88,-16 37-91,13-5-644,8-1 1,4 1 557,4 9-111,8-17 0,3 6 1,3-4-58,3 4 0,4-2-25,0-3 1,3 3 0,3-4-80,11 4 1,5-5-12,4-3 1,1-5 76,-7-9 1,1-4 77,17-1 1,-1-5 125,-1-4-145,1-13 0,-2-6 480,-12-7-1443,-2-17 0,-5-6 999,-9-8-79,-11 5 1,-2-8 0,-2 4-130,-4 11 1,-2-2 116,-3-17 1,-2-8-1,-2 6-71,-3 10 1,-2 2 156,0 4 0,-2-3 0,0 6-264,-1 6 1,-2 5 111,-6-1 0,1 5 981,-2 4-579,-4 0 2965,18 26-2430,8 18-763,6 9 1,2 6-23,1 4 0,1 3-218,-1-4 1,2 2-1,-1 1 174,-2-1 0,1-1 0,-2 2-257,1 1 0,0 1 0,-1-1 124,1 8 1,0 0-800,-1-2 0,0 3 0,-1-2 478,-1 8 0,-1-2 0,2-4 0,-1-3 1,-4-18-1,0 0 0</inkml:trace>
  <inkml:trace contextRef="#ctx0" brushRef="#br0" timeOffset="9489">5706 4517 16353,'0'-8'2089,"-4"-24"1,0-5-691,-1 4-727,-1-9 1,-1 2-393,3 16 28,-2 3-341,5 21 21,-1 2 12,7 18 6,-2 1 5,5 30 3,-6-17 0,-1 2-17,0 1 1,-2 0 4,1-1 1,-3-1 20,-7 24 27,-1-18-22,2-8 504,1-8-146,8-27-257,5-12-39,6-17-9,1 3 0,1-3-39,1 0 0,-1 0-25,1 0 0,0 0 14,1-2 0,0 1 19,12-15 29,7-5-51,-2 15-28,-8 17-11,11 8-1,-8 12 1,19 8 11,-14 3-37,-5 6 1,-1 3-14,2 5-225,0 8 1,-1 1-124,-5-1-851,2 4 0,-2-1-381,-2-7-3286,1-1 1,0-3 3715,-6-9 0,5 4 1,-16-18-1</inkml:trace>
  <inkml:trace contextRef="#ctx0" brushRef="#br0" timeOffset="9982">6548 4496 22358,'0'-44'769,"0"0"0,0 5 0,-1 10-719,0 23-72,1 11 67,4 13-17,5 19-23,6 21-5,-5-15 0,0 2-159,-3-13 1,-1 1 158,1 15 0,-1 0-9,-4-13 1,-1 1-3,0 9 0,0 0 5,-2-10 1,1 1-9,0 12 0,-1-4 3,1-11 22,2 19 90,0-46-6,2-11-67,0-5 351,-2-35-335,-1 0-22,-4 8 1,-1-1-174,-2 1 1,-3 1 172,-2-1 1,-1 0 2,-3 1 0,-1 1 6,0 2 0,-2 2 2,2 2 1,0 1 28,-10-24-51,13 3-16,19 1 5,8 11-3,13 11 0,6 4-3,23-2-218,-15 9 0,2 3 213,-8 8 0,-2 4-12,24 12 12,-18 4-11,-5 20 5,-24 11 6,-13 3-6,-22 6-11,-18-17 303,-12-11-494,18-16 1,0-4-134,-12 2-1368,-10-11 1720,38-13 0,4 5 0,10-4 0</inkml:trace>
  <inkml:trace contextRef="#ctx0" brushRef="#br0" timeOffset="10583">7218 4196 15541,'8'5'3114,"-2"-1"-1646,-6-4 32,0 0-1130,7 79-496,-1-33 232,-1 8 1,1 1 78,2-3 5,-3-6 116,-4-9-60,-4-11 51,-3-7 168,-1-9-17,1-5-207,0-10 224,1-8-370,0-14-22,3-11-29,2-13-3419,2 5 3422,2 8 1,0 0 14,3-12-40,0-9 29,3 14-62,0 24 11,8-3-12,4 16 12,10 6-11,7 10 51,6 10 214,1 12-61,-2 12-39,-7 6 2874,-12 3-3025,-11-2 42,-11-4 17,-9-10-4,-2-13-24,-6-8 157,5-14 44,-4-9 307,5-16-485,3-16 36,6-10-27,7-4-29,3 12 11,9 1-92,9 10 37,7 4 169,12 7 141,2 14-98,7 12-273,-25 1 1,-1 3 91,2 3 0,-1 4-142,0 2 1,-1 2-266,-3 3 1,-3 2-763,-4 1 1,-4 3 1093,-6 4 0,-3 0 0,-1 4 0,-7-3 0</inkml:trace>
  <inkml:trace contextRef="#ctx0" brushRef="#br0" timeOffset="11074">9587 4292 23013,'6'-46'741,"-1"0"0,1 4 0,-2 12-786,-4 23 1,0 9 49,1 16 1,3 18-57,2 5 1,1 2-23,-1-12 0,0 3-884,7 28 0,2-2 55,-1-9-4014,4 0 1,0-3 4084,-1-10 0,4 2 1,-14-27-1</inkml:trace>
  <inkml:trace contextRef="#ctx0" brushRef="#br0" timeOffset="11449">9915 3859 15115,'-4'-5'4285,"1"2"-2627,3 3-1406,-62-17-112,44 20 58,-17-3 1,3 7 20,29 21-123,-1 6 201,12 7-101,2-17 50,7 7 174,-1-18-151,-5-6 201,3-5-55,7-14-141,0-3 62,5-13 12,-11-1-214,-8 5 152,-10-10-185,-7 12-73,-2-4-12,-9 6-329,10 11-136,-3 0-2833,6 16 3323,5 4 0,-1-1 0,2 0 0</inkml:trace>
  <inkml:trace contextRef="#ctx0" brushRef="#br0" timeOffset="29065">11898 4498 8282,'1'-8'9718,"0"2"-9057,-3-27 0,-1-7-5297,-4 8 4992,1-13 0,-2 0 69,-9 17 1242,-6 3-1460,-7 5 787,-10 3-887,-8 6-6,-8 6-29,-5 5-186,28 3 0,1 3 145,-2 1 0,0 2-12,0 3 1,1 2-4,0 3 1,1 2 0,1 2 0,1 2 0,2 3 0,2 2-17,2 0 0,2 2 2,3 0 1,3 1 3,-8 27 3044,13-4-3055,17-7 5,14-7-17,6-12 36,2-13 1,3-3 19,21-1-17,-15-3 1,2-3 67,23-8 55,-9-7 74,-11-9-7,-12-6-38,-7-6-51,-7-7-33,-4-6-1,-2-5 35,-3-3 38,-1-1 28,-4 6 469,0 7-458,-8 10 97,-3 7-242,-7 9-33,-5 6-23,-7 4 0,-4 8 5,-4 5-16,-1 8 11,2 9 6,3 7-1,4 8 1,3 4-17,1 11 5,9-19-16,3 11 11,9-20-1,1 5 12,5-5-5,3-5 10,5-4 12,5-5 11,4-3 11,3-5 6,4-4-11,6-7 11,2-6 16,9-11-50,-15 6 29,9-10-1,-17 10 34,7-8-45,-11 8 45,1-6 5,-8 5-22,0-7-16,-1-6 4,-3-1 1,0-3 39,-3-3-56,-1 14 34,-1-2 22,-1 14-11,1-1-12,-1 2-10,0 2 16,0 1-50,0 3 16,1 0 1,-1 1-12,0 1-50,0 1 23,0 6 33,-4 9-17,0 7-11,-3 2 11,-1 8-17,4-2 1,0 9 5,6-1 11,6-3-22,9-3 11,10-6-6,11-4-218,15-8-785,-19-8 0,3-3 1009,12-3 0,-1-2 0,6 1 0,2-6 0</inkml:trace>
  <inkml:trace contextRef="#ctx0" brushRef="#br0" timeOffset="29932">12115 4402 12287,'-3'-5'9437,"0"2"-6955,3 3-2482,-11-51 11,20 40 0,15-22-11,9 49 3,-1 4 0,0 3-14,2 6-1,-5-2 1,-1 3-9,-6 1 1,-3 1 16,-1-1 0,-4 1 11,-9 7 1,-7-2-3,-12 2 5,-18-1 34,-7-20 145,-8-5 1,5-9-79,9-17-51,26-17-16,20-15 5,16-10-25,-7 24 1,3 1-338,2 0 0,1 1 331,0 2 1,-1 1-17,-1 5 0,-1 2-31,19-8-28,-11 13-538,5 8-4659,7 14 5253,-5 1 0,-6 1 0,-21-3 0</inkml:trace>
  <inkml:trace contextRef="#ctx0" brushRef="#br0" timeOffset="31107">12816 4551 19238,'8'-2'4268,"-3"1"-3658,-5 1 533,0 0-1099,10-11 29,0 7-5,15-9-6,1 7 16,7-4 23,-2-4-51,-8 2 146,2-12-56,-13 6 0,2-11-17,-10 5-22,-7 1-39,-6 4-40,-8 1 12,-14 7-29,7 4 18,-14 8-18,9 9 7,-5 8-35,3 10-5,8 8 6,9 7 11,7-7-62,20 21-34,8-18-148,-1-12 1,4-2 55,3-6 0,2-3-154,6-2 0,1-3-3379,24 4 3298,-20-9 0,3-4-31,-1-5 0,1-3 114,1 1 1,0-3 330,4-5 1,-4-2 38,-10 1 1,-4-2-50,12-10 249,1-15 49,-22 8 85,1-14 67,-14 6 17,-10 5 118,-10 5-309,-10 8 2977,-2 11-3005,-29 8-106,9 13-81,12-1 0,-1 3 2,-17 22-38,6 11 358,7 6-324,7 2-41,11-3 103,10-6-97,11-14 35,14-1 44,22-13-17,7-5 17,15-13-23,-8-14 45,-5-14 23,-4-10-73,-14 4 8,-11-2 0,-2-4-513,-5 7 0,-1-1 477,5-18 0,0-2 30,-4 10 1,0 2 24,-2 3 1,-1 4 28,2-17 65,-6-2-98,-4 38-29,0-9-73,0 27-44,0 2 55,0 11 63,0 13-35,-1 20-22,-2 17-2,1-25 0,-1 2-1,0 2 1,-1 2 8,0 1-1,1-1 65,0-1 0,1-1-123,3-5 0,1-1-126,9 18 11,7-18-6,6-18 74,4-12 1020,6-17-914,-4-2 16,-5-7 1,-1-4 6,9-16 96,-9 10 0,-2 0-91,5-10 146,-3-2-12,-17 26-95,-1 0-51,-10 17 1,-8 10-6,-6 10-6,-3 14 1,2 8 328,8 6-345,5-4 16,14-3 12,10-7-6,16-8 33,14-9 1,9-8-17,-10-8 19,-14-7 0,-2-4 26,9-12-23,-12 3 0,-2-2 6,8-26-11,-6-6-341,-5-4 335,-8 4-6,-7 17 23,-5 4-62,-5 19-112,1 1-151,-2 9-414,2 12-691,0 7-2849,4 12 4234,3 2 0,-2-11 0,0-7 0</inkml:trace>
  <inkml:trace contextRef="#ctx0" brushRef="#br0" timeOffset="31507">14905 4425 18582,'3'-6'5282,"-1"1"-3366,-2 5-1552,0 0-291,-20-16-45,1 24 5,-37 5-30,28 7 0,0 5-899,-8 2 1,0 2 780,0-1 0,1 1-2058,-3 5 1,3 0 1558,11-12 1,2 1-1073,-3 7 0,5-2-2268,9-6 857,6-4 2026,16-27 3514,14-37-1278,-5 4 434,-5 3 0,-2-2 1472,-7 10 0,0-2-1486,0-17 0,-1 1-969,-1-10-106,-6-3 302,-5 45-246,0 7-527,2 1-16,2 10-12,6 12 0,7 14-6,3 2 1,3 2-6,9 17-14,-3-9 0,1 1-596,11 13 218,-13-20 0,3 1-4524,8 3 1,-1-2 4222,8 7 0,0-5 0,-32-31 1</inkml:trace>
  <inkml:trace contextRef="#ctx0" brushRef="#br0" timeOffset="31783">15275 4444 26581,'-2'15'78,"7"34"-78,0-11 0,0 5-1007,-1-2 0,0 4 0,-2-4 993,0-2 0,-2-1-6,-2 10 1,-4-3-48,-10 5-303,-5-16 1,-9 2-1,1-3 5,-5 1 1,-2-3-291,-2 1 0,-4 1 0,2-7-488,5-9 0,1-6 803,-7-6 0,4-3 0,10-2 0,-7-5 0</inkml:trace>
  <inkml:trace contextRef="#ctx0" brushRef="#br0" timeOffset="32182">15445 4112 19160,'0'-3'3887,"0"0"-2627,0 3-1244,-29-14 12,13 21 17,-24 4-28,28 21 5,4 7 51,12-10 106,7-7-50,1-8 179,8-6 57,-2-6 100,10-13-331,-10 2-3179,6-26 3129,-18 16 101,2-21-146,-8 25 17,-5-9-56,2 18-50,-11-1 22,7 9 3134,-15 13-3873,9 6-4498,-2 32 5265,10-13 0,4-2 0,1-23 0</inkml:trace>
  <inkml:trace contextRef="#ctx0" brushRef="#br0" timeOffset="32456">15994 4338 26066,'6'-41'408,"1"1"1,-1 1 0,-4 12-420,-3 25-23,-2 3 23,2 4 17,-4 25 5,2 9-11,-2 11 0,4-9 0,2 2-3,3-6 0,3 0-702,0 6 0,1 0 705,2-12 0,1-2-140,13 13-308,-9-18-790,-2-1-2027,-11-12 3265,-15-18 0,5 5 0,-5-9 0</inkml:trace>
  <inkml:trace contextRef="#ctx0" brushRef="#br0" timeOffset="32623">15951 4314 18880,'-1'-6'5639,"0"2"-4244,1 4-1266,-22-4-62,12 17 37,-16 19 0,-3 8-110,10-6 0,2 2-421,-7 14 0,-2 0-394,-1-8 1,0-1 820,1-3 0,1-3 0,-10 16 0,4-6 0</inkml:trace>
  <inkml:trace contextRef="#ctx0" brushRef="#br0" timeOffset="33441">16577 4192 10819,'21'-44'1966,"-1"0"0,1 0 0,-1 0 0,9-14 0,-4 5-2059,-5 3 0,-6 9 660,-6 17 854,0 1-950,-4 10-144,0 3-265,-6 25 89,-7 18-95,0 1 0,-2 3-402,1-4 1,-2 4 388,-7 12 0,-4 7 0,0-1-446,3-9 0,0-2 1,-2 3 397,-1 3 1,-2 4 0,0 0 0,1-4-34,0-3 1,1-3 0,0 3-778,0 0 0,-1 4 0,1-1 0,3-5 815,-1 8 0,1-3 0,-5 10 0,4-6 0,10-15 0</inkml:trace>
  <inkml:trace contextRef="#ctx0" brushRef="#br0" timeOffset="33724">17316 3859 23539,'3'-41'524,"1"1"1,-1-1 0,-3 17-547,-5 33 89,-6 17-50,0 6-6,0 2 0,0 7-796,0-3 0,0 4 1,0 0 784,-2 4 0,-1 1 0,0 1 0,1 0 0,-1 1 0,-2 1-45,0-3 0,-1 1 0,-1 0 0,1-3-571,0-1 1,1-3 0,-1 3-699,0 0 1,-2 4-1,0 0 1,3-4 1055,-8 17 0,4-6 0,7-18 0,2-5 0,-1 3 0</inkml:trace>
  <inkml:trace contextRef="#ctx0" brushRef="#br0" timeOffset="34548">16956 4618 21651,'-8'-43'521,"0"0"0,2 1 1,8 9-511,19 23-11,6 0 0,8 6 0,3 3 5,-6 0 1,2 2-885,15 1 0,3 0 876,-6 1 1,-3 0 281,-8 0 0,0-1-274,12 0 1,-1-1 5,9-2 0,-18-1 1,-1-2 55,3-3 475,-14-1-49,-13 4 16,-7 2-139,-10 2 601,0 2-943,-14 3 0,-6 8-6,-11 7 1,-4 8-23,5 5 0,11-4 0,7 6 11,13 1 11,9-2 6,12 1 56,20-16-39,-10-9 17,8-5 146,-4-18-68,-7-3-17,7-17-11,-13-2-28,-7-6-45,-3-4 6,-3 1 0,-1 4 22,0 10-17,-2 10-27,3 6-23,0 8 0,10-1-12,11 2 1,19 0 11,-2 2-11,-2 1 0,0 2 5,4-1-3,2 2 1,1 0-3,-2 4-50,11 1-40,-31 2 50,-17 3 51,-10 0 12,-23 21 10,-2-1-16,-15 15-12,10-6 17,9-2-11,11-11 0,9 9 28,11-14 6,10 6-17,0-15 67,21-2 11,-10-8 17,14-7 17,-13-9 16,-6-11-22,-6-9-16,-6-9-29,-7-8-16,-7-4 27,-6 2 12,-5 7-34,-4 13-50,3 14-34,-1 7-61,8 8-107,1 0-229,3 10-516,1 10-1198,2 14-3883,3 11 6011,0-1 0,1-14 0,-4-12 0</inkml:trace>
  <inkml:trace contextRef="#ctx0" brushRef="#br0" timeOffset="34883">18458 4792 20974,'7'11'2918,"-2"-2"-1355,-5-9-700,0 0-516,43-68-202,-15 25-533,4-9 1,2-4 403,-13 16 1,-1 0-373,1-7 0,0-3 367,0-5 0,-2-1 20,-1-3 0,-2 2-15,-4 12 1,-2 1 39,-2-9 0,-5 2-105,-10-4 69,1 20 0,-3 4 30,-15 3-11,0 16 551,1 15-579,1 14 6,-2 20-6,2 22-175,10-19 0,3 3 158,1 7 0,1 2-11,2 6 1,2 0-461,0 2 0,2 0 205,2-2 1,1-2-43,-1-14 1,2-1-3491,6 11 1,2-3 3139,5 0 1,1 4 0,-9-35-1</inkml:trace>
  <inkml:trace contextRef="#ctx0" brushRef="#br0" timeOffset="35140">19244 4154 22655,'0'-6'3091,"0"1"-2200,0 5-908,13-31 39,-15 42 6,5-6-25,-9 23 0,-6 11-154,1 2 0,0 4 126,-3 14 0,0-1-605,4-17 1,1 0 282,-5 17 0,1-3-645,1-6 992,4 3 0,1-2 0,1-17 0,2 23 0</inkml:trace>
  <inkml:trace contextRef="#ctx0" brushRef="#br0" timeOffset="35598">19597 4448 19988,'0'-5'3036,"0"1"-1949,0 4-947,-76-27-725,33 34 669,-17-7 0,-2 5-34,31 14 1,3 5-26,-1-3 0,0 2 20,3 0 0,2-1 5,-3 4 111,4-1 1,3 2-44,1 12 98,3 6-166,19-15 45,22-10-33,16-10-1556,2-7 1,2-1 1495,-12-2 1,1-2 1,8-3 0,4-3 0,-5-1-78,16-7 91,-7-1 0,0-2-6,4-10 11,-25 12 1,-1-2 72,13-15 140,-15-2-123,-15 15 179,-6-4 34,-5 14 134,-2-1-369,1 5-6,0 4-79,-2 4 3340,-7 17-3340,1-2 1,-5 14 132,2 4-172,-1 17-72,4 2-57,2-2-755,8-8-1575,8-12 2493,8 4 0,-6-17 0,2-7 0</inkml:trace>
  <inkml:trace contextRef="#ctx0" brushRef="#br0" timeOffset="35931">20134 4340 25444,'-34'-23'70,"1"1"0,-23-5-64,42 46 5,1 12 0,8 0 0,1 7 6,9-3 89,5-6-55,1-13 83,3-6-50,-2-11 56,6-11-67,-2-5-23,1-10-38,-8 6-24,-3-3-553,-1 8 27,-2 3-2633,8 6-3191,-2 15 6362,3 2 0,-4 0 0,-5-3 0</inkml:trace>
  <inkml:trace contextRef="#ctx0" brushRef="#br0" timeOffset="36324">20229 4827 25998,'32'-30'87,"0"0"1,0 0-1,2-2 1,0-1-1,-5 2-31,-6-1 0,-2 1-977,1-2 1,1-1 962,5-16 0,-1-5-5,-10 13 0,-1-2 1,0 2-16,4-10 1,-2-2 42,-3 1 0,-1-3 1,-4 8 614,-1-8-540,-4 9 0,-3 5 11,-5 18 235,-3-1-375,0 21 28,-14 17-22,-2 12-26,2-1 1,0 5 394,-2 7 1,0 4-390,-3 9 0,1 3-318,4-9 0,2 4 309,4 2 1,2 6 0,3-6-512,2-10 1,4 1 509,3 5 0,2 5 0,5-6-63,10-6 1,4-5-297,8 8 0,6-2-849,11-2 0,4-5-768,-7-9 1,1-4 1747,7-2 0,-3-4 0,-3-7 0,-12-6 0</inkml:trace>
  <inkml:trace contextRef="#ctx0" brushRef="#br0" timeOffset="36558">20401 4413 25365,'-23'-47'684,"44"10"-583,34 37-65,-14 1 0,1-1-228,-9 1 1,-1 0 214,29 0-65,-28 1 0,-1 0-188,11 0-1450,7 4 1680,-29-1 0,-5-2 0,-7-1 0</inkml:trace>
  <inkml:trace contextRef="#ctx0" brushRef="#br0" timeOffset="37515">22312 4354 17882,'-7'-43'2068,"-1"0"1,1 6 0,2 8-1845,3 19-89,2 7-169,1 3 79,9 8 0,10 13-37,3 3 0,1 2 4,13 16-396,-7-6 0,-1 3 384,-11-11 0,-1 1 8,1 7 1,-2 1-4,-4-3 1,-5-1 25,-9 1 0,-6-2-3,-6 7 56,-26 0 128,-1-30-128,7-4 101,-8-29-78,30-7-79,-1-11 28,21-10-33,12 4-21,-3 18 1,4 0-17,11-4 0,3 2-16,-3 8 1,2 3-64,9-2 1,0 5-121,16 2-218,-20 11 0,0 2-404,-5 1 1,-1 1-743,8 3 1,0 1-1669,-5 0 1,-3 2 3244,19 9 0,-26-5 0,-12-2 0</inkml:trace>
  <inkml:trace contextRef="#ctx0" brushRef="#br0" timeOffset="38259">23066 4382 9582,'-4'2'9830,"1"0"-5787,3-2-3858,-11 7 28,13 0-101,-9 4 129,23 0 16,13-4-184,-4 0 146,30-10-113,-19-7-33,6-4 95,-6-8 67,-11-8-162,-5 5-3241,-7-16 3230,-11 24 39,-10-11-28,-16 15-51,2 3 34,-32 5-39,18 13-17,-16 7 0,21 3 0,2 14 3369,11 2-3383,9-3 0,2 1-8,-2 13-115,14-5 0,6 1-754,17 5 265,-10-18 1,3-1-583,8-2 1,5-4-2064,10-6 0,4-3 22,3-1 1,1-1 1918,1-4 0,1-5 1291,8-8 0,-4-5 39,0-6 1744,-3-6 1,-3-2 394,-15 0 698,-4-7 0,-2-2-215,-4-10-1687,-9 11 0,-3 0-240,-2-8 828,-12-11-862,-12 24-286,-9-8-195,-11 21-52,-7 9-88,4 8 49,-10 11-55,-1 19-23,1 8-238,20-13 1,2 1 226,-2 13-287,5 17 281,14-29-11,14 24 40,10-31-7,7 2 102,21-15-78,-21-9 21,5-6 1,0-4 39,3-11 56,13-16 44,-17 0 23,-5-1-2357,-7 3 2295,-6 11 330,-4 5-285,-6 13-251,0 1-12,-2 9 39,0 2 17,0 6 3397,0 10-3436,0 18 0,1-6-555,10 28 34,-2-35-1588,6 3 0,5 0 2148,22 0 0,-11-1 0,0-16 0</inkml:trace>
  <inkml:trace contextRef="#ctx0" brushRef="#br0" timeOffset="38764">24635 4425 16208,'1'-9'6172,"0"3"-5285,0-25 1,-3-4-524,-2 14-120,1-17 0,-6 4 92,-18 27-213,-2 5-5,-16 19-73,11 10-34,2 9 34,2 17-6,9-1-20,9-19 1,2 1-3,2-1 0,3-1 39,2 26-17,8-18 151,25 5-50,7-25-76,-6-7 1,3-3-195,2-9 0,1-4 161,5-4 0,0-2-786,4-5 1,-2-3 771,-9 4 0,0-3 36,14-14 0,-2-4-531,-15 4 1,-2-2 493,0 0 1,0-3 0,-2 1-6,-2-4 0,-2-1 26,-3-2 1,-1-3-1,-3 2-1,-3-2 1,-3-1-6,5-16 0,-4 0-170,-7 17 1,-2 3 211,-3 5 0,-1 2 356,-2-20-233,-3 16-112,2 15 1399,0 10-1500,1 10 1146,-3 5-1123,-5 15 536,0 4-542,-13 33-14,10-11 0,1 3-225,0 3 0,1 4 226,3-2 0,1 4 0,2-4-558,1-3 0,1-3 557,0 8 0,4-1-274,4-6 0,3-3-728,-1-7 1,1-1 387,1 7 1,2 0 83,2-2 0,-1-5 0,-3-10 1,4 12-1</inkml:trace>
  <inkml:trace contextRef="#ctx0" brushRef="#br0" timeOffset="38915">24952 4423 23912,'37'-25'-460,"0"0"1,0-1 0,17-8 0,-1 9 459,-6 22 0,-4 7 0,6-3 0,-5 2 0</inkml:trace>
  <inkml:trace contextRef="#ctx0" brushRef="#br0" timeOffset="39224">25728 4409 26245,'-21'-3'554,"11"0"-464,39-4-29,2 0-27,0 0-34,2 0 22,1 3-55,0 1-68,-8 2-2313,3 0 2414,-14 2 0,-1 0 0,-9 0 0</inkml:trace>
  <inkml:trace contextRef="#ctx0" brushRef="#br0" timeOffset="39849">26204 4369 16825,'3'-43'532,"1"0"0,-2 4 0,4 9 2058,6 16-2551,4 7 1111,4 9-1139,10 11-5,9 14-18,4 16 9,-20-17 1,-2 2 182,-1 2 0,-2 1-180,-3-1 0,-3 0 22,0 22 2187,-20-10-2142,-14-14 28,-13-11 62,-1-10 28,7-13-39,10-10 288,10-12-344,20-20-62,1 13-17,16-11-11,-3 24 0,5 2-3,-3 4 0,2 1-171,13-6 1,3 3-54,5 8 1,0 4-312,-6 4 0,-1 1 101,-1 2 0,0 1-899,-4 5 0,-3 1-4427,18 8 5763,-20-4 0,-2 0 0,2 2 0,-8-2 0</inkml:trace>
  <inkml:trace contextRef="#ctx0" brushRef="#br0" timeOffset="40457">27231 4409 24822,'-17'-33'311,"0"1"0,-10-19-216,-1 51-50,4 7-28,-6 6 5,3 10 6,1 19-17,12-12 29,4 28-18,17-26 12,1 6 111,34 1-106,-19-24-16,22 8 38,-3-19-16,-15-4 78,31-10 12,-26-8-96,1-1 6,-13 0 39,-12 6 5,-5 2-21,0-2-29,-3 4-11,0 1 17,-2 3-40,1 2-44,0 2 56,0 1-303,0-1-5,3 0-101,0-2-90,2 0 157,-3 0-577,0 0-178,-1 1-41,0-2-245,0-1 811,0 2 342,-1-1-83,-1 3 206,-1 0 185,-3-1 152,0 0-225,1 0-291,2 2 34,3-1-3989,4 1 3376,2 0 0,0 0 0,-1 0 0</inkml:trace>
  <inkml:trace contextRef="#ctx0" brushRef="#br0" timeOffset="41665">27232 4463 6728,'-10'7'5360,"3"-2"-2095,7-5-391,0 0-906,2 6-1671,1-3 930,9 4-891,16-7-184,6-4-80,3-2 3043,-1-7-2813,-8-12-156,-3-6-6,-7-10-12,-12 2-77,-6 9 83,-13-7-100,2 19 33,-16-8 23,-3 17-62,-3 3 5,-7 11-16,13 4 45,-16 23-46,16 4-16,-7 9 0,20-10 0,4 2-335,2 17 329,5-16 1,4 1-34,16 21-1686,6-27 1,3-2 1550,16 11-563,10-13 1,3-5-1920,4-6 2213,-12-5 1,5-3-1401,4-7 1,1-3 525,-10-4 1,1-1 694,-2 0 0,1-1 1,-3-2 394,-5-2 0,-1-3 207,11-10 1,-3-2 285,-17 7 0,-2-2 426,11-7 0,-2-3 1688,5-17-247,-18 3-671,-17 2-498,-18 4-617,-6 10 386,-32-2-374,1 18-225,-11-1 0,17 15 1,1 5 1179,-17 12-1295,24-9 1,0 4 28,-1 10 0,5 3 2200,-7 14-2234,12-13 0,3 3 53,5 28-28,15-21 23,26 11-6,16-25-34,-9-12 1,2-3 391,22 2-400,-18-11 0,2-4 19,-1-7 1,0-3-3,0-2 0,-1-3-220,3-8 1,-3-5 202,-9-2 0,-3-2-6,0-6 1,-2-3 8,0-5 0,-1-3 1,-7 10 1,0-3 0,-2 3 334,2-2 0,-3 0-314,1-12 0,-3 3 90,-6 1 102,-5-1-35,-1 19 149,-3 18-334,3 9 445,0 15-439,-3 16 0,-4 24-17,0 2-9,0 4 1,0 2 303,0 7-306,4-17 0,-1 8 0,2-5-632,1-6 0,3-1 534,1 16 0,4-2-85,2-18 1,4-4-299,18 16-171,6-19 254,9-15 241,5-18 174,6-14 27,-1-17-11,-27 11 1,-2-2-209,-1-1 0,-1-2 261,-2 0 1,-2 1 265,10-19 492,-12 14-564,-9 14 1004,-12 12-1245,-6 12 161,-7 8-172,-2 11 536,4 7-536,6 4 0,7 1-6,6-7 101,16 9 28,18-14-89,-1-1 21,24-12-44,-12-18 8,-13-4 1,1-2-200,12-11 199,-17 0 1,-3-2-31,-3-4 33,-4-3 0,-2-3 34,0-7 5,1-15-11,-17 25-5,-7 11-62,1 11-78,-2 4-96,3 5 17,0 2-1467,-2 14-1781,3 4 3405,4 18 0,-1-18 0,4-1 0</inkml:trace>
  <inkml:trace contextRef="#ctx0" brushRef="#br0" timeOffset="42009">29630 4338 25718,'4'-20'73,"-8"18"-67,-19 43 5,1-1-25,1-7 0,0 2-160,-9 13-199,8-14 1,-1 0-1488,1-6 1,-2-3-5299,-19 8 2004,1-9 5154,4-18 0,24-6 0,0 0 0</inkml:trace>
  <inkml:trace contextRef="#ctx0" brushRef="#br0" timeOffset="42148">29230 4561 20044,'23'-42'1219,"0"-1"1,0 0 0,8-13 0,-2 7-626,2 12-353,-10 17-180,-2 19-61,-7 9 23,13 24-18,5 11-61,-8-13 0,1 1-968,4 4 0,0 0 1024,3 2 0,-2-2 0,4 6 0,-6-8 0</inkml:trace>
  <inkml:trace contextRef="#ctx0" brushRef="#br0" timeOffset="45570">1293 6510 20705,'-36'-36'252,"0"0"0,10 4 0,-1 9-157,-27 31-39,13 11-17,-13 12-539,6 10 494,11 5 12,15 2-6,15 0 82,19-2-54,18-2-9,-7-23 1,5-2-231,5-1 0,3-2 222,4 0 1,1-2-12,-1-1 0,-1 0-12,-4-1 1,-3 1-11,12 14 50,-24 1 262,-29 2-268,-15-12 1,-6-1-9,-5-2 0,-3-1-421,-2-1 1,-2-1 409,-4-1 0,-2-2 11,3-2 0,1-1-6,8-1 1,0-1-46,-5 2 1,6-7-1288,10-19-699,7 3 2023,31-33 0,-7 34 0,13-12 0</inkml:trace>
  <inkml:trace contextRef="#ctx0" brushRef="#br0" timeOffset="45794">1585 6443 21534,'2'49'160,"0"1"1,0-15-1,0 0-143,0 21 0,1 0-1178,1-20 0,0-1 987,0 8 0,1 0-904,1-3 0,1-2-6943,5 20 7276,1 3 0,-4-26 1,-5-18-1</inkml:trace>
  <inkml:trace contextRef="#ctx0" brushRef="#br0" timeOffset="46837">1533 6888 13732,'-4'-5'6615,"1"1"-6151,3 4-452,42-57-7,-15 40-258,12-14 0,4 2 239,-11 24 0,1 6-17,7-3 0,1 0-25,-2 0 0,-1 1-14,-4 0 0,-1 0-25,20-2 128,-14 0 51,-19 1 258,-9-1-309,-11 3 52,-7 5 50,-14 16-74,0-2 68,-14 22 203,14-11-304,2 6 79,13-6 223,28-10-123,10-11-3419,20-13 3284,-14-5-335,15-20 364,-28 11 96,18-27-18,-32 23 112,2-22-67,-17 11 2956,-9-6-2984,-9 1 850,-15 6-867,2 11-106,0 7 516,0 10-505,-11 22-84,13-5 11,-15 28-6,34-15-16,-4 24-17,12-4 19,9-10 1,3 0-3,6 13-42,11-10 0,6-1-311,15 0-98,-10-11 0,2-3-326,-2-9 1,-2-3-198,22 3-533,-12-11 0,0-4 790,0-3 369,0-7 1,-2-4 739,-6-12-34,3-7 1395,-20-15-218,-13 16 459,-1-23-1462,-4 27 391,-2-4-525,0 22 279,-1-1-632,2 8-45,0 3-1,2 20 24,0 8-1,1 11-3,-1-7 1,1 1-4,1 5-5,-1 4 0,0 3 11,-2-8 1,0-1-551,-1-1 1,0 1 538,0-3 0,-2 0-616,-5 24 599,3-27 101,-1 14 140,6-36-50,0-9-129,-2-15 1000,-5-16-1034,-2-8 0,0-4 3,2 5 0,1-2-332,-3-19 1,2 1 317,4 21 0,2 1-445,3-25 0,2 1 448,1 27 0,0 1-3,1-14 0,2 2-34,12-3 0,3 19 12,23-4-6,1 15-12,14 10 24,-19 13-12,4 16 11,-22-3-17,-4 7 1,-1 3-1,-5 13 28,-4 20 12,-28-13 944,-17-4-950,10-23 0,-2-2-20,-3-1 0,-1-2-75,-1-2 0,1-3-118,-17 4-626,3-12-4863,32-12 5702,4-3 0,11 2 0,5 2 0</inkml:trace>
  <inkml:trace contextRef="#ctx0" brushRef="#br0" timeOffset="47066">3058 6787 16952,'-3'7'4974,"1"-1"-4044,2-6-191,0 0-722,9 4-269,11-6-207,6 3-2336,4-7 0,2-1 1947,7-4 0,0 2 0,-31 7 0</inkml:trace>
  <inkml:trace contextRef="#ctx0" brushRef="#br0" timeOffset="47452">3442 6617 17311,'-4'-3'5198,"1"2"-4207,3 1-666,-4-60-202,24 31-78,-9-9 0,4 1 11,38 10-17,4 9-28,-1 7 0,-14 7-44,13 23 27,-24 8 3,-9-4 1,-4 4-379,0 32 384,-16-25 0,-4 0-9,-7 24 14,-15-13 1,-7-1-4,4-12 1,-2-1-326,-14 13 1,-3-1 333,8-11 0,2-3-3,3-4 1,3-3 21,-13 9 401,21-16-311,17-9-28,21-12-56,19-4-39,23-8-369,-21 7 1,2 0 326,3 0 0,0 0-106,1 1 0,-1 1 47,-1 1 1,1 2-2315,2 2 1,-1 1 1696,16-1 1,-12 4 0,-33 0 0</inkml:trace>
  <inkml:trace contextRef="#ctx0" brushRef="#br0" timeOffset="47919">986 7648 9251,'-53'8'1744,"-1"0"1,1-1 0,2 1 0,3-1-1286,-1 0 0,7 0 964,11-2-750,12-1-466,3 0 174,17-1 218,15 3-67,19-1-129,27 1-611,-18-4 0,6-2 314,7-2 1,6-2 0,-3 0-785,-13 2 0,-2 0 1,5-1 699,-2-1 1,4 0-1,2 0 1,0-1-1,-2 1-510,4 0 1,-1-1-1,-1 1 1,4 0 500,-1 0 1,3-1-1,2 1 1,0-1-1,0 1-304,-10 0 0,1 0 0,0 0 0,1 0 1,-1 0-1,0 0 289,10 0 1,0-1 0,0 1 0,-1-1 0,0 1-138,-3-1 1,0 1 0,-1-1 0,0 1 0,-1 0 136,-4 0 1,-1-1 0,0 1 0,-1 0 0,-1 0 3,6 0 1,0-1 0,-2 1 0,-1-1 0,10 0 1,-3-1 0,-1 1-10,-7 1 1,-3 0 0,-1 1 401,11-2 1,-2 1-507,-5 2 1,-6 1 904,9-1-1680,-11 2 885,-27 2 0,-9-2 0,0 2 0</inkml:trace>
  <inkml:trace contextRef="#ctx0" brushRef="#br0" timeOffset="51035">5887 6804 13676,'1'-8'3758,"1"-28"0,-1-3-3259,-3 18-295,3-17 0,-3 3 447,-6 23-254,-2 4-240,-6 2-101,-6 8-33,0 6 35,-5 9 1,-1 5-20,4-1 1,0 2-18,-11 12 0,0 4-2,3 6 0,3 1-342,11-15 1,1 2 324,0 12 0,4 0 8,12 8-221,13 7 221,20-14 22,21-12-25,-19-23 1,2-2 2,3-3 1,-1-2 2,-1-4 0,0-1 53,25-9 34,-14-7 27,-12-7 29,-12-1 39,-8-2 73,-6 4 729,-5 6-713,-3 6 69,-2 6-359,0 4 33,-4 12-11,0 4-6,-3 11-11,4 1-17,7-1 28,8 0-3392,27 1 3381,-7-11 6,-1-7 0,3-4 16,23-4 0,-19-4 1,0-2-1,-1-2 1,-1-2-142,-3-4 0,-3-2 214,18-17-5,-16-5 16,-15-4-16,-11-6-23,-11-2-16,-7-1 16,-6 5 241,-5-2-247,10 24 3211,2 1-3305,10 21 5,1 1-6,1 7 515,5 3-487,8 9 6,12 3 28,13-2-1721,-6-11 0,1-2 1710,16 2-17,-11-7 0,0-3-28,9-7 44,6-6 7,-10-8 10,-13-4 23,-12-2-22,-8-1 39,-7 0 3392,-2 3-3404,-2 5 34,-1 7-61,0 6-84,-1 6 27,1 8 18,-1 2-1,1 15-5,0 4 22,1 13-33,3 3-6,4 4-56,7 2-258,8-1-358,9-1-353,9-9-101,7-10 269,5-14 420,-1-13 370,-6-12 157,-7-19-29,-16 5 96,-4-18 129,-14 14 218,-1-4 101,-8 7-314,-1 12 364,-15 7-364,3 9-128,-5 4-91,8 5 1,8 5 34,13 0-1,10-1 40,29-3-67,6-5-815,-16-6 1,0-2 791,15-2-116,8-8 167,-20-2 5,4-6 11,-16-2 11,-13-11-72,-15 2-17,-5 1 1559,-12 2-1560,0 11 146,-6 0-128,-10 7-18,11 6-4,-13 9-12,13 8-23,-9 20 1,9 4 5,6 12 17,11-15-34,14 7-229,31 8 73,-8-15-197,3-9 0,3-4-716,22-4 57,-18-10 0,0-1 852,-5-2 1,-1-2-29,9-4 1,0-3 151,-10-1 0,1-2 73,13-7 0,1-3 41,-12 2 1,-2-2-9,-2 1 1,-3-2 367,12-27-174,-25 23 318,2-18-27,-20 20 760,-5 1-772,-30 4-145,-6 11-227,9 4 1,-2 3-63,4 2 1,2 3-9,-25 15-44,15 5-1,15 3-22,13 0 0,11-1 11,12-3 28,12-5 12,16-6-23,-7-11 0,1-2-11,15-1 14,-13-4 0,-1-3 19,4-8 23,5-6 28,-11-4 11,-10 0 50,-9 0 197,-6 2-236,-4 9 146,-4 2-269,-1 8 5,-1 3-5,-5 7 11,-6 17-11,3-3-16,-1 18 21,12-13 1,7 5-6,10-6 5,14-5 1,14-7-6,13-6 8,-19-9 1,1-4 8,16-3-12,-18-3 1,-1-4-1672,-8-6 1,-3-1 1693,19-17-17,-17 5 1,-3-3-296,-9 6 1,-3-2 305,3-11 1,-1-3-4,-2-2 1,-3-2 19,-2-7 1,-4 1-7,-3 14 1,-3 2-15,1 4 1,-4 4 25,-12-1-17,0 23-6,-3 2-11,-8 24 1,5 12-12,1 11-12,11-7 1,3 3-6,0 14 1,3 2 1281,0-10 1,1 2-1281,2 9 0,2 5 0,1-7 3,1-14 0,3-1-44,0 7 0,3 4 0,0-4-261,5-2 1,2-1-424,3 9 1,1 1-687,0-5 1,-1-1 1361,0-3 1,-1-4 0,1 3 0,-4-12 0</inkml:trace>
  <inkml:trace contextRef="#ctx0" brushRef="#br0" timeOffset="51585">8487 6946 23461,'48'-29'-2,"1"0"0,6 3 0,-1 9-82,-17 17 0,0 4-151,11-1 0,2 0-536,9 0 1,-2-1 476,-19 1 0,-1-2-258,12-3 1,-5 0 478,-16-2 107,9-4 291,-29-2 587,-14-1-424,1 0 543,-17 3 61,0 5-812,3 1 252,-8 6-17,2 12-386,1 4-73,3 12 5,15-3-16,10-4 17,15 2 106,24-3-129,-6-6 31,-1-9 1,0-4 24,4-9-56,8-2 84,-16-12 0,-13-3 29,-3-16-124,-10 2 28,-13-9-34,-3 18 51,-11-1 22,-4 15-56,3 3 146,-25 24-73,15 10-76,9-3 1,2 3-322,-5 13 330,5 17-57,13 3 18,6 2-40,7-27 1,4-1-779,24 16-606,4-13 1418,-2-15 0,-1-4 0,-9-4 0,15 3 0</inkml:trace>
  <inkml:trace contextRef="#ctx0" brushRef="#br0" timeOffset="52215">11081 6911 10772,'-8'-46'1081,"0"0"0,-1 4 0,-3 6 2083,-19 4-2744,-9 11-174,-5 10 1298,-3 17-1488,2 12-23,6 17-16,11 11 671,13 9-654,21 5 2,12-23 1,5-2-15,15 11-5,-1-16 0,4-4-216,-11-12 1,0-1 198,5 2 0,1 0-17,19 10 22,-20-7 74,-22-4 193,-28-3-177,-24-3-62,8-4 1,-4-2 936,-7 0 1,-1-1-952,-4-3 1,0-2-9,-5-5 1,2-2 90,18 3 0,2-1-318,-2-6 1,6-2-1740,17-2 1955,16-4 0,-1 12 0,11 3 0</inkml:trace>
  <inkml:trace contextRef="#ctx0" brushRef="#br0" timeOffset="52795">11432 7280 24397,'33'-36'131,"-1"-1"0,1 0 1,-3 1-1,-1 0 0,-6 0-58,-7-10 0,-6 0-460,-2 2 0,-2 1 401,0-2 0,-3 2 33,-2 2 1,-2 3 97,-6-13 454,-2-2-476,-2 22 442,-4 10-554,8 15 148,-4 6-119,4 14-1,-7 29-45,7-6 1,1 1-1383,1-4 0,0 0 1388,2 5 0,2 0-14,2-7 0,3-1-104,-1 1 0,2 1 112,3 6 1,3 0-9,5 0 0,3-3-3,0-8 0,2-3-5,20 16-6,7-22 0,-6-15 17,11-11 19,-22-5 0,-2-5 32,14-19-18,-6-3 12,-14-5-1,-11 10 3327,1-5-3175,-6 9 412,-4 12-502,-2 10-123,-1 4 40,1 17-35,8 16 12,2 10-6,8 11 0,-3-16-167,8 7-533,0-8-1126,9 8-4128,3-6 5971,-4-10 0,-12-12 0,-10-8 0</inkml:trace>
  <inkml:trace contextRef="#ctx0" brushRef="#br0" timeOffset="52979">12361 6710 22615,'12'0'-8200,"11"15"8200,-2 12 0,-2-5 0,-9-9 0</inkml:trace>
  <inkml:trace contextRef="#ctx0" brushRef="#br0" timeOffset="53229">12832 6889 24850,'-52'-23'220,"0"0"1,3 3-1,5 11-181,-5 38-5,11 8-34,15-4-11,18 2 0,6 0-1,6-1 1,11 26-169,28-20-441,3-8-209,-10-10 0,4-3-3108,10-5 0,-1-3-978,-17-4 1,-1-2 4887,8-1 0,-5-1 0,-19-3 0,-7 0 0</inkml:trace>
  <inkml:trace contextRef="#ctx0" brushRef="#br0" timeOffset="53635">13352 6935 25634,'-23'-44'152,"0"15"-124,9 49-23,3 0 18,2 19-18,6-17 46,16 24 27,8-24-16,19 6-23,-6-18 78,22-7-66,-26-5 139,26-15-78,-35-3-22,4-15-23,-18 0-17,-8-1-38,-3 9 10,-11-1 12,-2 16-1,-11-1-5,6 10 39,-9 7 40,-3 11-96,-1 8 11,0 15-22,15 5 0,9-6-5,11 13-46,28 5-145,-10-26 0,2-1-1316,10 5 0,2-2-3081,15 7 3840,-4-3 1,-28-23-1,-3-1 1</inkml:trace>
  <inkml:trace contextRef="#ctx0" brushRef="#br0" timeOffset="100120">15488 7052 14645,'6'-45'1789,"0"0"1,0 0-1,1-14 1,-1 7-1039,-1 6 229,-10 15-650,-9 21-279,-16 15-1,-17 25-50,16-1 0,-1 5-544,-4 11 0,-1 8 537,13-14 0,-2 4 0,1 1 0,2-2-4,-1 0 0,3-1 0,-2 1-6,-2 8 0,-1 3 0,0 4-365,7-10 0,0 5 0,0 1 0,1-2 0,2-6-483,1-2 0,1-4 0,-1 4 702,-2 6 1,-2 8 0,0 1-1,0-3 1,4-10 75,-2 1 0,3-7-162,-1 2 1,-2-4 354,-23 12 67,-9-45-39,9-9 17,12-15 1,3-9 74,13-15 1,5-4-174,-1 9 1,3-3 95,4-1 0,5-4 1,5 0-130,10-4 1,7 0-1,1 2 230,-3 6 0,2 1 1,3-1-270,0 4 1,3-2 0,1 3 0,-2 5-450,12-3 1,-1 7 439,-1 3 0,1 3-11,0 1 0,3 2-722,-5 3 1,4 1 0,-3 1 737,11-5 1,1 1-8,2 1 0,6 0 0,-7 3-350,-9 4 1,-2 1 379,9-3 0,-1 1 257,-17 4 0,-6 2-279,-2 4 1296,-10 10-972,-22 13 2665,-21 21-2905,7-9-34,-3 5 2254,17-2-2198,12-8 156,23 14-83,14-21-90,7-4 57,11-13 38,-11-11 62,-18-1 0,-1-4 162,11-16-10,-10-15-192,-23 10 158,-6-16 33,-15-10-257,4 11 16,-2 14 1,-3 3 263,-10-4-264,-1 5-117,2 11-3499,-1 15 3454,9 8-95,-23 22-246,11 9-113,8-6 0,1 1-403,0 18-2930,13-8 1,3 1 3502,7 8 0,-1 4 0,1-31 0</inkml:trace>
  <inkml:trace contextRef="#ctx0" brushRef="#br0" timeOffset="100488">16351 7420 17787,'3'-5'5461,"0"1"-3691,-3 4-1479,1-62-72,13 24-415,-5-7 0,3-3 274,4 17 1,3 1-34,1-7 0,0-2-541,2-8 0,-1-2 524,1-7 0,-1-1-12,-7 16 1,0 0 0,0-1 5,4-18 1,-2 1 13,-3 6 1,-2 3-9,-4 14 0,-2 2 115,-3 0 0,-3 4-37,-4 6 17,-5-4-151,2 23-22,-11 15 61,-7 17 6,6-1 0,-1 3-712,-4 11 1,1 1 688,3-3 1,1 2-14,4-2 1,0 3-1,2 2-65,1 6 0,3 2 0,0 0-62,0-1 1,2 0-1,1 0-54,2 6 0,2 1 1,5-5-473,6 2 0,7-6-454,5-7 0,6-5-1092,5-8 0,3-4 392,-5-8 0,1-3 1826,13-4 0,-4-4 0,-9-3 0,12-2 0</inkml:trace>
  <inkml:trace contextRef="#ctx0" brushRef="#br0" timeOffset="100719">17095 6992 6263,'22'-51'2457,"0"0"1,0-1-1,0 0 1,-2 1-218,-2-8 1,-5 4-1021,-7-3 903,-2-3-1412,-4 16 273,0 18-844,0 14 198,0 9-378,0 6 807,-4 24-772,-3 18 10,-1-6 1,0 6-1126,-2 0 0,-1 3 0,0-1 1106,-1 4 0,-1 2-35,0-2 1,-2 5 0,1-4-1265,-1 10 1,1-4 1037,2-9 0,1 0-742,1 8 0,3-3-3616,8 0 4230,2-2 1,1-23 0,0-16-1</inkml:trace>
  <inkml:trace contextRef="#ctx0" brushRef="#br0" timeOffset="101277">17033 7137 22410,'4'-35'-559,"-1"0"1,18 2 0,10 8-492,22 18 0,6 9 669,-9-4 0,-1 0-269,4 0 0,-3-1 62,1-2 532,-3-1 1584,-10-2-458,-26 2 469,0-1-134,-14 1-13,-4-1-485,-3 1 178,-1 2-726,1 3-258,3 0 28,-3 6-101,4 6-11,-2 8 22,9 7 67,11 2-27,17-2-46,13-5 1,-3-9 33,11-6 28,-4-12 1,-4-5-1,-1-11 11,-21-6-16,-10-7 5,-8-4-73,-7 7 141,-15-17-102,7 28 68,-12-15 34,11 26-40,0 1-78,3 5-23,4 3-11,3 1-168,2 0 101,1 2 40,0 3-35,0 1-262,1 4-926,0-1-3045,1 2 4284,0-1 0,-1-2 0,0-4 0</inkml:trace>
  <inkml:trace contextRef="#ctx0" brushRef="#br0" timeOffset="102320">17034 7109 21864,'3'-43'651,"0"0"1,0 3 0,-7 10-377,-24 20-130,-4 5-77,-4 4 49,-10 10 1,0 8-281,16-4 0,0 2 194,0 1 0,1 4 2,-2 5 1,2 1-28,-7 10-6,4 15-3240,29-13 3251,6-5 62,21 4 50,27-17-72,-7-7-126,-7-7 0,1-4 170,15-9-20,-14-5 1,-1-1-8,11-11 44,-10-12 0,-6-5-50,-8 1-43,-4 4 1,-3-3 11,-8 6 0,-2-1-941,2-16 1,0-2 948,-2 10 0,0-1 76,2-17 0,-2 1 900,-3 17 1,-1 2-938,0 7 1,-1 0 27,-1-4 0,0 5 168,-1 6 94,-3 4-340,1 12 2955,-3 14-2994,1 5 22,-7 23-16,-2 18-122,3-10 0,0 4 124,-2 10 0,0 4-10,1-4 0,-1 4 0,2-4-7,-2 6 1,1 0-120,1-13 1,0 4-1,0-1 1,2-5-616,1 6 1,2-3-57,-3 10 1,3-2 809,12-9 0,2-9 0,-3-10 0,10 7 0</inkml:trace>
  <inkml:trace contextRef="#ctx0" brushRef="#br0" timeOffset="103254">17627 7079 24743,'-31'-6'690,"6"1"-651,25 5-17,0 0 146,5 0 51,7 0 33,43-8-219,-23 3 7,29-8 100,-23-10-34,-9-3-56,4-5 57,-13-3 10,-12 8-10,-8-9-62,-10 9-12,-9 3-10,-5 11-18,4 6 29,-16 4-34,9 9 11,-13 5-11,7 9 11,1 9 0,8-3 0,5 6 1,4 2 5,2-1-6,2 4 0,2-1-11,8-7 34,19 30-12,11-21-11,-2-11 0,5-1 0,3-8 1,3-4 2,15 0 0,0-3-179,-16-5 1,1-1 183,13-1 1,-4-4-3,-6-4 11,-3-4 0,-2-2-11,-1-5 30,0-5 1,-2-5-26,-2-14-8,-9 9 0,-3-1 9,0-15 16,-7-12 22,-16-3-16,-10 4-17,-14 0 6,-4 27 328,4 13-362,9 8-33,10 6 33,6 7 17,3 5-1,7 8 12,13 6-5,19 6-18,-11-15 1,1-1-268,6 0 0,1-1 264,1-2 1,0-2 2,0-3 1,-1-1 17,25-1-6,-20-6 89,-3-12 23,-21-2 28,3-10 27,-11 3 47,-3 4-231,-3 5 536,-2 6-536,0 5 0,-1 3 0,0 11 0,0 10 0,0 23 0,0-3-116,0 3 1,0 3-1835,0-7 1,0 1 1949,1 13 0,-1-3 0,0 7 0,0-24 0</inkml:trace>
  <inkml:trace contextRef="#ctx0" brushRef="#br0" timeOffset="107109">20559 7396 24895,'28'-8'823,"-3"-2"-548,2-20-174,-1-6-73,-6 7 0,0-4-1023,-3-3 0,-1 0 1000,-3 4 1,-2-2 19,2-25 0,-3-3-1222,-6 18 0,-1 0 1202,3-10 1,-3 1-337,-7 5 1,-4 7 369,-5 2-5,-14-3-45,-8 42 11,4 12-6,-1 14 0,-1 7 6,9-2 0,0 3 59,1-1 0,0 4 0,2 1-76,-2 18 1,5-1 7,5-9 1,3 1-12,3 12 1,6 2-37,11 2 0,4-2-26,-5-10 1,3 1-336,8-2 1,4 3 0,1-7-421,-3-9 0,1-4-354,8 13 1,0-3 566,1-1-4641,-18-24 718,-23-29 3740,-18-23 835,3 7 0,-3-3 1557,-7-6 0,0-1-810,5 7 0,-2-2 1152,1 2 0,-2-2 0,2 2-589,1 2 1,0 0-505,-10-10 1,2 2-236,12 12 1,4 3 1368,-9-15-1655,17 6-212,25 2-67,27-1-37,-5 12 0,5 2-582,10-3 0,5 1 588,-13 4 1,3 0 0,0 0-1,5-1 1,1-1 0,-1 1-1,11-3 0,1-2 2,-2-1 1,3-2 0,-5-1-399,0-2 1,-2-1 403,-6 2 0,2-1 1,-4-1 46,-2-3 1,-7 1 48,10-12 307,-21 7 309,-22 15-471,-6 5 903,-6 8-1116,-2 11 1508,-9 17-1441,3 4 1,0 5-62,-1 3 0,1 4-370,-4 13 0,1 3 347,5-4 1,1 1-879,3 0 1,0-1 852,2-11 1,2-2 4,0-5 1,1-1-99,2 2 0,2-3 96,2 6 44,2 11 91,6-38 563,4-17-665,1-3 1819,16-19-1790,7-11-34,3-2-17,3-1-11,-17 19 5,-9 12 211,-2 7-210,-4 9-6,2 2-6,15 17 6,-3 0 0,7 3-16,12 7 4,-10-13 7,16 4 10,-8-12 1,-12-7 44,6-16-5,-16-5-17,6-16-17,-9-5 12,-4-3-12,-1 1 45,-4 8 39,-4 9-28,-3 11-39,-4 7-22,-6 10 0,-7 6-1,-8 9-33,1 6 17,6-3-28,8 15-6,15-11-129,12 13-274,20-11-235,18-8 91,-22-14 1,2-3 434,2-4 1,0-2 105,22-6 57,-24-4 0,-3-5-3069,3-18 3125,1-1 122,-20-8 57,-13 17 455,-2-2-309,-1 7-163,-2 10-162,0 6 3363,-3 9-3413,-3 15-1,1-1-11,-2 11 28,4 31-34,1-30 6,4 31 28,2-34-17,4-5-11,-2-2 185,2-8-6,-3-12-95,5-11 12,13-22-68,-3 3 30,0 5 1,4-1 76,19-8-294,-14 14 0,2 1 231,1 3 1,-1 2-17,17-4 34,13 10-107,-25 14 0,11 11-39,-18 17-470,-11 13-1950,-11 12 2476,-10-22 0,-1-2 0,0 5 0,-5-3 0</inkml:trace>
  <inkml:trace contextRef="#ctx0" brushRef="#br0" timeOffset="108394">24830 6951 17893,'2'-49'1660,"-1"1"0,-1 4 0,-2 7-1274,-3 14 247,-16 7-431,-4 19 16,-20 13-123,18 1 1,-1 3-674,-3 7 0,1 2 614,-2 6 1,3 1-21,2 2 1,4 2-105,4 0 0,5 0 94,4-3 0,7 0-139,6-4 0,6-1 147,7-4 0,4-3 3,9-3 0,4-4-304,6-5 1,1-2 297,-7-4 0,2-3 31,16-4 0,-2-5 623,11-8-603,-20 2 0,-2-2 22,-3-9 712,-12-15-510,-18 12 281,-7-7-466,-6 16 813,-12 4-858,6 9 280,-5 0-313,9 7-7,4 3 7,4 5-1,10 6-5,3-3 33,41 9-33,3-10-323,-12-5 0,3-1 303,-5-4 1,-2-1 16,-1-3 0,-3-3-99,23-8 141,-16-9 39,-16-8-33,-13-6-1,-10-3 7,-8-2 4,-6-4-38,2 16 688,-2-1-666,9 19 204,0-3-221,2 7-5,5 0-28,5 3 5,3 1 11,13 3-44,12 4 22,2-2-6,2 2 1,2-7 55,-16-6-16,7-4 33,-14-6-17,-7 0 12,-6 0 22,-4 4 0,-3 5 0,0 4-39,-1 3-40,-1 15-10,0-2 27,-3 37-50,2-7 11,1-10 0,0 1-339,2 24-171,7 0-951,4-1-2852,8-4 4330,-2-12 0,-5-17 0,-6-12 0</inkml:trace>
  <inkml:trace contextRef="#ctx0" brushRef="#br0" timeOffset="109411">26113 7092 25018,'8'-3'549,"13"2"-454,14 3-44,10 1 27,0-6 23,-7-5 22,-7-6-5,-11-7-29,-9-6 7,-8-3-35,-10 0 6,-8 5 12,-12 7 10,-9 8 23,-7 7-16,-6 17-80,16-2-4,3 12-12,19 17 11,9-1-20,4-8 1,3 1-507,18 27 403,-6-29 0,3 1-230,5-1 1,3-1-231,5-2 1,3-2 274,-6-6 0,3-3-319,24 0 0,4-6 437,-18-7 0,0-3-328,19-2 0,-2-4 526,-23 1 1,-3-5 145,5-7 1,-4-5 212,-1-11 204,5-19 73,-28 8 174,-17-7-627,-1 17 129,-17-3-113,1 21 338,-10 3-438,-4 7-56,-3 13-23,0 7 975,5 12-1014,5 7 67,8 6-61,9 2-17,6-1 16,9-5 1,7-7 22,7-8 11,6-9-16,10-9 21,6-11 12,5-11 0,0-12-11,-4-10-6,-6-3 45,-9 3 174,-10 8-185,-7 16 11,-9 6-51,-4 12-16,-4 6-6,0 1 1,0 17-12,12 11 11,2-6 0,9 5 0,13-15 6,10-1-17,18 1 17,-6-9-17,-2-9 0,0-4-6,-4-4 14,0-3 1,-1-7-1,-18-8 1,-4-3-717,15-18 708,-14 4 0,-5-5 20,-6-6 0,-3 0-9,0 9 0,0 0 3,-2-19 0,-1 1-6,-2 27 1,-1 2 27,0-4 1,-1 1 91,-5-16 68,-3 19-156,1 17-7,-2 10-10,1 18-12,-4 15-6,-3 24-1353,8-5 1,0 1 1341,3-12 0,1 1 0,0 21 1,3 0-207,5-17 0,2-2 80,2 9 1,3 1-127,2-6 1,3 0-477,3-2 1,0-3-1313,12 15 652,-5-15-3754,-11-25 5148,-6-19 0,-3 4 0,-2-7 0</inkml:trace>
  <inkml:trace contextRef="#ctx0" brushRef="#br0" timeOffset="109895">27365 7160 13015,'-7'-6'9169,"2"1"-8228,5 5 325,-49-63-4784,47 34 3557,-19-8 0,7 3 916,54 13-933,-2 16 1,4 2-40,5-1 0,2 1 0,2 2 0,1 0-31,4 2 1,-2 0-291,-12 0 0,-2-1 259,7 0 1,-1-1 11,-10-2 0,-3-2 3134,13-12-3072,-24-2 77,-21-7-21,-11 11 122,-19 0 91,1 11 84,-11 1-12,3 6 586,9 2-760,5 9-44,13 3 22,2 9-23,26 15-61,11-7-44,11 1 21,15-10 1,-7-13-18,-15-6 1,1-4 28,17-7-17,-6-5 11,-18-14 40,-16-14-62,-2 7 27,-14-24-38,-10 29 22,-13-7 0,-10 20 34,-9 13 27,15 9 1,0 3-29,-11 8-8,14 0 1,3 4 2,2 15-45,1 14-28,13 3 6,12-11-93,11-11 1,5 0-788,17 13-1576,-7-14 1,0-2 2466,15 8 0,-17-18 0,-13-11 0</inkml:trace>
  <inkml:trace contextRef="#ctx0" brushRef="#br0" timeOffset="110486">29480 7000 18924,'1'-7'2142,"2"-31"1,-3-5-1801,-5 15-51,0-18 0,-7 1 370,-35 20-303,-9 4-235,-3 8-22,25 12 1,3 4-74,4 3 16,-10 21-32,30-8-7,9 24 51,27 12-48,-10-25 1,4 0-758,10 9 1,2-2 745,-8-12 0,1-1 8,6 5 1,1-3 0,14 12-1,-5-2 35,-15 1 16,-39-21-28,-6 3 16,-40-14-2,15-7 0,-2-2-34,8 2 1,0-2 394,-26-7 0,2-5-401,29 4 1,2-3-1612,-10-5 1,4-1 1468,3-11-1697,26-11-5943,26 20 7780,12-5 0,-7 20 0,-7 4 0</inkml:trace>
  <inkml:trace contextRef="#ctx0" brushRef="#br0" timeOffset="111053">29816 7300 25163,'21'-55'280,"1"0"1,0-2-1,0 4-255,-8 23 0,1 0-728,1-7 0,1-4 1,-1 0 735,1-5 1,-2-1-14,0 3 1,1-3-1,-3 4 2,-1 0 1,-2 3 72,-1-9 1,-3 3 0,-6-3 60,-7-11 438,-8 34-543,-5 13-7,-2 14-16,-4 15 40,-6 18-40,-4 18 837,8-3-871,10-1 1,4 4-266,8-11 1,1 2 270,-1 18 0,3 3 0,7-10 0,3-4 0,0-10 0,2-1-12,13 8 1,5-4-167,-6-17 1,3-3 180,9 8 0,5-3 0,-1-14 0,0-4 2,14 0-48,9-19 60,-37-4 39,15-27-6,-15 3-5,3-17 207,-12 19-95,-8-5 1092,-4 24-1036,-1-7 272,-1 18-463,-1 1 45,1 4-73,-2 9 12,1 1-23,0 26-17,1-3-61,5 21-6,0-17-772,16 19-471,-3-20-1462,10 12 1958,-5-20 0,-10-14 0,-3-7 0</inkml:trace>
  <inkml:trace contextRef="#ctx0" brushRef="#br0" timeOffset="111236">30669 6735 23358,'-35'-42'-8485,"17"23"8485,39 57 0,-5-11 0,-7-11 0</inkml:trace>
  <inkml:trace contextRef="#ctx0" brushRef="#br0" timeOffset="111820">30996 6980 25970,'-50'-18'78,"0"0"1,5 3 0,8 11-68,16 33-45,7 8 6,8 6-67,14 2-275,11-1-358,17-4-443,13-8 455,-5-11-368,-5-13 0,3-3-273,18-5 1180,-17-3 1,-1-3 153,8-6 141,-21-4 0,-2-4 436,2-11 527,6-17 252,-18 9-224,-9 6-235,-8 7-213,-8 6-202,-7 8-173,-5 6 214,-1 5-427,2 7-23,6 4-5,5 6-6,6-2 73,16 10-33,17-5-46,1 0-10,7-7 111,4-16-83,-19-7-18,9-4 23,-24-14-28,-8 0 23,-6-9-12,-5 4-11,-1 10 151,-19 5-134,13 13 50,-20 4-56,13 17-5,-4 14-12,7 1 3,9 0 1,3 3-4,4 17-176,5-13 0,4 1 56,7-5 0,4-2-409,5 0 0,3-1-877,19 14 1384,-12-19 0,-1-4 0,-8-7 0,9 5 0</inkml:trace>
  <inkml:trace contextRef="#ctx0" brushRef="#br0" timeOffset="112995">5169 8434 15872,'-3'-51'1730,"0"-1"1,1 1 0,-2 1 0,-1 4-1510,-5 3 0,-6 9 305,-18 17-290,-4 10-186,-2 8-14,12 15 1,2 7-26,8 3 0,3 4-845,-8 18 1,2 6 840,10-14 1,2 1 0,1 2-432,-1 6 0,1 2 0,0 1 424,1 3 0,0 0 0,1 1-2,0 1 0,0 0 0,1 0-56,1-2 0,1 1 1,1-1-115,0-1 0,1 0 0,0-1-114,1-1 1,0 0 0,0 0-1,0-4 0,0 0 0,-2-1-381,-4 16 0,-2-5 650,2-16 1,-4-5 91,-6-6 1,-6-10 271,-21-21-235,0-25-56,21-6 0,5-7-331,7-9 0,7-3 292,1 7 0,5-3-14,8-2 1,5-5 0,2 4 107,8-4 1,4 2-125,-2 4 0,2-3 0,2 5-1,11-4 0,2 7 16,-2 5 1,-1 4 5,-10 10 1,1 3 272,8-4 1,-1 3-276,11-5 19,-17 9 0,-1 0 110,7-3 167,-15 4-123,-11 7 2056,-8 5-1983,-5 3 2244,-1 1-2255,0 8 471,0 7-533,0 16-112,0 9-44,-1 9-18,0-10-38,9 22-51,-2-31-1244,5 0 1,3 0 1327,9-1 0,-3-2 0,-5-15 0</inkml:trace>
  <inkml:trace contextRef="#ctx0" brushRef="#br0" timeOffset="113195">5574 8522 19232,'1'-7'4447,"0"1"-3679,-1 6-528,0 0-374,-4-16-880,-1 37-4884,-1-2 5898,3 32 0,2-18 0,1-14 0</inkml:trace>
  <inkml:trace contextRef="#ctx0" brushRef="#br0" timeOffset="113552">5750 9021 25444,'34'-48'84,"1"1"0,-2-10 0,-7 4-1124,-10-2 1090,-7 9 1,-3-1-29,-2 9 0,-2 0-11,1 1 1,0-3 30,0-23 0,-1 0-31,-1 22 0,-1 0 31,-1-15 0,-3 0 39,0 21 1,-3 5 511,-11-14-397,-1 20 82,2 13-199,3 18-46,-1 16 7,2 21-18,7-13 0,1 3-11,1 6 1,2 2-913,4 6 1,1 1 877,3 5 1,1 1-54,4 3 1,2 1-772,1 1 1,1 0-216,0-1 0,1 0 1062,1 2 0,-1-6 0,-7-22 0,0-3 0,6 20 0</inkml:trace>
  <inkml:trace contextRef="#ctx0" brushRef="#br0" timeOffset="114636">6115 8907 22873,'17'-44'815,"0"0"1,-2 4 0,-3 10-731,-4 22-57,5 5-23,11 2 23,12 2-22,10 1-12,3-1 18,-2 1 10,-5-5 0,-7-7 34,-8-8 23,-8-8-40,-9 2 62,-7-18-34,-12 10 62,-6-14 72,-7 12 57,-2 8-17,-3 11-84,0 9-29,-2 14-38,0 9-68,2 13-5,5 12-17,7 12 5,9-22 1,4 0 5,3 3 1,3-1-18,1 1 1,4-2 5,3 0 0,3-3 2,1-3 1,4-2-14,25 17 11,7-15-470,4-12 475,1-15 18,-1-12 33,-25-4 0,-1-2-23,9-10-25,-15 3 1,-4-3 36,-2-16-255,-1-16 204,-9-1 45,-8 7 12,-6 11 21,-2 14 12,-1 9 28,1 7 40,4 3-1,2 2-107,1 3 460,1-1-515,1 3 266,1-1-232,1 1-1,-1 0 1,-1 3 184,-1-1-241,-1 7 12,2 5 39,3 9-23,5 3 0,11 3-10,7-2-1,11-4 56,4-7-50,9-9 11,-17-6 0,5-8 22,-21-4 29,-1-3-57,-8-3 12,-10-4 10,-3 7 1,-3-1 0,2 10-17,2 2 6,0 1-6,1-1 0,0 2 22,1 1-28,1 2-335,-1 0-191,-1 4-2526,3 2-1602,0 1 4660,2 0 0,-1-4 0,-1-2 0</inkml:trace>
  <inkml:trace contextRef="#ctx0" brushRef="#br0" timeOffset="115336">7001 8615 21097,'8'-47'1028,"-1"1"1,0 2 0,-7 11-564,-18 20-263,2 4 156,-3 1 119,6 5-427,3 1 1,2 1 16,5 7 28,-3 7-56,1 3 68,-3 27 5,5-6-34,5 21 12,11-5-662,11 0 600,2-12 11,8-6 1,3-3-35,1-3 1,4-1 0,1 0-18,1-4 7,4 3 5,-20-8-11,-16 2-51,-26-7-201,-17 5-17,-6-8-597,-3-5 0,-1 0 180,-5-2-1135,4-1 1,-2-1 1173,10-8 1,3-1 0,-9 4-1,-1-10 1</inkml:trace>
  <inkml:trace contextRef="#ctx0" brushRef="#br0" timeOffset="115503">6805 8728 15622,'28'-48'1807,"0"0"1,-2 5-1,-3 7-1342,-2 9 1599,-2 7-1598,-11 11 208,-2 7-495,-4 13 167,-5 7-262,-8 22-79,-3-5 1,-2 1-79,3-7 1,-1 2-2077,-5 9 0,-2 4 0,2-4 1725,3-7 0,2-3 1,-5 7-1,3-3 0,4-7 1</inkml:trace>
  <inkml:trace contextRef="#ctx0" brushRef="#br0" timeOffset="116635">8918 8863 19630,'4'-59'1379,"0"-1"1,1 6 0,-3 11-697,-5 27-330,-1 7-224,-7 11-112,3 7 11,-7 22-3404,4 19 3376,2-7-34,5-10 1,3 0-488,7 13-1679,7 13 2200,1-27 0,0-3 0,3 4 0,1-5 0</inkml:trace>
  <inkml:trace contextRef="#ctx0" brushRef="#br0" timeOffset="117020">9428 8389 19826,'-42'-9'619,"0"0"0,0 0 0,-21-2 0,9 10-132,15 28-403,8-3 78,7 27-89,27-18-50,3 6 77,23-5 24,17-11-18,4-4-33,0-7 112,-10-16 72,-16-9 57,-1-10-12,-11-10-22,-13-6-73,-9-2 141,-15-4-258,6 17 44,-5-2-61,11 21-56,-3 2-45,-2 15-6,1 9-106,0 15-62,7-2-812,4 16-2150,8 0-6667,5 14 8669,0-16 0,1-15 0,-6-21 0</inkml:trace>
  <inkml:trace contextRef="#ctx0" brushRef="#br0" timeOffset="117377">9579 8703 19910,'0'-4'3299,"0"1"-2784,0 3-375,11 29-39,-2-3-17,12 26 17,-2-4-73,-6-16 0,1 0 39,-5-12-2933,-5-9 3118,1-1 236,1-22-281,4-9-100,2-7 89,12-12-17,6-1-190,-9 14 0,4-1 84,9-5 0,1 1-51,-11 10 1,0 2 24,10-3 1,-1 3 30,4 8-39,4 3-39,-7 18-28,-4 27 0,-11-3-199,-9 1 1,-3 0-508,-1 5 734,1 9 0,0-2 0,-3-15 0,6 26 0</inkml:trace>
  <inkml:trace contextRef="#ctx0" brushRef="#br0" timeOffset="117778">11926 8943 22845,'18'-50'901,"-1"0"1,-3 10 0,-2 4-118,-5-3-319,-6 22-230,-3 1-246,-1 14 6,-2 7 21,-4 19-27,-3 12-39,-4 18-348,8-15 1,1 0-575,3-4 0,2-1-168,1-1 0,3-1 1140,20 24 0,-12-38 0,8 6 0</inkml:trace>
  <inkml:trace contextRef="#ctx0" brushRef="#br0" timeOffset="118118">12226 8453 23657,'-48'2'257,"0"1"1,6-4 0,10 8-163,22 46 23,17-15-45,3-12 443,18-2-213,-8-16 10,8-2-11,-11-17-218,-6-1 190,-3-20-212,-6 12 100,-2-19-78,-6 7-62,1 6 12,-6-4-90,7 22-134,-1 1-477,4 17-3501,8 34-5663,3-2 9355,2 10 1,-3-28-1,-7-18 1</inkml:trace>
  <inkml:trace contextRef="#ctx0" brushRef="#br0" timeOffset="118520">12617 8951 26514,'30'-30'164,"0"0"0,-2 1 0,-3 0-24,0-16-22,-7-12-76,-12 24 0,-2-3-23,-1-4 1,-3-2-848,-2-3 1,-2 0 838,-2-3 0,-1 1 11,-1 1 1,-1 1 2,1 11 0,1 0-1517,-1-3 1,1 3 1587,0 6 1047,0-7-1115,4 29-22,0 9-18,-1 6-4,-11 40 38,5-13 65,-3 7 1,-1 5-85,4-7 0,0 4 656,0 3 0,-1 5 0,1-1-663,2-6 0,2-1 1,1 1-18,-2 7 1,1 1-1,4-3-72,6 7 1,6-5-515,3-5 1,7-5 264,5-7 0,7-4-813,10-6 0,4-6 124,-7-8 1,1-3 178,-1-4 1,-3-3-2426,13-10 3277,-18-6 0,-15 6 0,-1-1 0</inkml:trace>
  <inkml:trace contextRef="#ctx0" brushRef="#br0" timeOffset="118720">12428 8704 24083,'41'-27'90,"-1"1"1,0-1 0,-1 3 0,0 0 0,-2 7-83,7 8 1,-1 5-1194,1 0 1,-1 1 310,-8 1 0,-2 1 874,30 5 0,-41-2 0,-3 2 0</inkml:trace>
  <inkml:trace contextRef="#ctx0" brushRef="#br0" timeOffset="120596">2792 10228 17216,'-1'-48'1400,"0"0"0,1 4 0,-5 11-1137,-10 28 349,-38 13-444,3 11-138,16-8 1,0 4 8,2 6 1,2 3-890,7-1 0,1 0 852,0 0 1,1 1 2,0 5 1,4 2 535,3 23-525,13-3 35,19-5-23,7-27 56,30-13-45,-26-10 160,2-4 0,0-2-70,-6-8-45,4-3 145,-23 4-178,-18 11-51,-17 6 5,-6 8-2,-4 8 0,-3 4 16,11-4 1,-1 2 255,-13 8 1,1 3-271,13-6 1,4 1 0,-9 12 5,21 15-3242,29-20 3254,7 4-1152,16-20 0,6-6 871,-3-4 0,0-2-47,9 1 1,2-2-1797,8-6 0,-2-3 2101,-16 2 0,-3-2 0,-3 1 0,-3 1 0,4-3 0</inkml:trace>
  <inkml:trace contextRef="#ctx0" brushRef="#br0" timeOffset="120801">3267 10204 18302,'0'-6'4532,"0"0"-4062,0 6-285,0 0-157,-27 26-22,6 10 5,-16 13-98,17-10 0,2 1-596,-9 15 313,11-22 0,-1 0-3276,-3 1 0,2-3-1580,-3-2 5226,-11 14 0,22-34 0,2-1 0</inkml:trace>
  <inkml:trace contextRef="#ctx0" brushRef="#br0" timeOffset="120953">3006 10433 14969,'16'-59'2410,"0"1"1,-3 7 0,-2 9-1689,-1 12-582,-4 17-128,-2 13 27,10 13-17,22 23-78,10 4-457,-14-13 0,2 1-386,0-4 0,-2-1-597,-5-4 1,-2 0 1495,3 1 0,-3-1 0,-6-5 0,0 0 0</inkml:trace>
  <inkml:trace contextRef="#ctx0" brushRef="#br0" timeOffset="121243">2193 11227 22677,'44'-11'345,"0"0"0,0 0 0,1 0 0,0-1 0,0 2-237,-2 1 0,0 1 1,0-1-945,4-1 1,1-1 0,0 1 900,1-2 1,1 1-1,-2-1-23,9-2 0,1-1 31,-8 1 0,4-2 0,-6 1-17,-1 1 0,-2-1-39,9-3 0,0 1 297,-9 3 0,-4 2-336,-2 2 435,5-1-727,-32 13-1909,-19 8 2223,-14 8 0,7-6 0,-4 0 0</inkml:trace>
  <inkml:trace contextRef="#ctx0" brushRef="#br0" timeOffset="121536">3907 10349 20179,'-4'-2'2946,"2"0"-386,2 2-2202,-12-57-139,9 41-119,-9-42-83,12 55-1104,-1 3-3242,-1 8 4329,1 1 0,0 0 0,1-2 0</inkml:trace>
  <inkml:trace contextRef="#ctx0" brushRef="#br0" timeOffset="121719">4021 10613 26659,'-37'3'-437,"15"-11"0,7 28 0</inkml:trace>
  <inkml:trace contextRef="#ctx0" brushRef="#br0" timeOffset="122968">7315 11091 16073,'0'-4'4184,"0"2"-2515,0 2-996,-26-61-130,5 38-342,-3-12 1,-2 3-45,-5 21 218,-32 8-280,27 7-6,-6 6 1,-1 4-560,-6 16 475,16-7 1,2 4 6,-5 23-16,16 3 21,24 1-17,8-12 11,12-13 0,7-3-14,-5-9 1,3-1-1,14 7 0,1-2 14,-3-7 1,-3-2-24,21 7-4,-2 2 44,-38-8-6,-15 5 0,-21-7-2,-20-1 0,-7-1-15,5-2 1,-2 0 5,-7 2 0,-3-1-11,-12 1 0,2-2 0,24-3 0,0-1 2,-12 2 1,2-2-165,1-6-727,20-3-3340,25-6 4229,11 0 0,1 5 0,-1 2 0</inkml:trace>
  <inkml:trace contextRef="#ctx0" brushRef="#br0" timeOffset="123553">7527 11503 24189,'18'-43'126,"-1"1"1,1 0 0,-1-1 0,1 1 0,-1 2-71,2-6 0,0 1-807,1-7 1,-1-2 780,0-3 1,-1 0 3,-3 1 0,0 1 33,-4 6 0,-2 2 335,-3 13 1,-1 3-22,-7-24 129,-5 35-504,-6 1 156,-4 23-168,2 5 1088,-7 19-1054,-5 28-34,13-23 1,0 4-363,-2 11 1,2 2 358,4-1 1,2 0-1,2 4 1,3-1-1,1 2 1,3-1-9,4-2 1,2-1 13,3-5 0,2-3-17,4-6 1,2-3-45,2-6 1,3-4 35,26 8 6,8-17 10,-9-14 15,-8-11 0,1-7 8,-13 2 0,0-3-236,11-9 0,-2-2 253,-12 2 0,-5-1 12,7-15 49,-12-6 107,-12 14 640,-6 6-769,-2 9 39,-3 16-89,0 8 515,1 7-537,0 8-1,1 9-11,3 6-16,7 5-85,4 1-627,13 8 202,-6-15-1468,11 7-6184,-9-19 8195,2 0 0,-8-9 0,-5-6 0</inkml:trace>
  <inkml:trace contextRef="#ctx0" brushRef="#br0" timeOffset="123743">8419 10905 20929,'-2'-6'3546,"1"2"-3199,1 4-465,3-32-67,4 31-1618,27-1-1798,2 41 3601,-7-6 0,-2-1 0,1 1 0,-7-3 0</inkml:trace>
  <inkml:trace contextRef="#ctx0" brushRef="#br0" timeOffset="124362">8940 11120 25275,'-57'-17'213,"1"-1"0,4 4 0,4 11-177,20 19 1,4 6 2,-15 12-39,19-5 0,5 2-5,1 13-23,8-12 0,4 1-163,17 15-853,16-5-507,18-8 321,-18-21 1,3-4-949,5-1 1,1-4 295,3-4 0,1-4 859,1-3 1,-1-3 1005,-2-3 1,-2-3 1365,3-7 1,-4-2 163,12-10-33,-24 9 0,-4-2 827,-4-8 68,-1-12-1820,-10 18 234,-6 0-290,-7 17-37,-2 2-255,-11 5 616,5 4-772,-9 8 420,9 6-455,-3 10 1,6 3-50,12 12 44,3-13 0,19 8 6,6-19 5,16-2 34,6-9-20,-17-10 1,-2-2 2,12-5 11,-15-1 1,-4-4 78,-1-10-6,-1-11-39,-13-4 50,-12-9-106,-5 19 17,-16-5 17,-7 26 55,-28 10-66,14 7-18,6 11 1,2 3-23,8 5-8,4 2 0,2 3-382,3 19 370,9-15 1,3 2 8,4 0 0,3 0-84,7 0 0,4 0-493,6-2 0,5-2-3322,7 0 1,4-4-1018,-7-5 1,0-3 4894,25 12 0,-35-20 1,-6-5-1</inkml:trace>
  <inkml:trace contextRef="#ctx0" brushRef="#br0" timeOffset="125131">8641 12266 15760,'9'-54'2124,"-1"0"0,1 0 0,-2 5 0,0 5-1889,2-4 1,-3 11 83,-6 28-78,0 4-219,0 17 51,-1 25-42,1-3 0,-1 7-872,-1 13 0,0 2 843,0-5 1,0 2-5,0 6 0,-1 6 1,0-3-48,2-15 0,-1-2 0,1 4-184,0 0 1,0 5 0,1-1 0,1-4-211,0-4 1,0-3-1,3 2 443,4 11 0,1 1 0,0-8 0,3 6 0,-2-16 0,1 0 0</inkml:trace>
  <inkml:trace contextRef="#ctx0" brushRef="#br0" timeOffset="125497">8593 12453 19652,'50'-10'220,"0"0"1,0-1 0,-4 2 0,0 1 0,1 2-148,4 3 0,0 3 0,1-1-748,-2 0 0,0 0 1,0-1 730,5-1 0,0 0 0,1-1-10,2 0 1,1-1 0,-1 0-14,-1-1 1,0 0 0,0 0-8,-4-1 0,0 1 0,-1 0-9,-6 0 0,-1 0 0,-3 0 549,4 0 0,-3 0-572,0-1 1,-5 0-270,-8 3-932,1-2 1207,-33 10 0,0-3 0,-4 4 0</inkml:trace>
  <inkml:trace contextRef="#ctx0" brushRef="#br0" timeOffset="126723">11036 12197 21657,'-1'-52'1053,"0"-1"0,-2 4 0,-5 9-745,-9 19-207,-7 6-79,7 14 40,-21 22-51,16-4-6,-7 12 1,-1 5-28,-4 18-290,9-13 1,3 2 311,8-5 0,4-2-11,-3 19-6,19 5 0,13-31 0,5-3-25,5 1 0,4-3-8,15 1 0,3-6-1,0-7 1,-2-5-270,-8-3 0,0-3 328,5-3 1,-2-6 55,-6-6 1,-3-4-1453,2-6 0,-2-3 1416,-7 6 0,-4-3-40,-6-9 0,-6 1 79,-6 5 280,0-17-229,-6 34 281,-1 0-393,-6 14 508,-10 10-509,-2 3-10,-21 26 10,18-6-5,-5 15 3282,22-11-3282,16-5 305,4-11-299,36-2 16,0-14-5,-13-5 0,1-2 8,-7-4 0,-1-4 59,24-14 34,-15-8 22,-13-7-12,-13-17-66,-14 3-23,-5 0 45,-14 5 6,-1 15-57,-1 3 35,-15 7-63,7 16-16,-12 10-6,7 14 6,1 15 0,8-3-73,-2 23-62,17-17-167,9 16 55,13-22-347,11-11 0,7-3-347,25 1 226,-12-7 0,2-3 597,-2-7 1,-2-5 97,0-2 0,-1-4-1447,2-7 0,-3-2 1606,11-10 14,-24 7 1,-3-2 272,-4-8-169,-3-1 633,-5-13-262,-8 20 384,-1-5-783,-4 18 3172,0 9-3524,-1 6 174,-1 9-57,-1 11 28,-1 13 6,1 7-17,4 4 11,11-4 1,10-3-1,17-7-6,12-8-16,9-10 34,1-9 16,-4-13 95,-3-16-67,-21 2-16,-5-8 106,-17-11-85,-5 4-38,-2-9 61,-8-2-67,2 26 6,-6-9-101,7 24-141,-2 0-38,4 10-269,1 6 72,2 1-1741,14 16-354,7-6-3175,18 7 1109,-7-12 3756,19-2 0,-34-10 0,9 1 0</inkml:trace>
  <inkml:trace contextRef="#ctx0" brushRef="#br0" timeOffset="127307">12694 12160 26917,'8'-34'22,"1"-1"1,8-12-12,-6 64-22,7 16 16,6 9-16,-1 7 5,-5 1 1,-8-1 5,-7-3-11,-8-6 16,-2-8 85,1-14-34,5-12-45,13-17 23,12-15-6,12-13 0,-15 15 0,0-1 22,21-21 0,-6 7 6,-10 15-67,-11 12 11,-9 9 6,5 29-23,17 22 39,1-1-2,-3-18 0,2-6 8,4-9 5,26-5 12,-10-16 28,14-7-45,-33 3 0,0-2-245,22-22 273,-10-13-42,-24 17 0,-2-2-264,-1-7 1,-3-2 254,-2 7 1,-1-2 39,0-23 0,-1-1-12,-3 20 1,-1 0 16,1-16 1,-1 1 33,-2 19 0,-1 3 90,1-17-23,-2 21-101,-1 15-134,0 11 39,-4 13 293,-4 15-259,-7 26 11,6-14 0,0 3-441,-3 10 0,1 3 441,-1 5 0,2 2-31,0 3 0,3 0-523,1-1 0,3-1 257,5-6 0,4-1-330,4-5 0,4-4-625,4-5 0,4-3 1158,5-4 0,-1-4 0,4 3 1,-2-11-1</inkml:trace>
  <inkml:trace contextRef="#ctx0" brushRef="#br0" timeOffset="127507">13338 12082 21825,'-3'-3'3753,"1"2"-3489,2 1-472,91-23-640,-48 20 441,-1-3 0,8-2 0,-5 5-1268,-10 7 1,-2 2 1674,11 0 0,-2-1 0,3 2 0,-9-2 0</inkml:trace>
  <inkml:trace contextRef="#ctx0" brushRef="#br0" timeOffset="128097">14089 12033 20699,'5'-6'3636,"-1"2"-3004,-4 4 97,0 0-662,-51 10-50,36-3 22,-39 15 68,55 1-57,3-3 62,15 5 56,17-13-134,-5-3 55,21-3 18,-17-12 44,6-5 6,-10-10-45,-11-6-12,-11-2-10,-13-7-68,-2 13 51,-21-6-62,13 22 1,-13-2 4,7 8-10,0 5 0,-4 4-1,1 11 1,2 9-17,1 23 22,8 0-11,7 3-11,18-3 11,11-11-1699,2-13 0,3-2 1705,13 7-103,-8-15 1,0-4 102,8-5 22,5-3-39,-7-12 27,-8-5 35,-5-10 16,0-18-56,-11 10 17,8-21 6,-8 13 22,8-8 67,8-5-73,-9 18 3317,12-4-3277,-8 21 295,5 1-345,2 8-1,-1 14-45,9 21 1,-11 11 5,-2 5-34,-13 8-235,-10-8-1506,-1 14 1775,-4 0 0,-1-25 0,0-6 0</inkml:trace>
  <inkml:trace contextRef="#ctx0" brushRef="#br0" timeOffset="128806">15603 11885 21797,'-2'-49'767,"0"0"1,-8 0-1,-6 10-302,-19 27-62,-20-2-117,10 10-157,4 7-95,12 3-17,9 8 5,8 9 12,6 10-6,12 14-17,16 10-1682,7-15 0,4 0 1677,-10-13 0,2 0 5,18 15 0,-1-3-114,-2-3 111,-6-6 1,-4 1 19,-6 2 11,-8 10 56,-59-21-84,2-12-155,-4-6 1,-2-4 140,9-2 1,0-2 1204,-9-1 1,0-2-1262,4-1 1,1-3-357,5-5 0,3-1-403,-6-6-3903,16-10 4721,27 16 0,0 3 0,4 6 0</inkml:trace>
  <inkml:trace contextRef="#ctx0" brushRef="#br0" timeOffset="129398">15994 12297 17234,'4'8'5153,"-1"-2"-3498,-3-6-786,0 0-651,40-65-128,-24 36-28,10-19 0,-1-5-3,-15 22 0,-2 1-356,4-12 0,-1-2 327,0-3 1,-1 0 5,-1-2 1,-1 0 2,-2 2 1,-2 1 69,-1 4 0,-2 3-36,-2 5 0,-2 2 100,-4-13-61,-3 19 199,2 14-334,3 11 991,1 7-957,-2 16-22,0 15 5,-1 23-398,4-10 1,1 4 397,1-2 1,0 1-7,1-9 1,1 2 0,0-3 3,0 2 0,2 0 2,8 13 0,4-2-2,-1-24 0,2-3 5,2 9 0,3-5-8,8-12 0,0-7-1,2-3 18,27-9 11,-20-16 16,7-13-19,-20 5 0,-2-4 31,10-20 1181,-4-1-1136,-13 8 84,-9 18 22,-1 2-157,-4 10 0,-2 6-67,0 4 17,-2 2 0,-2 9-6,-1 10 28,-1 12-56,2 18-3442,5-6 3364,5-1-1848,15 1-807,0-18-2208,5 5 4986,-2-15 0,-19-14 0,0-1 0</inkml:trace>
  <inkml:trace contextRef="#ctx0" brushRef="#br0" timeOffset="129599">16969 11723 22722,'-3'-4'2744,"1"0"-2867,2 4 27,-17-2-682,16 17-264,-12-5-4867,25 27 5909,1-11 0,-2-3 0,-3-11 0</inkml:trace>
  <inkml:trace contextRef="#ctx0" brushRef="#br0" timeOffset="130223">17433 11953 22867,'6'-9'2162,"0"2"-1405,-6 7-388,0 0-10,-86-18-208,51 17-2145,-29-3 0,1 4 2027,30 14 307,0 5 0,3 3-323,9 1-17,-11 28-17,23 7-45,12-22 1,6 2-96,3 0 0,6-2-1168,11-2 0,4-5 1126,-7-10 1,2-3-195,14-1 1,2-4 682,-5-6 1,0-2-414,0 0 0,2-2 15,6-4 0,0-4 102,-4-6 1,-1-3 61,-2 0 0,0-3 47,1-5 1,-4-2 117,-12 3 1,-4-1 80,7-12 404,-7-6 2880,-14 8-3110,-5 4 1374,-5 4-1632,-4 15 208,1 6-392,1 4-23,-5 8-5,1 0 22,-14 21-12,6 5-16,0 0 0,8 5 12,20-11-18,-2-7 6,17 1 22,-3-16 6,0-1 17,5-10 78,-4-11-72,-1-10-29,-5-2 57,-5-19-18,-9 16-27,1-8 27,-15 10-49,1 18 21,-37-3 6,5 14 6,-21 7-17,14 9 11,12 10-22,10 9-11,11 8 5,9 7-5,17 4-256,18 2 213,-5-28 1,3-2-446,4-1 0,3-1-1092,1-3 0,1-1 1133,-5-5 1,-3-2-1,8 3 1,-17-9-1</inkml:trace>
  <inkml:trace contextRef="#ctx0" brushRef="#br0" timeOffset="148748">10653 12914 13497,'-23'-12'3097,"4"3"-2587,17 8 537,0 1-997,7 0 118,-1 0 309,16 0-96,12 0-222,2-2 1,4 0-65,3 0 0,0 0-268,2-2 1,1 1 245,6-1 0,3-1-21,-10 1 0,2 1 1,-2-1-920,11 0 1,2 0 894,-1 0 0,4 1 0,-1-1-6,-5 1 0,-2 1 1,-1 0-16,-7-1 1,-1 1-1,2 0 13,15-1 1,2-1 0,-4 1 4,2-1 0,-1 1 1,-11 0 0,2-1 1,1 1-254,6 0 1,1 0 0,0-1 248,-1 1 0,-1 0 1,-1 1-400,-8-1 0,-1 1 0,-2 0 385,15 0 1,-3 0 24,-13 0 1,0 1-278,16 0 1,2-1 260,1 1 0,2 0-2,-7 0 0,2 1 0,-5-1-7,-4 1 0,-3-1 3,6 1 1,-1 0 464,-15 1 1,-2-1-455,0 0 1,2 1 38,15 0 1,1 0-20,-10-1 0,-1 1 51,7-1 0,-2 1-53,15-1-15,-22 0 0,0 0 477,-5 0 0,0 0-483,18 0 1,-1 0-14,-16 0 0,-1-1 41,18 0 1,-1 0 2,2-1-33,-15 1 0,0-1 5,18 0 6,-4-1 6,-1-1 1085,-2 0-1091,1 0-11,2 0 11,5-1-22,2 1-6,3-1 11,-3 2-130,-2-1 124,-17 1 781,3-1-808,-11 0 342,-2 0-426,-3 0-29,-14 3-878,2 1 1013,-4 6 0,-3-4 0,-1 4 0</inkml:trace>
  <inkml:trace contextRef="#ctx0" brushRef="#br0" timeOffset="158230">12744 13816 15143,'-11'0'4100,"-32"-1"0,-3-1-3674,23 1-269,-21 0 0,6 0 111,33 0-245,3 1 100,18 9 0,13 0-16,33 8-755,-21-11 1,3-2 683,9 0 1,2-2-26,-13-1 0,0-2 0,2-1-6,11-2 1,2-2 0,-3 0 2,3 0 1,-1-2 6,-8-1 0,1-1 0,-6 0-43,-8 1 1,-5-2 164,2-1 1,-4-2 119,3-11-128,-27-2-90,-26-1 23,-22-1-29,11 14 1,-2 3 486,-5 0 0,-1 2-358,1 2 1,0 1-6,4 1 0,2 2 314,-16-1-326,20 2-105,17 2-29,12 1 22,14 1 51,32 7-78,-4-1 19,2 2 0,1 1-409,8 3 378,1 3 1,1 4-1,-22-4 0,-2 3-25,13 7 1,-8 7-816,-23 12 1,-11 2-1878,-3-12 1,-7 0 2722,-14 18 0,-5-5 0,2-15 0,-5 0 0</inkml:trace>
  <inkml:trace contextRef="#ctx0" brushRef="#br0" timeOffset="167140">14351 13850 17165,'8'-51'1856,"0"0"0,0 0 0,-3 8-1402,-3 22 346,-1-8-133,0 14-225,-2 2-251,-2 8-191,-9 9 5,-1 4 1,-9 7 11,-22 27-17,5 3-14,12-10 0,2 3-17,8-5 0,4 1-20,3-2 1,5 0-101,10 26-23,15-10-55,17-8-12,12-9 107,5-10 106,0-10 95,-8-10 112,-9-10 448,-5-20-470,-17 9-6,-1-9 141,-13 12-6,-1 3-1,-2 0-55,0 5-129,-2 5-85,2 4-83,0 0-6,1 2 73,0 5 0,4 4 6,4 5-6,8 3 0,11-2 17,13-1-34,9-7 28,6-4 23,-1-10-6,-5-6 50,-8-9 17,-11-6 12,-9-5 5,-11-5 28,-4-3-6,-7 0-11,-2 2 51,-2 8 0,0 9-85,2 10-94,2 6-119,1 3-27,1 1 84,2 4 61,7 2 18,11 6-12,12 1 28,10-3-28,6-3 0,6-6 16,-18-4-4,4-7 27,-22-3 11,2-7 23,-6-1 28,-4 0-12,-5 2 23,-2 2 12,-3 6-40,0 3-90,0 5-123,0 2 118,0 9 0,3 5-12,3 13-89,9 16 17,-3-10-207,9 18-258,-1-17-241,8 7-275,7-8 68,3-9 465,3-10 381,-2-10 190,-5-11 117,-7-8 130,-7-6 145,-6-12-280,-5 8 229,-4-11 62,-4 15 52,-1 0-69,-2 8-196,-1 8-268,0 3 28,-1 4-1,2 2 18,-1 10-12,3-1 28,11 9 6,10-10-6,8 0 23,14-9-34,-4-7 0,10-6 22,-3-7 23,-6-4 44,-10-3-5,-7-3 34,-11-2-6,-6-1-28,-9 3-17,-7 3-28,-21 8-33,5 8 28,-24 10-34,-1 19-6,-1 7 0,4 4-16,16 8-45,18-4-62,3 12-140,19 1-297,10-19 0,4-2-150,14 11-2176,9-10 0,3-3 1268,1-6 201,2-4 0,3-2 400,-15-8 1,0-4 985,10-1 1,2-4 703,5-8 0,-1-4 122,-12-1 1,-2-2-353,-4 0 0,-2-3 372,-9 0 1,-4-2 511,4-15-570,-14 9 0,-2-1-23,-3-15-465,-10 6 163,-24 15 1613,7 16-1888,-29 0 872,9 18-962,-11 8-55,5 13-6,6 17-6,17-14-3386,8 19 3398,19-32 39,20 13-6,6-23-2246,17 1 2241,-12-11 39,5-7 22,-9-4 2443,8-15-2102,-11-1-268,-8 4 0,-12 5 129,-6 11 3286,-3 4-3578,-2 0-10,-1 6 5,-6 7-6,-5 18 0,2-5-5,-1 16-6,12-12 29,15 11-12,12-9 11,27-2-17,-6-16-11,-1-9 1,2-3 16,-15-4 0,0-2 2,15-2 1,-1-5 11,-12-2 0,-3-5 8,3-11 1,-4-5-557,-6-1 0,-2 0 551,-2-2 0,-3-3 16,-2-19 1,-5 2-17,-5 27 0,-1 1 75,2-27 1,-1 1 203,-4 4-133,-3 5 218,-4 18-337,2 23-10,-4 4-23,0 17-5,-5 15-6,1 6-3,3-1 0,1 2 14,2 4 1,1 3-513,1 4 1,1 5 0,0-1 472,1-4 0,1-1 0,1 2-79,2 8 1,0 1 0,2-1-109,0-10 0,1-2 1,1-2-10,2 8 0,0-3 303,0-5 0,0-2-1852,1-2 1,2-4 1772,9 9 0,-4 1 0,-4-32 0</inkml:trace>
  <inkml:trace contextRef="#ctx0" brushRef="#br0" timeOffset="167321">16836 13915 21103,'-6'-3'3696,"0"1"-2446,6 2-1245,0 0-307,47-38-835,3 27-2848,-4-9 1,3 2 3984,-12 16 0,-3 3 0,10-1 0,-21 0 0</inkml:trace>
  <inkml:trace contextRef="#ctx0" brushRef="#br0" timeOffset="167958">17240 13962 25875,'28'-25'28,"2"9"-5,-2 28 27,18 3-5,-4-6 22,7-1 163,-10-14-18,-12-2-32,-4-11-96,-12 3 140,-6-16-73,-4 7-6,-4-11 35,-3 12-96,-1 8 117,-3 4-162,5 8 1,-11 2-29,-2 10-17,-11 6-11,0 9-44,4 7 33,10-5-224,7 20-521,19-10-2112,15 19 2286,11-14 1,-9-15 0,-10-12 0</inkml:trace>
  <inkml:trace contextRef="#ctx0" brushRef="#br0" timeOffset="168532">18257 13767 16035,'0'-6'6413,"0"2"-5923,-13-24 0,-6-6 299,-2 7-517,-2-10 0,-2 2 142,-7 17-98,0 8-170,0 4-106,2 10-12,0 8 2,3 11-13,3 14 22,7 9-33,9 10-17,19 6 11,2-31 0,3-2-517,9 0 1,3-2 516,23 11-17,-5-15 1,2-3-254,-18-9 0,0 0 272,11 3 1,-4-1 36,-4-1 57,-22-6-74,-18-3-11,-46 2-1117,20-2 1,-2-1 1102,-16 2 0,-4-1-8,6-1 0,2 0 193,5 0 0,2-1-216,6-3 0,4 0-66,-5-1-691,11-7-2945,20 0-5797,2-1 9533,4 1 0,-1 7 0,0 1 0</inkml:trace>
  <inkml:trace contextRef="#ctx0" brushRef="#br0" timeOffset="169098">18501 14174 26424,'36'-47'95,"0"-1"0,-1-1 1,-2 0-66,-10 6 1,-2-1-1193,3-8 0,-1-1 1187,-1-4 0,-1 0 59,-2 3 0,-2 1 409,-4 8 1,-2 2-329,-6 8 0,-2 4 288,-3-2-380,-11 13-62,-4 19-28,-6 11 1294,-6 10-1243,-3 15-29,7-2 3,7 2 1,2 2-9,0 24-216,6-16 0,1 3 207,7-7 1,3-1-15,2 0 1,4-2-9,2-2 1,3-2-18,3-4 0,2-2-52,24 15 16,4-14 33,-1-14 51,-3-14 11,-6-14 12,-3-12 16,-4-8 0,-2-2 56,-4 0 40,-7 8 465,-7 8-465,-6 10-96,-3 6-56,-2 3-11,-1 5 34,-2 1-29,-5 22-50,5 1-95,3 17-257,13-2 27,3-9-2358,24 16-3657,-11-21 6413,10 6 0,-21-21 0,-8-8 0</inkml:trace>
  <inkml:trace contextRef="#ctx0" brushRef="#br0" timeOffset="169282">19342 13630 24340,'-14'1'-9831,"15"9"8066,32 23 0,-9-11 1,-10-10-1</inkml:trace>
  <inkml:trace contextRef="#ctx0" brushRef="#br0" timeOffset="169898">19905 13784 25791,'-57'-12'261,"-1"0"1,4 4-1,5 9-214,19 15 1,5 6-19,-1 1 1,2 4-25,1 13 1,3 2-22,-2 10-9,14-18 0,6-1-244,23 6-442,21-2-262,-9-16 1,4-2 277,6-4 1,3-4 52,12-5 1,0-3 562,-18-3 1,-1-2 28,12-6 0,-4-4 66,6-14 6,-22 7 1,0-2 19,-3-1 0,-1-3 244,2-3 0,-2-1 140,7-10 628,-1-3-91,-26 24-190,-7-1-224,-8 5-162,-5 4-74,-2 3 557,3 4-820,2 2-22,4 5-5,2 2-12,2 10 0,2-4 17,5 6 11,5-5-5,10 3 56,5-3 22,13-5-73,-11-5 56,12-9 6,-15-5 44,2-10 35,-8-14-63,-10 2-38,-13-7-51,-2 15 61,-14 3-38,1 11-18,-10 4-5,-5 15-11,4 11 0,4 6 0,1 17-45,11-1 5,0 14-170,16-19 0,6 0-367,4-5 0,6-1-1380,10 4 1,5-3 1939,-1-9 0,-1-5 0,14 4 0,-18-12 0</inkml:trace>
  <inkml:trace contextRef="#ctx0" brushRef="#br0" timeOffset="171974">21319 13473 18627,'-1'-36'2672,"1"0"0,-2-15-2224,-34 91-205,15-9 1,-1 5-1130,1-2 1,-1 3 0,0 1 963,-2 7 1,-1 2 0,2 2-44,-1 3 1,1 2-1,2-2-26,4-9 1,1-1-1,2 2-2,-1 14 1,2 3 0,6-4-45,7-2 1,5-2-86,1-5 1,4 2-1,5-5-640,21 4 1,7-8-298,-5-9 0,4-5 1059,13-2 0,-3-4 0,-8-6 0,1-3 0</inkml:trace>
  <inkml:trace contextRef="#ctx0" brushRef="#br0" timeOffset="174857">21691 14075 21002,'9'-50'696,"1"0"1,-2 4-1,2 8-5852,6 10 5218,-5 12 1470,-3 9-1241,-5 23 848,-2 15-982,-6 21-121,0-21 1,-2 2 2,-4 10 0,-1 0-16,-6 15-18,6-21 1,1-2 0,3-2-18,0-2 3539,5-16-2838,5-10-526,1-10-51,10-14-3432,13-24 3354,-3 6-3,-4 5 0,0-1 2,8-14-11,-5 13 1,1 1-17,9-9-6,11-4 39,-17 31-67,3 2-17,-3 11 3398,2 19-3370,-9-1-5,7 25-46,-10-3-66,4 16-101,2 3-354,3-17 1,2-2 107,6 6 28,-5-17 1,2-4-595,19-11 346,8-9 550,-20-7 0,2-4 193,7-9 0,-2-5-313,-7-1 1,-3-2 365,-1 0 1,-4-1 131,-7 0 0,-5-1-2494,3-21 2513,-5 8 438,-13-8-382,-12 32-184,-3-2 257,-13 14-218,-3 9 549,-12 9-619,11 4 0,0 4-82,-12 15 23,-1 6-28,28-15 3398,10-2-3404,7 0 17,9 3-11,9-8 45,8-9-17,7-11 6,5-14 55,1-9 153,1-18-74,-13 2-39,-5-8-62,-16 18 95,-3 0 17,-3 14 6,0 1-230,-2 8-16,0 6 44,-1 3 23,-1 12 5,-2 7-84,0 23 17,2-12-325,9 28 191,0-35-270,17 21-106,3-24-117,22-2 543,-3-17 151,12-16 34,-22-6 118,5-13 55,-15 3 146,5-16-3549,-12 11 3308,-5 2 146,-7 13-62,-4 10-151,-1 1-106,-2 6 67,1 9-6,-1 1 3409,3 13-3403,-1-6 11,0 15-11,-1-4-6,-1-1-11,0 15 12,0-27 128,1 10-40,0-23 46,2-6-118,4-7-11,0-4 11,11-22-6,0 4-16,4-7-12,14-7 12,-16 26-12,23-17-5,-21 27 0,10 0 0,-14 9-3381,10 11 3392,-13-2-6,13 21 12,-17-12 5,2 24-17,-10-22 1,0 18 5,-2-20 3403,1 3-3392,-1-13 39,2-4-16,1-3 67,12-12-68,1-3 12,12-12-22,-3 0-23,-5 5 0,9-5-6,-14 17 0,15-5 6,-14 13-11,3 0 6,3 13-1,-7 4 0,7 9 6,-7-5-16,7 9 10,-11-15 34,20 11-17,-10-17 12,12-1-18,-1-14 12,-7 0 50,14-23 0,-17 4 68,7-19-62,-16 15 78,-6-11 185,-6 6-95,-5 3-51,-3 5-100,-1 18-74,-1 6-38,1 7-17,-5 15 39,3-2-67,-4 24-73,9-2-146,7 13 28,4-9-776,7-9 1,2-1-859,5 3 1213,-1-6 1,-1-3-1,-6-10 1,1-1 0</inkml:trace>
  <inkml:trace contextRef="#ctx0" brushRef="#br0" timeOffset="175007">24657 14144 22489,'-7'51'-60,"1"1"0,-5 4 0,1-7 1,-1-11-1,-2 1 0</inkml:trace>
  <inkml:trace contextRef="#ctx0" brushRef="#br0" timeOffset="175730">25472 13980 19641,'0'-6'4862,"0"0"-4034,0 6-765,1-43 21,-4 45-6,-3-20-72,-8 63-113,-4 12-143,9-26 1,0 0-499,2 1 1,3 0-4785,3 26 5532,9-12 0,0-21 0,-1-13 0</inkml:trace>
  <inkml:trace contextRef="#ctx0" brushRef="#br0" timeOffset="176116">25739 13643 20890,'-20'-38'530,"0"0"0,-1 6 1,0 12-453,3 26 113,-9 15-6,11 3-62,-1 9-50,8 1-45,5-7 84,18 9 117,11-15-94,-1 0 44,1-11 235,-10-11 85,-2-13-281,-1-2-11,-4-12-22,-5 3-106,-2 6 128,-4-3-123,0 13-73,0-1-167,-2 8 27,0 8 22,-4 8-268,-3 12-331,2 11 157,3-4-2811,12 26-3362,9-15 6722,7 11 0,-7-29 0,-4-13 0</inkml:trace>
  <inkml:trace contextRef="#ctx0" brushRef="#br0" timeOffset="176939">25931 13954 15339,'3'-3'6766,"-2"1"-3724,-1 2-2964,10-44-78,-8 33 22,9-29 12,-7 50-6,3 9-6,3 11-10,-2 7-7,-2-4 6,-4 11 6,-7 1-6,1-4 46,-2-4 55,3-22-17,3-10 135,7-13-191,8-7 45,12-14 6,8-5 5,5-5-39,-7 10 45,6-4 5,-2 10-72,-4 5-68,-1 6 40,-15 12-51,-5 8 22,-4 2 1,5 19 44,-3-4-22,10 18 12,-7-17 10,9 6-22,-10-20 11,14 5 28,-10-11 17,7-5 6,-4-12 5,0-7-33,-2 1 100,4-14-44,-8 10 22,3-9-73,-9 13 62,2-7-28,-5 9-34,1-7 39,-3 7 17,-1 5-33,-1 2-6,1 5 84,-1 1-67,0 2-12,1-3-27,0-3-12,1 0 79,2-4-22,-2 5-23,1-1-6,-2 4-89,0 2 28,-1 9 16,-1-2-10,-2 27-23,0-4-152,0 19-385,0-4-796,5 3-2453,4-4 3814,2-8 0,-2-16 0,-2-10 0</inkml:trace>
  <inkml:trace contextRef="#ctx0" brushRef="#br0" timeOffset="177146">26851 13676 22800,'-2'-5'2201,"1"1"-2515,1 4-761,-21-12 174,15 14-4919,-16 1 5820,21 15 0,1-3 0,0-6 0</inkml:trace>
  <inkml:trace contextRef="#ctx0" brushRef="#br0" timeOffset="177398">27162 13492 23175,'9'-52'1070,"1"1"0,-2 7 0,0 8-650,0 11-347,-4 16-51,-5 22 56,-4 21-39,1-3 1,-1 5-1171,-3 13 1,-1 3 1132,2-6 1,-2 3-16,-4 6 0,-1 6 0,-1 0-949,2-7 0,0 0 0,1 0 842,-2 0 1,1 1 0,1-1-218,1 0 1,2-1 0,5-6-649,7-8 0,4-3-569,2 3 0,3-2-6484,20 12 8038,-1-24 0,-13-15 0,-8-8 0</inkml:trace>
  <inkml:trace contextRef="#ctx0" brushRef="#br0" timeOffset="177590">26922 14124 22594,'49'-38'-86,"-1"0"0,0 3 1,0 9-145,-7 20 1,1 6-514,11-3 1,-1 1 210,-16 1 0,-1 0-2975,14-1 1,-2 0 3506,-2 0 0,-6 0 0,-20 0 0</inkml:trace>
  <inkml:trace contextRef="#ctx0" brushRef="#br0" timeOffset="179165">27465 14012 17428,'3'-4'5697,"0"0"-5417,-3 4-218,25-24 16,-24 30-33,18-12-40,-31 39-117,-1 14 12,5-13-326,1 11-414,9-16 78,2-2-86,21 7 0,-16-23 0,11 6 0</inkml:trace>
  <inkml:trace contextRef="#ctx0" brushRef="#br0" timeOffset="179322">27743 13764 11222,'0'0'0</inkml:trace>
  <inkml:trace contextRef="#ctx0" brushRef="#br0" timeOffset="180207">28147 14097 16572,'1'-4'4727,"0"0"-3775,-1 4-196,2-63-162,-6 36-359,2-11 0,-1 2-44,-8 22 195,-12 3-246,2 7-45,-12 8-55,-2 10 16,-4 12-17,-2 9-28,5 3-5,9 2-1,13-2 1,9-9 27,25 6 18,6-18 10,20 3-16,-10-14 124,22-18 21,-18-5 96,12-16 61,-20-1-67,-13-1-45,-9 2-16,-7 7-102,-3 10 85,-2 8-247,0 6 45,-4 5 11,-3 9-5,-4 11 5,-1 10-11,5 5 11,4 1 0,13-1-11,11-2-16,17-6-12,15-8-1657,-12-16 0,0-4 1685,18-5 11,-16-6 0,-1-6-192,5-20 200,-19 10 1,-1-4 2,-5-3 1,-3-3-9,-1-6 0,-3-2-210,-3 8 1,-1-3 209,-2-5 1,0-4 0,-1 3 5,-1-5 0,0 2 5,0-11 0,-1 1 48,-2 12 0,-1 5 268,-3-11-173,-1 11 2930,-1 16-3126,0 23 315,0 18-287,-2 18 0,2-5 0,1 4-238,-1 10 1,1 5 203,1 8 1,0 4-444,1-17 0,1 1 0,1 1 277,1 0 0,1 1 1,2 0-180,1-3 0,1 1 0,2-2-655,8 16 1,3-3-1603,2-7 1,1-5 2635,-2-10 0,-2-4 0,7 4 0,-13-19 0</inkml:trace>
  <inkml:trace contextRef="#ctx0" brushRef="#br0" timeOffset="180591">29293 13854 18750,'0'-8'4717,"0"2"-4297,-6-25 0,-3-4 201,-4 6-388,1-11 0,-2 2-49,-2 21 136,-3 2 4,5 7-273,3 2-57,3 3 23,4 6 17,-4 8-6,-3 10-6,-2 12 6,3 11-11,6 9-6,14 6-299,-1-27 1,4 0 281,6 2 0,4 0-2,3 0 0,3 0-1,-1 0 1,1-2-92,-2-2 1,-3-2 104,8 18 12,-19-13 0,-29-11-34,-23-7-28,-24-7-87,26-6 1,-1-2-125,0-3 0,0-3-576,3-2 0,3-2-827,-14-13 1659,5-22 0,29 27 0,-2-11 0</inkml:trace>
  <inkml:trace contextRef="#ctx0" brushRef="#br0" timeOffset="180856">29625 13510 18548,'4'-4'4235,"0"0"-2207,-4 4-1793,-6 53-129,-4-3-95,2 0 1,2 5-2169,-1 2 0,2-2 2098,1-16 1,3 0-194,3 14 0,4-1-91,9 8-352,-3-26 1,1 0-1237,14 21-685,-1-15-2122,-5-16-2481,-6-12 7219,-6-9 0,-5-4 0,-2 1 0</inkml:trace>
  <inkml:trace contextRef="#ctx0" brushRef="#br0" timeOffset="181630">29615 13990 23898,'44'-26'-86,"-1"-1"0,-13 4 0,0 4 52,12 16 1,1 6 16,12-6 22,-17-1 1,-1-1 39,17-7 84,-5-9 17,-31 3-3320,-14-7 3247,-11 11 242,-25 0-147,11 10 129,-26 6-124,13 9-106,-8 11-22,5 9-22,10 13-18,12-12 12,12 13 6,18-17 3370,13 7-3365,11-6 73,11-8-39,-15-9 193,5-11-71,-18-10 80,4-16-197,-11 4 101,-1-13 157,-8 5-191,-1 6 196,1-3 90,-4 15-308,1 3-78,-2 3-45,-1 5-40,0 4 63,1 9-35,0 14-33,3 26-45,5 2 1,3 1-88,5-24 0,4-2 9,15 5 137,-11-13 0,2-2 3,14-5 50,-11-11 6,0-15-17,-4-17 17,-1-10-3392,2-18 3375,-11 11-12,-1 1 1,2-3-259,-5 6 1,0 0 277,3-7 1,0-3 36,-2-6 0,-2 0 13,-4 11 1,-1-1 25,-2 3 0,-1-1 0,0 1 78,-2-11 1,-1 3-110,-1 11 1,-1 3 35,-3-4-5,1 33-67,2 6-107,-2 6 113,4 5 3102,-2 23-3120,2-2-8,2 3 1,1 6-232,2 14 0,2 3 220,1 3 0,1 3-26,-1-12 1,0 2 0,1-2-121,2 12 1,0-3 13,-2-14 1,0-1-390,0 3 0,0-2-1737,5 15-2644,-5-26 1,1-1 3290,1 5 1,-1-15 0,-8-20 0</inkml:trace>
  <inkml:trace contextRef="#ctx0" brushRef="#br0" timeOffset="182165">30618 13893 25029,'21'-47'-1854,"19"10"1459,4 31 1,5 5-284,-10-1 0,0 0 364,7-1 0,0 0-39,-5-2 1,-1 1 307,-3-1 0,0 0 112,24-5 631,-28 1 418,-22 1-133,-5 0-160,-13 0-392,-1 5 426,-9-2-145,6 4 384,-1 0-978,5 1-101,5 0-6,1 3-11,1 0 22,0 13-5,6-1 6,7 10-7,3-8 35,20-2 10,-7-11-38,6-3 89,4-20-11,-18-4 16,5-13 6,-16 2-50,-6 9 112,-8-1 67,-9 7-123,-4 2-62,-10 3-22,1 10-17,-3 8-6,-2 11-11,-2 16-16,0 14-12,17-16 0,2 1-31,2 4 1,3 0-295,3 2 1,4 0 92,6 1 0,6 0-415,5-2 1,6-1-1895,6-1 1,4-3 1910,-2-5 1,0-3-1,10 5 1,-18-14 0</inkml:trace>
  <inkml:trace contextRef="#ctx0" brushRef="#br0" timeOffset="182348">31902 14105 19585,'-20'44'-116,"1"0"1,0 0 0,-6 2 0,-3-2 0,0-8 0,-20 1 0,21-19 0,0 0 0</inkml:trace>
  <inkml:trace contextRef="#ctx0" brushRef="#br0" timeOffset="184032">21918 15644 20543,'-3'-7'3411,"1"2"-3333,2 5-33,0 0 17,3-44-34,5 40-6,5-30 6,4 54-67,18 25-3,-18-18 0,0 1 11,3 5 0,-2 2 0,-3-1 1,-5-1-4,-3 21 40,-9-14 117,-13-2 213,-14-19 145,-8-13-341,7-9-11,10-18 124,15-12 4,17-25-254,-2 27 0,2-1-9,2 1 1,3 0-4,6 4 1,3 3-31,5 5 0,1 3-79,20-12-356,-6 16 1,1 4-1190,11 8 903,-24 1 1,2 2 759,2 4 0,-4 1 0,-9-1 0,13 3 0</inkml:trace>
  <inkml:trace contextRef="#ctx0" brushRef="#br0" timeOffset="184391">22732 15749 19199,'-9'0'3825,"1"0"-3091,8 0 823,0 0-1513,-17-18-21,23 11 17,15-24-7,22 16 45,-7 1 1,-1-2-23,4-4 73,3-14 28,-24 8 11,-1-9 39,-8 2 11,-6 4-33,-10 7-73,-5 6-62,-10 6 34,-14 6-56,-8 15-28,-1 8-22,4 16-12,14 16-5,13-14-84,11 19-202,20-21 56,4 1-482,10-12 1,5-3-264,-7-7 1,1-3-1154,16 5 0,2-2-2749,-9-6 1,-1-3 3588,15 0 0,-20-4 0,-25-1 0</inkml:trace>
  <inkml:trace contextRef="#ctx0" brushRef="#br0" timeOffset="185339">23387 15687 24699,'11'-33'338,"-1"1"1,7-20-215,-19 50-1,1 0 353,0 1-341,-1-3-96,1 1 56,-2-7 0,-1 1 40,0-5-12,-2 0-22,-2 1-12,-3 2-55,-5 5 11,-9 5-34,0 5 11,-30 22 6,10 4-31,13-6 1,0 1 7,-7 10 3,16-7 1,3 0-20,3 9 5,-1 14-22,26-18 28,5-12-17,36-6-5,-3-14-182,13-4 207,-20-9 0,-1-5 25,13-15-12,-16 7 1,-1-4 2,-12 2 1,-3-1-123,-2-4 0,-2-3 117,-1-3 0,-2-1 14,0-3 0,-1 0 16,2-9 1,-1 2-41,-4 16 1,0 1 79,2-5 0,-1 3 111,-2 6-32,0 3 104,-4 13-323,-3 9 22,0 14 23,0 4-6,-2 16 1,-2 6 16,-1-3 0,0 2-491,-2 18 0,0 3 474,0-7 0,1-1-70,3-3 1,1 0-326,4-7 1,2-1-245,11 22 130,8-21 319,4-18 140,5-25 61,13-25 45,-13 2 504,-8 2 0,-1-2-324,6-13-119,-11 15 1,0-2 129,16-22 16,-6 10 377,-9 12-516,-8 15-90,-7 10 16,-6 12 1,-2 11-6,-2 13 225,0 7-264,3 0 22,7-2-5,6-6-12,11-7 1,11-8-1,-3-9 6,28-12 11,-16-9 8,-11 1 1,-1-3 87,12-21 38,-8-9 40,-6-6-22,-6-1-23,-8 4-17,-4 9-45,-4 11-55,-3 11-29,-2 9-84,0 4-122,0 4-208,-1 6-404,1 8-744,8 12-1412,5 8 2980,15 6 0,-13-17 0,3-4 0</inkml:trace>
  <inkml:trace contextRef="#ctx0" brushRef="#br0" timeOffset="186238">24879 15544 22263,'0'-4'3702,"0"1"-2549,0 3-957,-43-55-56,13 43-104,-2-13 1,-1 5-9,-5 37-22,7 14-23,8 10-45,9 7-50,9 2-151,10-2-263,8-3-477,12-6-1386,5-19 0,3-3 788,10 2 307,-2-9 0,0-4 667,-6-5 946,26-6 1266,-12-6 532,11-7-163,-6-5-542,-9-2-342,-10-1 258,-7-5-975,-13 11 184,-5-3-162,-13 12-95,-5-1-140,-3 5-16,-4 2-113,6 3-6,-1 2 1,7 0-6,1 0-11,7 7 16,7-3-5,3 5 0,13-5-16,-1-3 21,-1-4 46,9-10 61,-7-18-84,-4 5 16,-5-8 57,-15 11 11,-2 4-28,-4-2-39,-10 6-39,-7 7 10,-10 4-16,5 7 6,-10 12 16,5 10-22,9-1 0,1 3-11,-8 25 11,6 1-17,17-1-3431,22-2 3437,-1-9-3,4-15 0,4-4-100,21-1 102,-16-11 1,1-2 5,1-3 1,0-2 10,0-5 1,-1-3 0,30-10-3,-26-2 0,-1-3-1,-4-1 1,-2-1-143,0 0 1,-2-1 144,0-5 1,-2 0 39,14-21 2,-17 19 1,-2-1 34,-4-1 1,-3 0 102,-4-14-150,-10 7 3135,-10 15-3170,0 10 106,2 2-106,2 4 417,6 6-417,1 1-3246,19 10 3246,-3 1-121,11 12 0,3 4 121,-9-2 0,0 2 0,10 12 0,-1 2 0,-11-11 0,-3 1 0,2 5 0,-4 1 0,0 20 0,-9-15 0,-5 1 0,-4-8 0,-4-2-1199,-6 4 1,-4-3 633,-16 6-1205,5-18 0,-1-2 1404,-16 3 0,6-3 0,17-10 1</inkml:trace>
  <inkml:trace contextRef="#ctx0" brushRef="#br0" timeOffset="187493">25557 15539 23775,'-39'-44'414,"7"12"-341,35 43-23,3 12 6,6 10-33,6 10-12,-2-8 0,5 10-11,-1 0 34,-3-1-12,-5-4 140,-21-10 275,-12-18-263,-1 1 196,-5-19-56,16-10-23,2-16-174,4 1 23,6-19-44,9 0-63,5 10 1,3 0-257,1 6 0,2 2 231,6-3 1,3 3-141,-2 11 0,0 5-529,16-3-185,-6 10-4872,-14 17 5718,-14 3 0,-2 0 0,-6-3 0</inkml:trace>
  <inkml:trace contextRef="#ctx0" brushRef="#br0" timeOffset="188827">21567 13711 10987,'1'-4'6178,"0"1"-4711,-1 3-928,-22-30 183,-5 32-352,-13-23 80,10 34 1,0 8-109,-6 6-169,-12 15-83,26-9-23,12-2-44,8-3 33,11-4-6,2-6 79,23 1-50,-2-7-34,14 3-12,-7-4 1,-9-1 28,-10 2 122,-11 1 68,-13 4-56,-12 5-61,-14 4-29,-12 3-22,-5 3 6,0 0 16,5-1-44,12-8-1,3 4-33,17-13 17,5 5 67,17-10 17,12-1-56,14-3-34,5 1-28,-7-1-5,8 9 33,-20 5 90,1 18-68,-17-9 7,-10 5 10,-4-13 90,-16 19-123,0-5-23,-8 16-44,10-11-51,8-4-190,14-4-1456,16-6-3732,6-9 5451,14-6 0,-21-7 0,1-1 0</inkml:trace>
  <inkml:trace contextRef="#ctx0" brushRef="#br0" timeOffset="189951">26430 15478 21629,'37'-45'405,"0"0"0,-3 4 1,1 9-244,13 20-106,-13 5 17,-5 4-62,-16 2 51,-3 5 263,-16 11-112,-13 7-124,-5 5 74,-24 7-7,-1-3-78,17-12 1,-1 2 10,-3 2 1,0 2-31,7-2 0,1 1-53,-16 20-1,21-7-5,21-5 6,14-6 5,17 3 6,17-9 5,-4-6-17,-12-7 1,0 0 11,27 4-11,-5 0-1,-10-1 40,-25 1-39,-13-4 89,-13 12-11,-13 3-59,-3-2 0,-2 2-25,-23 18-3,24-19 1,0-1 7,-14 17-16,17-12 11,3 6 23,17 3 5,6-13-34,15 10 12,-5-16 10,14 11-16,1 5 6,-2 3 16,-4 6-22,-17-7-67,-20 1-62,-4-7-677,-33 7-4110,9-17 1,-2-2 3441,12-2 1,0-1 0,-6 0 0,6-3 0,18-6 0</inkml:trace>
  <inkml:trace contextRef="#ctx0" brushRef="#br0" timeOffset="191394">27124 15286 26122,'-17'-44'22,"14"34"-22,15 39 0,7 21 14,1 6 0,-1 4-1018,-5-13 0,0 2 0,-2 1 981,1 5 1,-1 1 0,-2 1-475,-2 2 1,0 2 0,-4 0 303,-4 0 1,-2 1-1,-4 0-95,-4-1 1,-3 0 0,-5-3-143,-5-1 1,-4-2 0,-3-3-622,-6-3 0,-3-2 0,-2-4 850,4-7 1,-2-2 0,2-4 0,-3 1 0,3-6 0,-7 3 0</inkml:trace>
  <inkml:trace contextRef="#ctx0" brushRef="#br0" timeOffset="195727">12911 17449 20895,'-4'1'3848,"1"0"-2548,3-1-1188,-43-29-50,34 3-43,-10-2 1,5-2-37,34-24 31,-4 21 0,2-2 5,3-3 1,2-4 6,-2-3 0,2-6 1,-3 4-2150,0 2 0,-2 0 2128,-2 3 1,-1-2 0,-3 3 16,-7 4 1,-3 2 345,0 3 1,-2 0-330,-2-2 0,-1 3-5,-5-7-90,-3 24 22,2 17-5,-17 47 33,12-18 1,1 5 837,0 0 0,-2 4 1,2 1-856,1 3 1,1 0-1,1 2-655,0 3 0,1 2 0,2 0 564,0 1 0,2 0 0,1 0-133,1-1 1,1 0-1,1-1-762,3-2 1,1-1-1,2-1-472,2-3 1,1-1 0,3-1 1203,2 0 0,3 0 0,-1-4 0,-2-4 0,1-4 0,13 22 0</inkml:trace>
  <inkml:trace contextRef="#ctx0" brushRef="#br0" timeOffset="196727">12667 17600 16140,'-29'-52'1982,"-1"0"1,5 5 0,5 3-1562,10-8-326,17 0-1520,20-3 1408,-1 23 0,5 0-11,10-3 0,4 0 33,-8 9 1,1 0 0,2 0-761,3 0 0,2-1 1,0 1 772,3-1 1,0 0 0,-1 0-5,0 0 1,0 0 0,-1 0-56,-2 0 1,-2 1 0,-1-1 73,-4 3 1,-2 0 0,-2-1-26,8-6 0,-4 1 227,-11 7 0,-4 3 825,2-6-848,-16 16 1866,-10 15-1888,-8 19-5,-7 24-143,4-15 0,1 3 324,-1 4 0,1 2-369,0 0 1,1 1-12,3-2 0,0-1 14,2-2 0,1-2 173,-3 26-212,4-13 6,2-16 10,1-12 34,2-12 62,14-13-28,9-12-34,6-3 17,12-17 23,-8 4-18,6-6-2814,-5 6 2764,-15 14 88,-6 8-54,-11 18 11,-1 8-11,2 15-34,0 7-16,2 4 3408,5-4-3370,8-6-21,11-10 27,13-10-1677,-12-16 1,2-3 1693,12-5 34,7-14 270,-21-15-30,-13 2 46,1-20 44,-17 13-84,-8 9-146,-2 11-72,-2 13-68,1 7-56,-3 12-50,-11 24 73,9-7 3342,-7 17-3431,16-7-102,2 3-130,8 8-379,11-1-1390,32-4 1199,-9-15 81,-3-14 1,2-5-243,18-14 1133,-22 0 0,-1-3 305,-2-3 0,-4-4 706,18-24 45,-12-2 274,-11-6-1036,-10 20 242,-5-1-287,-7 23-324,0 2-51,-1 9 28,0 4 39,-1 14 245,0 8-267,-1 14-6,1 13-5,0-17-1,2 9 35,0-25 27,0-1 45,1-11 61,9-19-111,1-3 39,19-25 50,3-2-39,-10 13 0,2-1-118,0 1 1,2 2 100,-2 2 0,0 2 23,20-9-51,-4 13-28,-15 11 12,1 15-68,-7 21-28,-4-4-1140,-4 16 1,-4 3-2754,-3-3 3966,-1 1 0,-2-2 0,-2-20 0,0 0 0</inkml:trace>
  <inkml:trace contextRef="#ctx0" brushRef="#br0" timeOffset="197710">16731 16932 25679,'-37'47'-15,"-1"0"0,3-4 0,16-6 43,35-7 92,19-10-114,3-9 39,4-15 0,-1-5-6,-3-1 75,1-9 1,-4-3 3,-20 1-4123,4-24 4117,-16 21 970,-7-17-841,-10 4-129,-7 3-57,-11 5-33,-3 19-11,4 8-5,-24 21-6,26-3-20,-2 8 1,2 4-225,3 13 219,10-11 0,2 1 2,3 12-38,18 11-68,18-12-286,7-9 1,6-2-373,1-6 0,3-4 846,15 1 0,2-4-1484,-5-10 0,0-7 388,0-6 1,0-5 857,-2-4 0,-3-5 943,3-11 0,-5-4-30,-11 6 0,-4-2-15,0-3 1,-4 0 648,0-12-741,-12 15 442,-7 8-335,-7 15-375,-4 3 19,-8 12-322,-14 11-39,-1 3 5,-21 19-36,19-16 0,1 1 221,-1 0 1,0 1-309,-3 3 0,0-1-700,-14 13 594,11-12-90,-14-2 330,23-19 79,-5-4 45,23-23 106,17-19-83,2 0 83,5 3 1,3 1-91,1-2 97,-2 6 1,2 2-36,5 2 246,-2 7-481,1 16 28,-11 11-28,21 43-101,-14-8-169,-5-12 1,-1 0-261,-4-1 1,-1-2-3532,13 18 4061,3 3 0,-8-20 0,-7-15 0</inkml:trace>
  <inkml:trace contextRef="#ctx0" brushRef="#br0" timeOffset="198242">18142 17236 23887,'-3'-7'3321,"1"2"-2996,2 5-280,0 0-23,-24 14-22,16 10 8,-8 18 1,0 7-12,10-7 0,3 3-261,-2-4 1,0 4-1,1-2 272,-2 11 1,0-1-65,-1-1 0,0-1-135,-2 1 1,-1 0-224,-2-2 0,-1-2-150,1-2 1,0-2 126,2-7 1,0-3 100,-2 10 358,4-28 68,-2-33 150,-9-44-88,4 7-494,4 3 1,3-2 408,4 22 0,2-1 28,3-16 0,1-8 1,2 3 22,4-6 0,3 0-299,-2 3 0,3-3 0,0 3 220,0 11 0,1 3 0,1 0 24,2-5 1,2 0 0,-2 3-34,1-2 1,-1 3-6,3-5 1,-1 2 13,-5 16 0,-1 1 3,6-4 0,-1 1-36,8-15-46,5 8 7,-19 36 33,6 14-6,1 17-16,3 22-9,-11-17 0,-2 2 206,-2 2 0,-2 2-189,-4 1 0,-5-1-6,-4-1 0,-6-2 6,-7-2 0,-5-3 11,-5-4 1,-3-3-1,-5-4 0,-1-5-14,1-3 1,1-5-223,5-2 1,3-3-779,-9-9 1017,26-11 0,11 7 0,9-4 0</inkml:trace>
  <inkml:trace contextRef="#ctx0" brushRef="#br0" timeOffset="198636">18655 16939 25948,'-28'39'2,"0"0"1,0 0 0,-10 14 0,9-3-37,19 3-16,11-3-5492,15-10 5525,14-7 1416,14-12-1337,6-11 875,-2-12-758,-8-10 123,-10-12 75,-12-11-204,-9 4 225,-7-28 3096,-7 14-3464,1 12 1,-2 0 59,-8-14 24,0 11-74,2 13-80,4 12-240,4 7-179,3 6-263,2 7-712,8 7-2084,8 9 2670,6-1 0,-7-8 0,-5-8 0</inkml:trace>
  <inkml:trace contextRef="#ctx0" brushRef="#br0" timeOffset="198968">19060 17029 27202,'33'-17'-84,"10"33"45,-13 31-503,-10-10 0,-2 0 363,0 10-23,-2 8 452,-8-13-233,-11-15 210,-6-13-59,-8-12 22,0-11 40,-4-18 321,10 3-411,0-32-129,10 30-11,7-23-16,5 25-169,12-2-392,11 9-2022,24 9 773,-14 3-1636,11 7 2614,-23 2 0,-16 0 0,0-1 0</inkml:trace>
  <inkml:trace contextRef="#ctx0" brushRef="#br0" timeOffset="199278">19585 17309 27494,'32'-43'57,"0"1"0,1-1 0,-4 2 0,-1 0 0,-1 2-46,3-3 1,-3 0-2050,1-8 0,-4-1 2083,-8 11 0,-3-1 30,1-4 1,-3-1 224,-5 10 0,-2 3-222,-6-7 843,-6 14-882,1 18-67,-6 7 28,-5 16 2137,-7 17-2159,5 3 0,1 3 10,4-9 1,1 2-10,-5 20 1,2 4 14,5-12 1,3 2-76,1 1 1,0 5 0,1-3-21,-1 2 1,3 0-595,3 3 1,3 5 0,1-9-561,2-16 0,2-2 1255,4 20 0,2-5 0,-2-21 0,0-4 0</inkml:trace>
  <inkml:trace contextRef="#ctx0" brushRef="#br0" timeOffset="199442">19816 17349 25422,'-32'-52'464,"0"1"1,5 5 0,9 6-611,22 8-453,27 10-1277,30 11 743,-16 7 1,0 1 0,8 0 0,0 3 0</inkml:trace>
  <inkml:trace contextRef="#ctx0" brushRef="#br0" timeOffset="200628">21805 17773 24480,'-4'-45'309,"0"0"0,0 1 1,0-1-1,0 0 0,0 2-214,0-10 1,1 0-1105,1 4 1,-1-2 0,1 1 1084,-1 6 1,1 2 0,0-1 10,-1-4 1,0-1 0,0 5-21,-1 5 0,1 4 152,-7-17 836,4 35-1066,-6 9 538,2 16-516,-7 15 0,-2 7-36,2-1 0,0 6-938,-7 17 0,-1 10 0,3-5 946,1-5 0,2-1-4,2-2 1,1 3 0,2-3-74,3-2 1,1-3-53,2 4 1,1-1 44,-1-2 0,2 2-585,1 16 0,4-3-662,3-21 1,0-2-547,1 15 1,1-2-2319,4 10 2801,-4-24 716,-20-24 1658,-9-30 717,-22-24-705,20 10 0,2-2-508,2 5 1,1-3 731,-9-20 0,2-2 412,11 17 0,1 0-1091,-6-15 1,1 1-185,10 16 0,2 1 1654,-2-18-1850,11 12-129,7 13 749,18 0-808,6 12 1,7 1-34,5 0 0,3 0-341,-3 3 0,3-1 1,-1 2 366,0 1 1,-1 1 0,1-1 22,1 0 1,1-1-1,-1-1 4,-2 0 0,0 0 0,0-2 14,16-7 0,-2-2 53,-6 0 1,-4-1 49,-9 1 1,-2-1 824,14-15-667,-23 13 699,-10 3-441,-13 14-315,0 0-134,-5 7 1103,-2 6-1119,-5 11-1,-5 16-34,1 2 1,2 2 0,0 4-12,4-10 0,1 1-298,-3 14 0,0 1 315,2 12-188,2-20 1,1-1 165,2 6-34,-2 10 45,3-29 28,1-15 11,7-11 791,5-10-813,3-3 95,25-28-56,-21 22 424,21-19-440,-27 29-46,-2 2 28,-5 6-22,-3 6-11,4 5 28,2 8-23,7 3 29,4-1 27,9-4-50,9-6 11,9-6-33,6-8 0,0-7 66,-6-10 29,-8-7 84,-9-9 33,-7-5 90,-9-1 68,-5 2-29,-6 6-50,-4 8-135,-3 10-145,0 10-12,-3 9-10,-1 11 16,-10 14 17,-5 14-67,-5 11-40,4 6-173,7 2-468,14-25 1,3 0-289,6 11-2661,19 8 3697,9-32 0,-11-3 0,0-9 0</inkml:trace>
  <inkml:trace contextRef="#ctx0" brushRef="#br0" timeOffset="201145">23050 17460 26099,'22'-28'95,"0"0"1,16 2-57,-38 55-34,3 9 12,-5 21-28,-2-17-11,-1 18 10,-1-18 18,2-9-12,1-10 62,2-10-33,1-9 5,7-11-17,4-8 39,9-13 40,5-8-12,4-6 18,4-1-324,1 4 245,-1 9 22,-2 10-27,-3 10-35,-4 11-5,-3 10-22,-4 9 33,-4 8 323,-5 2-295,-4-2 0,-5-5-22,-1-7 112,-1-7-40,-1-5 34,4-8-61,7-10 0,11-11 78,16-12-14,-10 15 0,2 0-192,2 0 0,1 0 200,2 2 1,1 3 7,8 2 1,0 3-92,7 2-12,8 10-17,-34 18-5,-4 12-51,-3 17-274,-18 14-1105,-5-25 0,-3 0 1441,-2-2 0,-2-2 0,-7 11 0,8-18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14:40:18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1455 2068 15462,'-5'-5'5053,"0"2"-4731,-28-13 0,-9-1 159,5 8-355,-11-8 0,1 3-25,13 19-84,11 0-6,1 15-5,15 0-1,-1 14 6,17 2-11,10 5 12,4-7-15,2-9 0,3-1-14,3 2-39,11-1 0,1 0-11,-2-7-62,4 0 0,1 1-5,-7 1 112,8 11 72,-43-5 45,-28 4 0,-25 0-539,13-14 1,-3-2 462,-6 1 1,0-2-14,6-2 0,0-2 22,-18 0 0,1-2-20,22-4 0,2-2-61,-11-1 0,4-5-658,7-12-1737,28-13 2448,32-11 0,-10 18 0,10 0 0</inkml:trace>
  <inkml:trace contextRef="#ctx0" brushRef="#br0" timeOffset="1236">1863 1979 20483,'0'-3'3200,"0"0"-2101,0 3 272,-4 23-1117,3 10-242,-2 30-433,2-28 0,1 2 399,-1 5 1,0-2 44,0-6 1,0-1-33,0 9 0,-1 0-601,1 0 1,0-1-448,0-1 1,1-1-226,2 2 0,0-3-1930,4 6 933,1-20 1348,-1-16 825,-2-18 842,-2-15 410,-2-2 1291,-7-27-1063,-4 15-293,-10-19-139,-2 16 48,0 7-178,5 8-503,6 10-250,7 7-133,11 6 258,4 3-13,35 1-47,8 1-624,-12 0 0,3-1 558,-1 1 0,0-1 3,0 0 0,0-1-303,-2-1 1,-2-2 346,-5-1 1,-2-2-73,20-10 76,-18-4 45,-13-3-29,-11-1-40,-9 0-4,-8 1 1063,-5 4-1048,-6 6 894,-3 5-628,-4 8 137,5 4 247,-14 18 111,15 4-181,-6 16-22,15-3-378,13-2-481,12-6-246,12-8-139,8-10-88,9-9-61,0-13 131,-1-9 102,-8-10 413,-11-7 213,-11-2 38,-12 1-117,-12 2-90,-9 6-41,-10 7 254,-7 10 283,-4 10 151,-2 14 140,5 12 54,4 12-157,11 10-391,9 5-234,8-8-88,10-9 0,6-1-476,13 13-194,-1-14 1,5-1 56,3-8 1,3-5-68,5-1 1,2-5 148,1-3 0,1-3 327,0-4 0,-2-3 239,20-4 57,-24-8 0,-2-3 100,3-13-80,-12 8 0,-3-3 269,0-16 70,-10 3 70,-7 4 37,-3 9-70,-3 8 377,-1 9-738,-2 7 113,0 4-95,-5 23-44,2 6-18,-1 21 1,4-11-25,3 15-7,2-24 1,0 2-243,-1 4 0,0 1 262,1 7 1,-1 0 2,-2-10 0,0-2-2,-3 23 21,-3-23 12,2-18-11,0-17 0,-2-14-11,0-15-1,-2-34 40,4 12-219,3 4 0,0-2 179,3 8 1,0 1 2,1-13 1,1-1-1,1 3 1,2 0 5,4-4 0,2 3-20,-4 18 1,2 2 5,4-6 0,3 4 5,11 4-5,12 1 11,15 13-22,-5 17 11,-2 7-11,-5 19-6,-15 7-5,-2 14-6,-15 6 30,-19-21 1,-6 0 8,-3-6 1,-3-1 251,-2-1 1,-3-3-256,-4-3 1,-1-4-14,-18 4-140,-6-4-4168,16-22 3495,24-6 0,8-4 0,13 6 0</inkml:trace>
  <inkml:trace contextRef="#ctx0" brushRef="#br0" timeOffset="1468">3471 2384 25001,'-1'4'-1445,"32"-10"331,0-2-1676,5-1 1,1-2 2789,6-2 0,-6 1 0,-17 6 0</inkml:trace>
  <inkml:trace contextRef="#ctx0" brushRef="#br0" timeOffset="1944">4037 2145 18140,'-2'-3'5489,"0"0"-5047,2 3-363,6-65-51,10 44-20,-5-16 1,4 5 71,31 28 296,-14 5-16,17 11-72,-17 7-100,9 12-77,-6 7-56,-10 17-48,-11-16-52,-19 16-222,-24-12 180,-9-2 94,-4-5 197,-12-11-147,27-16 337,-21 1 58,28-11-137,-1-3-169,10-7-296,9 0-78,9-1 222,4 4 17,39 1-22,-8 9 11,-6 1 0,2 3-1550,22 14 1533,-14 1-11,-4 3-444,-13 13 449,-14-12 1,-7 24-68,-47-4-5,14-21 0,-3-1-157,-5-1 1,-3-1-425,-3-3 0,-3-3 0,2-1 28,6-3 0,-2-2 648,-13 3 0,-6 1 0,9-4 0,2-2 0,11-3 0,0 0 0</inkml:trace>
  <inkml:trace contextRef="#ctx0" brushRef="#br0" timeOffset="2336">737 3354 12322,'-51'14'1006,"-1"1"1,11-4-1,6 0 1468,11 1-2054,24-5 840,51 1-1008,-10-6 1,6-1-834,5-2 0,6-1 0,3 0 627,-7-1 0,1-1 0,4-1 0,3 0-26,-13 0 1,4 0 0,2 0 0,1-1 0,1 0 0,0 0 0,-2 1-226,8-1 0,-1 0 0,1 0 0,-1 0 0,1 0 0,0 0 205,-9 1 1,1 0 0,-1-1 0,1 1 0,-1 0 0,1 0-1,0 0-139,0 0 1,1 1-1,0-1 1,0 1-1,0 0 1,-2 0-1,-2 0 140,12-1 0,-3 1 0,-1-1 0,0 1 1,0 0-209,0-1 0,-1 1 1,0 0-1,1-1 0,2 1 198,-8 0 0,2 0 0,2-1 1,0 1-1,-2 0 0,-1 0 1,-5 0-5,11 0 0,-6 0 1,0 0-1,3-1 10,1 1 1,3-1-1,1 1 1,-2-1 0,-6 1-13,8 1 0,-6-1 0,-4 1 391,11 0 0,-6 1-740,-15 2 0,-5 1-2926,10 6 3290,-22 2 0,-17-3 0,-7-4 0</inkml:trace>
  <inkml:trace contextRef="#ctx0" brushRef="#br0" timeOffset="4792">6459 2462 13575,'0'-5'7208,"0"1"-6552,0 4 386,-18-69-633,11 47 61,-7-21 1,-3 4-124,1 28-213,-13-1-50,-6 17-45,-13 16-19,20-4 0,-1 4-123,-3 5 1,2 2 102,1 4 0,2 1 0,3 2 0,4 1-17,5-1 0,4 1 6,5-2 0,5-1-17,17 26 28,5-29 0,4-5 11,16 8-17,-5-17 1,2-4 5,21-6 14,-23-4 0,1-2 8,-4-3 1,-2-2 22,13-3 184,-6-12-33,-24 4 23,1-8-7,-13 6 52,-2 3-51,-3 6 104,1 5-317,-1 3-23,-2 11 23,2-2 6,-3 15-6,4-4-6,8 6 6,1-8 23,32 1-18,3-12 3,-9-2 1,3-2-174,-2-3 1,0-4 175,0-1 0,-2-1 12,26-15 77,-13-5 119,-14-12-163,-16 11 33,-10-14-5,-13 16-11,-6-6 61,-7-1-78,5 12 413,1-2-374,10 17-60,2-1-119,2 5 5,1 4 85,7 5-1,7 7-16,13 5-3381,22 3 3398,-13-8-85,25-3 85,-17-10-6,1-3 22,-13-4 1,-1-3-1,6-9 28,10-11 6,-22 1 6,-10 0 28,-7 1 3375,-5 4-3331,-2 6 101,-2 7-212,0 5-85,-1 4 6,0 11 56,0-1 0,1 20-11,0 1-23,5 13-61,5 5-185,7 4-682,8 2-371,8 1-930,8-8-1697,5-12-3400,4-16 1580,-2-12 5780,-2-16-54,-9-11 54,-10-3 6850,0-29-2380,-11 13-1462,0-16-1026,-8 17-688,-12 12-504,-4 9-71,-8 9-461,-3 7-224,7 4-34,1 2 83,9 5-32,8-1-7,10 1 57,27-3-73,-8-2 45,24-10 33,-22-4 13,8-8 43,-9-5 0,-7-4-72,-12 4 151,-7-11-124,-16 11 7,-7-7-29,-11 12 17,-16 7-51,11 7-33,-16 11-33,15 10-6,-6 13-17,7 9-23,12 19 18,13-16-1,9-12 0,5 0-150,17 13-49,-6-18 1,2 0-326,4 0 1,2-3 39,4-1 0,3-4-222,3-3 0,2-4 418,3-3 0,2-3 187,0-7 0,1-4 118,-2-1 1,0-4 63,-4-5 1,-2-2 61,-3 0 1,-3-4 130,-1-6 1,-3-3-3,-7 6 0,-3-1 70,11-23 320,-18 10-85,-15 16-67,-17-3-409,2 14 293,-22 7-293,7 14-28,-9 9-39,4 9 567,5 15-539,16-3-28,5-1-6,19-4 12,15-5-1,-1-6 1,20-1 11,-3-18 0,-6-3 44,10-10 34,-17-6 51,3-7 72,-5-12-178,-11 10 105,-1-8 68,-8 17-28,0 0-101,-2 9-73,-2 5 6,-3 9-6,-4 8-11,2 14 0,1 6-11,13 3 11,9-5 5,30-3-16,4-14 0,6-6 17,5-14 16,-9-10-141,-19 2 1,0-4 137,3-10 1,-3-4-371,-6 0 1,-2-2 361,1-10 0,-3-1-11,-10 10 0,-2 0 11,-2-13 1,-2 0 5,-2-10 39,-3 2 0,-3-1-150,-5 19 1,-1 1 166,1-4 0,-2 3-12,-9-2 12,3 25-56,5 10 204,-4 22-210,3 14-17,4-3 1,1 2 401,-1 26-413,4-15 1,1 3-12,2-6 0,3 2-122,4 5 1,2 4 0,2-3-1229,5 6 0,2-2 1140,4 6 0,2-4-51,-5-26 0,0-3-1206,17 17-3972,5-6 5467,-8-8 0,-9-11 0,-18-16 0</inkml:trace>
  <inkml:trace contextRef="#ctx0" brushRef="#br0" timeOffset="5318">8913 2611 16997,'-2'-3'4134,"0"0"-2991,2 3-1166,89-51-25,-50 44 1,1 1-673,-1-10 0,3-4 0,-1 5 661,9 14 0,-5 4-53,10-1 562,-2 0-495,-3-1 113,-13-7-1,-8 1 348,-2-10-180,-22 8 790,-4-7-656,-5 9 1896,-10-2-1789,-3 6-61,-10 6-309,4 4-72,0 10 5,14 3-11,8 4 0,7-5 39,24 8-39,4-12 22,20 2-10,-14-12 83,17-8-73,-28-4 146,25-13-39,-35 0-28,3-12-68,-17 9 35,-14-9 49,-15 4-89,1 5 107,-26 2-51,18 18-23,-13 10-55,19 4-17,0 14 11,10 15-34,5 6 3,9-9 0,4-1-58,5 11-40,10 8-465,11-15-1011,-4-18 1,4-1 1576,3-1 0,1-2 0,15 11 0,-14-20 0</inkml:trace>
  <inkml:trace contextRef="#ctx0" brushRef="#br0" timeOffset="5926">11538 2478 19081,'0'-7'4201,"0"1"-3311,0 6-358,-83-66-1314,43 48 956,-4-4 0,-9-6 0,5 11 5,-13 19-157,19 2 1,3 1-23,2 5 66,16 28-49,20-17 208,6 20-225,16-14 0,4-1 6,4 6-393,7 2 1,2 1 388,-11-13 1,1-1 3,8 6 0,1 0-12,-1-2 0,-2 1 225,-5-4 0,-3 1-214,6 13 221,-26-5-214,-17-12 2,-16-6 0,-7-4-3,3-4 0,-3-1 0,-17 1 0,-3-2-667,-6-8 0,3-3 653,17 3 1,2-2-71,-10-8 0,5-4-398,10-14 51,6 0-3624,31-16 4044,11 25 0,2-3 0,-5 20 0</inkml:trace>
  <inkml:trace contextRef="#ctx0" brushRef="#br0" timeOffset="6185">11938 2390 26099,'-44'21'95,"9"12"-89,29-3 0,5 3-357,0 4 0,2 1 339,2 2 1,1 1-37,2 0 1,2 0-135,2-1 0,1-1-356,1-2 0,1-2-770,1-3 0,-1-1 1308,13 20 0,-12-23 0,-5-11 0</inkml:trace>
  <inkml:trace contextRef="#ctx0" brushRef="#br0" timeOffset="6710">11848 2717 16896,'-3'-3'6727,"0"1"-5769,3 2-936,49-18-10,-3 13-4,-1-5 0,4 0-324,-9 6 1,-1 2 320,0-2 1,-1 0 5,-2-2 1,-2 0 10,27-9 56,-13-1 74,-14-1 200,-14 1-156,-11 2 23,-9 1-11,-9 4-85,-8 3-50,-8 5 468,-6 8-518,-1 7-12,6 2 23,-2 20-29,17-5 6,4 15-5,21-7-6,4-10-17,35 4 34,-9-17 0,-12-7 0,-1-1 78,14-3 179,-9-13-167,-17 2 44,-7-15-39,-13-1-51,-7-12-16,-5-5 17,-4-4-34,4 10 56,-4-3-28,6 19-51,-6-2-21,1 13-186,-6 11 6,8 1-616,-4 15-1154,16 2 1966,13 14 0,-5-16 0,7-2 0</inkml:trace>
  <inkml:trace contextRef="#ctx0" brushRef="#br0" timeOffset="7410">12778 2550 26693,'-7'-28'22,"17"20"-22,23 43 0,-11-10 0,2 0 0,0 1 0,0 1-28,2 3 0,-1 0-882,8 13 904,-9-8 286,-21-18-269,-15-11 155,-8-2-132,-8-10 5,-2-7 34,3-20 397,10 6-453,6-18-23,14 13-5,10-6-28,13 6-196,31 4 16,-12 12-204,-5 7 1,1 3-800,22 3-274,-17 3 1,1 1-107,-11 2 0,-2 1-156,26 6-1026,-23 4 1810,-20-3 1909,-2 1 1793,-10-1 1517,-11-1-3248,0-5 566,-9 2-471,4-3-414,0 0-471,3-1 123,5 0-256,2-2 306,12 2-262,-2-2 33,24 1-78,3-3 17,22-8-57,-16 2 107,15-19-78,-36 13 72,8-17 45,-24 1-128,-5 6 122,-24-13-16,-7 22-67,-7-2 44,-6 11 12,2 15-62,0 7-56,7 5 56,4 30-56,20-20-1702,1 1 1,4 3 1695,10 16-53,12-13 0,5-2-212,14 14-1454,13-16 0,6-5 1697,-24-15 0,-2-3 0,8 2 0,-4-1 0,-8-5 0</inkml:trace>
  <inkml:trace contextRef="#ctx0" brushRef="#br0" timeOffset="9894">15358 2766 15233,'5'-57'1803,"0"1"1,1 5-1,-6 5-1287,-17 3-80,-3-2 1,-12-5-89,-6 12-79,-11 17-376,19 18 0,-3 4 182,-5 6 1,-1 3-51,7-1 1,-2 4 30,-15 12 0,2 5-336,18-7 0,2 1 280,-10 11 0,4 3 8,15-8 0,7 1 104,6 27-118,27-8 62,22-12-17,-13-25 0,3-3-214,4-3 1,2-4 252,1-5 1,0-3-4,-1-4 1,-2-3 19,-2-4 1,-4-4 21,-4-1 1,-4-3 111,12-26 142,-17-3-198,-10 1 9,-7 4 560,-2 6-558,-1 12 30,0 12-253,-1 10 467,1 8-439,0 13 53,1 12-56,-2 15 14,1 11 59,1 5-59,8 1-49,6-3-53,14-7 52,-1-16-141,31-8 215,4-25 173,0-2-302,-25-8 0,-4-5 329,6-17-12,1-12 11,-11-6 8,-9-7-132,-7 21-14,-2-3-107,-7 27-91,0 1-117,-2 8 107,0 6 37,3 9 20,5 9 466,1 9-466,1 7-13,-4 3 60,-4 0 65,-2-2 31,-2-7 85,0-10 166,0-8-2,0-11-67,6-10 365,7-9-74,11-11 24,9-2 29,8 1-87,1 8 88,1 8 89,-2 9-93,-2 6-472,-2 9-216,-2 8-246,-1 9-242,0 4-139,7 2 119,-9-14 1,2-3-178,18 5 52,-8-10 0,2-4 399,-11-3 0,-1-3 235,9-2 0,1-2 210,-4-2 0,-2-2 151,-4-3 0,-3-3 348,16-18-102,-14-6-229,-15-7-156,-9-5-221,-9 0-27,-7 6-212,-9 13-299,-14 14 189,-16 19 390,16 6 1,-2 4 59,-3 5 0,1 4 26,1 3 0,3 3 31,5-1 1,4 3 133,-2 24 39,27-5-254,23-10-117,21-12-184,-17-17 0,2-4 292,2-5 0,0-4 100,1-3 1,-2-4 63,2-9 0,-4-6-52,-5-6 0,-5-4-31,-2-4 1,-4-2-192,-7-6 0,-4-2 164,-2 2 1,-3 0-69,-1-3 0,-2 1-30,1 2 0,-1 1-46,0 6 0,0 2 9,-3-22 36,2 21 311,1 18-414,2 16 46,0 21 269,1 23-88,1-5 0,-1 4-74,2 11 1,0 3 38,0 10 0,3 5-301,3-10 1,1 3-1,1-4-129,1 6 1,3-2-1008,3-5 1,3 1 0,0-6 1470,2-10 0,-1-4 1,-2-2-1,-1-4 1,4 3-1</inkml:trace>
  <inkml:trace contextRef="#ctx0" brushRef="#br0" timeOffset="11110">19152 2137 20727,'-34'-27'595,"0"-1"0,0 1 1,-17-12-1,3 14-360,8 30 233,-17 19-229,14 10-1157,22-8 1,2 2 950,-1 15 256,9 18-197,16-9-72,3-21 1,5 1 28,15 4 1,7-4-49,2-5 0,2-5-168,3 1 1,1-5 195,7-5 0,0-6 17,-11-3 0,0-2 20,8-2 1,0-4 20,-6-1 0,-3-4 35,0-7 1,-5-2-49,9-9 34,-6-17 22,-28 16 67,-4-6 818,-14 7-1025,-10 11 225,-11 8-167,-11 18-42,13 0 783,-5 26-789,26-16-8,2 28 18,11-25 29,26 24-47,8-23-19,11 2 13,-18-18 0,1-3 25,4-3 0,-1-3 1,22-2 55,-17-6 0,-5-4-11,-13-3 45,8-21-6,-27 8 45,-18-24-117,-1 16-1700,-7 4 1,-3 3 1693,1 5 8,-2 1 0,-2 3 209,-1 8 64,-5-1 13,7 16 113,4 17-116,2 8-108,4 19-115,11-10-549,12-4 1,4-1-218,5 3-526,12 3 1,7-3 130,-7-17 0,2-2 409,6 4 0,0-3-570,23-4 1592,-22-11 0,-1-4-185,20-10 342,-15-1 1,-3-5 646,2-19-590,-11-3 967,-16-4 212,-5-5-1380,-3 9 750,0-17-1112,-3 38 641,-2-11-216,0 22-360,-1 1-153,1 12 529,0 11-474,1 14-33,0 13 10,1 8 7,0-9 26,1-3 73,4 12-33,-2-22-112,4 13 236,-5-31 36,3-12 222,-1-4-134,14-23-29,3-3-108,-4 6 0,2 0 76,12-14-48,-2 9 0,1 2 73,3 0-119,2 2 1,1 2-278,-2 9 196,6-1 11,-14 18-258,-8 21-813,-4 9-2385,-4 23 3363,-12 8 1,1-27 0,-3-3 0</inkml:trace>
  <inkml:trace contextRef="#ctx0" brushRef="#br0" timeOffset="11977">21185 2262 14762,'19'-60'2584,"0"0"0,-4 5 1,-1 4-2263,-5 18 0,-4 1 324,-4-5 1,-6 4-104,-11-3-183,-14-4-175,2 26 96,-21 32 121,14 15-266,9-2 1,2 4-775,5 6 1,3 3 737,0 7 1,3 3-58,5-13 1,0 1 0,1 2-39,1 4 1,1 1 0,0 1-453,0 5 1,1 1 0,-1 1 254,0 5 0,0 2 0,0 0-438,0-15 0,-1 2 0,1-1 0,-1 1 504,-1-2 1,0 1 0,-1-1 0,-1-1 79,-2 10 0,-1-2 0,-1-3-156,0-9 0,0-4 0,-3-3 170,-6 3 0,-3-9 681,-27-3-644,-2-38-2,28-6 1,1-7 324,1-11 0,3-5-368,2-8 0,3-3-6,3-6 0,5-2 56,4-2 0,3 2 1,3 12 0,3 2-11,12-13 0,6 4-11,-2 19 0,3 2 11,12-14 0,5 1-28,0 11 0,3 3-3,6 1 0,2 2 11,3 1 1,2 1-4,-18 10 1,0 0 0,2 0 20,5-3 0,3 0 1,-5 1 488,3-1 0,-1 0-468,12-7 1,-3 0 11,-25 10 0,-2 0 247,4-3 1,0 0-95,16-15-67,-17 10 247,-6-4-113,-16 12 670,1-6-685,-9 11 1421,-2 2-1542,-1 7 334,-1-1-182,-6 20 34,-1 9-66,-1 9-52,-1 18-106,7-2-390,2-18 1,2 1 214,0 0 1,1-1-222,2 0 0,0-2-966,5 26-3696,8-4 4929,-2-21 1,-5-10 0,-5-19-1</inkml:trace>
  <inkml:trace contextRef="#ctx0" brushRef="#br0" timeOffset="12186">21768 1918 21144,'-1'-5'2624,"0"2"-3332,1 3 2772,-1-5-4348,4 27-3012,0 7 5217,3 21 0,-2-17 0,-3-14 0</inkml:trace>
  <inkml:trace contextRef="#ctx0" brushRef="#br0" timeOffset="13085">22289 2313 28218,'17'-39'199,"0"1"0,0-1 0,9-8 0,-13 7-656,-38 4 127,-8 20 593,-16 2 440,-8 9 413,0 15 14,3 11-393,10 15-146,10 7-591,13 2 0,12-2 0,17-5 0,24-5-573,-3-15-683,28-6 414,-13-15 556,12-9 384,-4-9 234,-8-9 278,-9-2 280,-9 1-491,-10 3-210,-5 6-305,-6 9-315,-3 7-139,-2 9-100,-1 14 167,-2 5 271,-1 13 1,-1 6 64,0-5 1,0 4-1034,-3 8 0,-1 7 0,1-3 1091,0-2 1,0 1 27,-1 1 0,0 3 1,-1-3-643,0 5 0,-2 0 575,3-10 1,-2 3 0,0-1 28,-1-5 0,0 0 0,-2-2 74,-8 14 1,-3-6 75,6-19 1,-2-7 30,-14 1 58,8-48-107,11-20-100,8 9 0,2-3-167,2-10 1,4-2 177,5-7 1,6-4 272,4 9 0,3-2 0,1 3-336,3-4 0,3 1-26,1 7 0,5-2 1,-1 6 100,3 5 1,2 2-161,9-6 0,2 0 76,-1 5 0,3 2 131,-11 8 1,2 1 0,-3 1 91,2-1 1,0 1 29,13-8 0,-1 0-157,-21 13 0,-2-1 197,5-2 0,-1 0 703,13-12-213,-18 10-285,-15 13 1813,-8 5-2024,-8 8 1301,-5 6-1140,-9 8-41,-8 20-127,8-7-6,-3 23-82,15-10-354,2 13 115,11-1-445,8-6 244,12-8 725,8-10-298,6-11-129,5-11 101,-9-9 149,-6-11 1,-3-3 0,-2-4-27,-1-4 1,-2-4 55,-7-12-234,0-1 57,-7 7 0,-1 0 75,2-12-56,-4 11 1,0 1-177,-1 1 105,-2 2-31,-3 21-156,-1 3-81,-5 11 662,1 2-520,-8 18-1017,5 7-2013,0 11 3217,8 7 0,1-22 1,5-5-1</inkml:trace>
  <inkml:trace contextRef="#ctx0" brushRef="#br0" timeOffset="13769">23529 2191 32767,'5'-42'-251,"0"-1"1,1 1 0,0 10-973,0 22 1264,4 1 410,0 7 1031,19 17-1482,3 11 0,-7-4 0,0 4-286,-1 3 0,-1 1 104,1 3 0,-3 1 198,-1 1 1,-2 0-362,-3-1 1,-4-2-439,0 25-1046,-13-21 796,-34-10 1329,-1-21 642,-18-11-512,19-8-353,1-30-158,22 4 470,1-10-395,20 17 0,6 2 183,5-1-366,6 3 0,6 2-283,5 10 0,3 3 380,1-1 0,1 2 374,0 2 1,0 2-392,7 4 1,-3 2 967,2 1-901,-6 1 1,0 2-877,0 3-407,-1 3 399,-18 5 1093,-15-1 1027,-13 3-1275,-1-6 333,-3-1 1568,2-3-1467,3-2 692,-2 1-760,6 0-511,0 2 292,1 0-1,10 9-209,0-7 133,30 10-57,-6-12 280,20 1-75,-18-8 1099,7-12-800,-22-4-432,4-12 0,-18-3 0,-6-4 0,-4 7-689,-11-8-130,-1 18 183,-9-5 345,2 14 764,-1 6 410,-1 7 196,-1 7-1079,5 4 0,-4 16 0,8 20 0,4 9 0,9-21 0,4 2 0,6-4 0,2-2-26,11 19-1365,3-16 0,2-3-570,3-1 1503,3-3 0,-1-2 0,-12-13 0,9 4 0</inkml:trace>
  <inkml:trace contextRef="#ctx0" brushRef="#br0" timeOffset="14219">26058 2214 32767,'5'-9'0,"18"-24"0,3-6 0,-6 6 0,5-7 0,-2 1 0,-14 16 0,-6 9 0,-5 10-354,-3 6 396,-6 10 100,-6 12-286,1 1-375,-3 17-718,12-4-813,3 14-5085,23 4 7177,1-18 1,3-10 0,-12-21 0</inkml:trace>
  <inkml:trace contextRef="#ctx0" brushRef="#br0" timeOffset="14602">26295 1653 32767,'-38'-8'0,"-1"-1"0,-17 9 0,75 35 0,14 11 0,13-6 0,2-7 0,-7-14 0,-12-10 0,-12-9 0,-2-16 0,-10-5 0,2-13 0,-7 7 0,-5-7-935,-5 2-606,-2 3-149,1 5-813,2 13 1882,5 8 1177,-4 9-464,-1 21-1237,-1 12-509,4-8 0,0 3-3262,3-1 1,0-1 4289,0 18 0,2-15 0,1-26 1</inkml:trace>
  <inkml:trace contextRef="#ctx0" brushRef="#br0" timeOffset="14952">26868 2234 32767,'-1'-43'0,"0"-1"0,1 1 0,-1-10 0,2 2-1195,5 7 0,1 3 640,1 4 0,0 0 254,2-5 1,-1-5 140,-1 0 0,0-3 1,-2 5-68,-2 11 1,-1 1 483,0-11 1,-1-5-1,-2 8-2153,-6-2 2072,-3 11 0,-2 3-2201,-6 7 2609,-4-1-304,-12 35 799,2 14-733,8-2 0,1 3 1254,-9 20-1269,16 2 1,4 3-619,3 9 114,9-12 1,3 8 0,2-3-58,3-10 0,1-2 0,1 0 43,-1 1 0,1 0 1,1-1-235,3 3 1,2-2-1,0-3-192,0-4 1,1-3 347,-1 0 0,2 0-509,5 4 1,0-3-723,4-1-456,7 5-3791,-21-29 6181,-6-12 1,-7 0 0,-1-3-1</inkml:trace>
  <inkml:trace contextRef="#ctx0" brushRef="#br0" timeOffset="15152">26674 1984 23911,'-7'-6'8856,"1"1"-8856,6 5 0,-21-63 0,40 36 0,-12-12 0,6 2 0,19 22 0,9 8 0,0-2 0,2 0 0,2 2 0,0 1 0,-1 1 0,-1 1 0,-2 1 0,-1 1 0,-5 1 0,-1 0 0,20 5 0,-21 2 0,-28 7 0,-20-1 0,-25 7 0,19-12 0,-4 1 0</inkml:trace>
  <inkml:trace contextRef="#ctx0" brushRef="#br0" timeOffset="18528">5091 4328 22649,'-15'-2'498,"-1"21"-453,8 19 0,3 7-438,-1-3 1,2 0 414,1-4 1,2-1 166,11 21-61,12-18 68,16-19-22,12-18-96,-19-10 1,1-4-18,3-5 1,-1-3 19,2-6 0,-2-1 67,-8 5 0,-1-2 39,2-10 1,-5-1 53,-4-7-23,0-11 57,-22 26 175,1 13-517,-4 8 131,3 12-87,1 2 40,0 26 5,4-2-5,12 25-17,-1-25-5,16 9 27,-5-21-28,8 1 18,9-6 27,-4-14 17,6-13-28,-14-7 163,7-19-32,-7-3-37,-9 8 0,-2-1 54,6-26-73,-6 6 30,-13 9-52,-3 16 13,-1-3-150,-1 13-300,-1 8 135,1 7-173,-2 9-158,2 10-511,0 12-1174,3 11 2228,8 16 1,-6-27 0,5 4 0</inkml:trace>
  <inkml:trace contextRef="#ctx0" brushRef="#br0" timeOffset="18701">6148 4308 17216,'0'-5'5752,"0"2"-4531,0 3-1283,-21-9-391,15 34-606,-7-4-1853,27 37-1603,5-17 4515,3 1 0,-12-27 0,-1 0 0</inkml:trace>
  <inkml:trace contextRef="#ctx0" brushRef="#br0" timeOffset="18911">6233 3997 21271,'-7'-41'-9831,"19"35"9267,3 28 0,7 10 0,-17-26 0</inkml:trace>
  <inkml:trace contextRef="#ctx0" brushRef="#br0" timeOffset="19144">6682 3844 25898,'-21'52'47,"11"-21"1,4 4-62,3 14 0,4 3-711,0-10 0,1 0 577,4 11 0,1 2-855,3 3 0,2 0-862,-1 1 0,0 0 1346,-2-14 0,0 0 1,0-5-1,1 17 0,-1-16 1</inkml:trace>
  <inkml:trace contextRef="#ctx0" brushRef="#br0" timeOffset="19629">6551 4533 20179,'-12'-54'1118,"1"0"0,0 5 1,7 7-979,19 12-123,3 8-43,11 5 1,7 1 5,-6 5 1,3-1-1687,16-5 0,1 1 1695,-16 5 0,1 1-9,14-7 1,-2 1 742,-2-2-692,-3-2 0,-3-4 41,-7-9-27,2-5 218,-18-20 57,-12 18 167,0-15-196,-4 25 292,-1 5-12,0 12 2157,0 4-2739,-1 8 27,2 19-4,1 3 21,5 33-33,-3-24 0,1 4 0,1 21 0,-2 4-576,0-5 0,-1 0 570,-2 8 1,0-2 13,-1-15 1,1-4-4,2-6 1,0-4 140,2 4-51,4-16 79,2-30-79,8-14-50,2-7 22,3-2 0,2-2-42,-5 9 0,1-1-344,11-11 0,1 1 372,-5 10 0,0 3-25,-2 3 0,2 4 1037,20-5-1065,-6 16-23,-10 10-10,-4 9-1004,-3 28 1,-3 9-1664,-9-16 1,-2 1 2699,11 26 0,-4-3 0,-10-12 0,-6-19 0</inkml:trace>
  <inkml:trace contextRef="#ctx0" brushRef="#br0" timeOffset="20851">10042 4219 16787,'-6'-60'1588,"1"0"1,-2 6 0,-3 8-1169,-9 14 817,-9 6-946,2 17-140,-19 19-100,14 3-12,1 16 0,3 5-33,4 5-154,1 2 0,1 3 137,10-13 0,4 1-23,0 13 1,4 2 7,6-10 1,5-1 19,7 2 1,6-5 11,20 2-4,-4-21 1,3-6-17,0-4 0,2-6 1,1-2 0,3-4 0,-1-1-1431,11-4 0,-1-4 1458,-2 0 0,-4-4 44,-8-6 1,-7 1 196,-5-2-222,-8 3 1,-3-3 100,-7-13 29,-2 4-35,-11 6-77,-11 21-2010,-12 15 1970,0 4 2280,-13 18-2291,4 13-45,7 13 34,8-8 5,21-6-11,16-14 6,12-5 11,18 0 6,11-11-1,-8-9 1374,-6-12 1,-2-3-1330,-5-4 42,-1-8 1,-4-1 3,-18 4 162,-2-32-124,-22 21-61,-4-8 56,-13 3-6,0 12 23,-17-5-107,6 16-34,2 5-3189,1 24 3150,19-1 320,-8 33-527,18-6-156,8 19-231,15-7-962,15-1 717,-1-14-1250,19 1-111,-3-19 1388,-9-10 1,0-4 901,15-4 655,-13-13 1,-3-5 784,-1-13-777,-12 7 1,-2-2 535,3-19-309,-6 0-565,-8 12 3841,0-3-3724,-7 21-380,0-2-186,-4 18 701,-2 12-588,-4 21-45,2-5 87,-3 23-93,4-14-11,1 1-6,2 17 1,1-32 62,4 13 72,0-32-51,0-4 158,15-23-68,-1-4 11,12-20 12,0 0-40,3 1-39,1 5-72,2 9-18,-10 14-10,10 8-40,-13 19-45,12 9-352,-3 30 190,-12-11-265,-9-5 1,-2 1-1332,0 14-4453,6 14 6301,0-11 0,-6-19 0,-3-16 0</inkml:trace>
  <inkml:trace contextRef="#ctx0" brushRef="#br0" timeOffset="21434">12101 4132 18672,'23'-55'1949,"0"0"0,-5 7 0,-3 5-923,-5-12-421,-12 24-370,-8 17-162,-7 16-34,-7 20 22,-9 25-33,13-12 0,0 3-534,-3 8 0,1 4 494,4-4 1,1 4 0,0-3-578,0 5 1,0 0 526,3 1 0,0 3 1,1-2-177,1 8 0,0-1-41,2-9 1,-1 3 0,0-1-182,0 0 1,0 1 0,-2-2-199,-1-2 1,-1-1 0,-1-1 45,-2-4 0,-1-1 0,-2-3 178,-12 11 0,-3-5 283,1-12 1,-1-6 447,5-11 0,2-8 543,-12-20-62,20-34-465,17 7 1,7-4-151,4-9 0,5-4-65,5-5 0,4-2-141,-4 19 0,2 0 0,2 0 52,1 2 1,2 0-1,1 2-15,0 2 1,1 1-1,1 2-294,12-10 0,1 3 266,-1 5 1,1 3 2,-1 5 0,1 2 17,1 3 0,-2 2 14,-8 5 0,1 2 6,14-5 0,1 0 24,-16 6 1,-1 0 30,13-5 1,-1-2 15,-12 4 0,-4-1 387,18-19 147,-10-4 49,-10-3 12,-7 3 203,-9 6-651,-3 13 688,-5 8-828,-2 10 1478,-3 6-1545,-4 9 1122,-5 13-1145,-2 11-22,1 11-56,4 7-89,7 4-146,1 1-364,7-3-471,7-7-1742,9-10 2896,11-9 0,-13-16 0,0-6 0</inkml:trace>
  <inkml:trace contextRef="#ctx0" brushRef="#br0" timeOffset="22401">12784 3950 23668,'-8'9'-2621,"9"11"1237,14 6 1,5 3-1073,-2 0 0,1-1-317,1-2 1,1-1 364,27 14 2744,10-15 1730,3-13 1379,-3-15 599,-9-8-588,-11-8-992,-12-4-912,-11-5-35,-16-11-1164,-5 12 281,-19-13-248,-8 21-173,-17 0-123,-11 11-60,28 11 1,0 4-11,0 4 0,2 2-20,2 5 0,3 2-28,-14 25-12,19 2 29,21-2 22,19-6-3323,33-6 3323,-10-14 9,-6-10 0,0-4-64,11-3 139,7-6 45,-13-3 106,-13-2 57,-14 3-102,-8 3 3155,-5 3-3340,-4 5 371,-7 9-359,-8 15-22,-1 2-18,1 6 1,0 4 8,-1 8 1,0 1-633,0-2 1,0 2 610,3-5 0,0 2 0,-1-1-105,-2 7 0,0 0-69,2-7 0,-1 2 0,0 0-140,0-1 0,-1 0 1,0-1-48,1-3 0,0 0 1,1-3 120,-5 7 1,2-4 131,-7 8 121,14-38 22,9-31 57,5-23-21,3 9 1,3-3-466,3-9 0,3-3 415,5-9 1,4-4-331,1 6 1,4-4 0,-2 4 319,-6 14 0,-1 3 0,2-2 14,10-15 1,2-2 0,0 6-349,-2 5 1,1 4 349,6-7 0,1 3-44,-6 9 0,1 4 55,2 5 0,-2 4-3,10-4 23,13 5 44,-23 17-10,7 1 679,-7 6-657,-8 7 1983,-9 6-1905,-9 21-117,-7-7 1172,-6 27-1195,-1-10-1631,5-12 1,1-1 1607,5 11 40,9-3 73,19-21 5,1-11 34,17-7 84,1-24-118,-18 0 157,5-21 0,-23 6-263,0-18 173,-6-5-86,-6 29 0,-1 0 36,1-5 0,-2 2-51,1-11 107,0-8-162,-2 39 3230,-2-3-3617,0 16-50,-3 9 117,-1 2-678,-1 19-1181,5 7 2145,9 19 0,-4-23 0,7-2 0</inkml:trace>
  <inkml:trace contextRef="#ctx0" brushRef="#br0" timeOffset="23078">14193 4203 19787,'0'-5'5063,"0"2"-3091,0 3-2000,-2-50 22,5 50 12,5-26-18,8 69-4,4 13-4,-9-23 0,-1 0-211,-2 2 0,-1 1 175,-1 0 0,-3-1 28,-6 27 73,-16-12 33,-5-24-28,-3-13 85,2-24 38,10-20-89,3-11-50,8-5-23,11 12 0,3 1-22,5-1-12,2 4 1,4 3-118,15 1-145,15 2 12,-16 16 0,2 4-758,26 3 208,-25 5 0,-2 2-219,10 6-129,-5 3-5581,12 8 6808,-25-11 1574,20 5-28,-40-19 89,0-4-918,-8-2 974,-5-5-1315,2 7 453,-9-2-667,3 7 3219,-2 0-3381,-2 11-50,8-3 22,-2 18-11,8-12 39,19 13-28,8-14-12,9 1 18,11-11 5,0-14 0,-3-4-16,-7-7 50,-21-16-51,-13 17 17,-7-22 34,-7 18 56,-18-8-6,-1 15-17,-8 5-61,12 12 22,-10 16-55,19-1 4,-15 34-27,21-18-23,3 2 1,1 2-185,6 20-485,8-10 0,3 0-950,7 16 1653,5-16 0,0-5 0,-7-16 0,8 7 0</inkml:trace>
  <inkml:trace contextRef="#ctx0" brushRef="#br0" timeOffset="23712">15669 4004 16297,'0'-57'1833,"1"1"1,-1 10-1,1 5-51,-3-20-926,-3 31-312,-7-5-236,-7 23-162,-9 9-79,-8 15-17,-6 10-27,8 5-4,8 2 1,1 4-262,9-6 1,0 2 252,-5 13 1,3 2-4,7-6 1,4 0-12,7-1 0,6-1 3,6 0 0,7-2 0,10 0 0,4-3 0,-4-6 0,3-1-13,6-1 0,4 0 0,-3-2 7,-1 0 1,-1 1 5,13 7 0,-5 1 28,-9 12-17,-42-4-22,-37-4 11,7-19 0,-6-3-509,-7-1 1,-2-2 502,-3-2 0,0-4-36,1-4 0,3-2 6,12 2 0,3-5-668,-10-19 1,7-6-361,10-3-2260,6-8 0,7-2 3324,22-4 0,-2 6 0,4 20 0</inkml:trace>
  <inkml:trace contextRef="#ctx0" brushRef="#br0" timeOffset="23960">16013 3737 25225,'1'36'129,"0"0"0,3 5 0,2 0-107,5 4 1,2 0-497,-3-7 1,1 1 428,1 0 0,0 4 0,0-1-345,1 18 1,-2 0-327,2-2 1,-2 2-47,-5-16 0,-3 1 1,-3-4-1225,-4-4 1,-5-3 1985,-2 7 0,-2-3 0,-4 2 0,0-14 0</inkml:trace>
  <inkml:trace contextRef="#ctx0" brushRef="#br0" timeOffset="24668">15928 4586 16051,'6'-55'2492,"0"0"1,3-1-1,1 5-2117,8 2 62,11-6-258,-4 27-117,11-3-45,7 5-17,7 8-6,-8 6 1,15 3-1,6 3 6,-31 3 0,1-1 8,2 1 1,-1-1 47,10-2 101,-13-1 223,-13 2 131,-10 2-97,-6 1 930,-1 2-1378,1 1 18,4 2 16,5 6 5,8 3-16,3 9 5,0 5-5,1 7 0,-3 5 0,-1 4-6,-4 2 6,-5-1-12,-4-2 29,-7-6 11,-5-8 16,-6-9 23,-5-10-11,-2-5 6,-2-11-7,2-6-21,3-11-6,5-4-1,4-3 1,4 2-17,6 6-5,1 5-1,5 6-28,1 4 6,3 3 28,5 1-5,3 1 5,0 0 11,-5 2 0,-7 0-16,-5 2-942,-4 0-616,4-1 533,0 1-3232,8 0 4262,-1 1 0,-2-1 0,-3 1 0</inkml:trace>
  <inkml:trace contextRef="#ctx0" brushRef="#br0" timeOffset="25427">16780 4200 12275,'0'-3'9578,"-1"1"-11670,1 2 2294,-35-43 1453,17 30-1538,-8-11 1,-2 3 787,10 18-861,-6 3 52,-7 11-46,1 5-22,5 1 0,-1 3-11,-10 18 3386,5 2-3375,12 4-45,12-4 23,6 9 27,21 5 35,10-15-35,8-4 9,-6-23 0,2-5-8,3 0 19,-4-2 0,3-3 216,20-19-202,-16 7 28,5-14 85,-31 0-46,-5-6-39,-2-12 62,-12-13-45,-5 8 17,-9-3-68,3 22 35,-7 1-18,1 12-33,-18-1-6,-10 10-22,6 5-12,1 7 7,9 8-18,0 6-11,-8 10 12,4 9 2,18-10 0,1 1 14,-5 14-17,10-10 1,3-1-6,2 12 11,3 15-6,5-20-11,12 3 1,6-22 16,12-2 16,11-8-10,-8-13 0,1-4-9,-2-1 0,0-1-196,6-6 0,0-1 238,18-17-28,-15 6 11,-1-10 18,-15 3-7,1-15-11,-17 17 1,-3 0-1,-4-24-10,-5 3 32,-11 11-4,-7 8-29,4 7-11,-10 1-23,17 18 343,-9 1-588,7 8-1356,-10 16-6650,2 7 7426,-2 9 0,12-12 0,6-10 0</inkml:trace>
  <inkml:trace contextRef="#ctx0" brushRef="#br0" timeOffset="26501">16585 4245 21601,'16'-54'2386,"-4"9"-1781,-16 41-521,0 2 151,-20 6-167,7 1 38,-26 14-22,5 6-59,10-3 0,0 3-11,5-2 0,2 1-6,-1 6 1,3-1 2,0 10 6,9 7 11,14-11 74,23 10-30,13-12-712,-7-17 0,1-4 685,20-1 0,-17-7 0,0-3 67,17-3 11,-17-3 0,-2-2-11,8-4 235,4-21-156,-33 6-113,2-7 17,-13-10 6,-10-10-22,-2-3 300,0 24 0,-1 2-318,-4-6 68,-8 4-28,1 17-56,-28 4-29,16 10-16,-26 15 12,31 0-18,-21 16 6,9 2-6,12-4 1,1 1-6,-7 13 8,16-4 0,5 1-14,11 5 12,4 9-12,20-10 6,28-7 19,-21-19 0,2-2 249,8 1 1,1-4-252,14-2 13,-19-8 1,-1-4 36,4-10 5,11-8-21,-27-1 72,-7-24-90,-10 17 14,-7-8 1,-3-2-20,-4 1 8,-8-4 0,-3 2-19,-3 8 5,-4 3 0,-4 3-5,-9 8-29,-20-2-3367,11 17 3329,12 5-63,0 9-951,15 16 336,5-4-6347,26 30 6518,11-26 1,2 6 0,-7-22 0</inkml:trace>
  <inkml:trace contextRef="#ctx0" brushRef="#br0" timeOffset="27294">17079 4385 20615,'0'-7'4341,"-1"2"-3467,4-58-269,-2 41-496,1-13 1,-1 4 181,0 22-353,-1 7 17,2 4 45,1 4 23,15 21-12,-5-6 6,17 28-425,0 7 388,-16-26 1,0 1-1,0-1 1,-2 0-93,7 28 78,-11-29 51,0 4 56,-11-23 0,-7-10-34,-1-6 101,-15-19-101,13 6 413,-9-23-396,18-2-61,11-2-6,6 3-124,37 4-50,2 21-207,-11 7 0,2 2 90,-1 5 0,-1 3 97,-7 1 1,0 2-679,15 3 1,-2 2-546,12 8 653,-19-4 0,-2 0-15,1 6 690,-17-5 643,-17-5 759,-10-4-131,-5-2 33,-1-1-196,4-2 130,1 1-522,4-1-184,0 1-287,0 0-162,7 1 57,8 5-24,16 0-32,16 0 32,10-3-4,-9-4 55,12-11 22,-28-2 18,8-12 22,-23-1 5,-8-5-16,-12-2-29,-12-1 51,-24 0-84,7 13-5,-12 5 105,-6 16-94,11 10-40,-14 10-5,18 25-11,15-9-6,4 11 17,13-18-48,7 6 0,5 3-502,13 16 482,1-9 1,6-2-577,7-13 0,3-5 296,-4-4 1,3-3 330,22 3 0,-4-3 0,-13-5 0,19 3 0</inkml:trace>
  <inkml:trace contextRef="#ctx0" brushRef="#br0" timeOffset="34053">18906 4673 15967,'0'0'0</inkml:trace>
  <inkml:trace contextRef="#ctx0" brushRef="#br0" timeOffset="37140">4432 6214 21063,'9'-50'1025,"0"1"0,-1-1 1,-2 21-976,-6 30-33,-3 14 28,-4 19-57,-5 23-75,5-21 1,0 2-450,0 2 0,2 1-204,0-1 1,3-1-1364,4-1 0,1-2 2103,7 21 0,-3-30 0,-3-18 0</inkml:trace>
  <inkml:trace contextRef="#ctx0" brushRef="#br0" timeOffset="37497">4644 6031 15890,'-9'-55'1476,"0"0"1,1 7 0,0 10-1231,2 25 431,-1 20-503,1 13 45,-2 29-175,3-9 18,2 19-23,10-22 245,7 3-144,13-12 128,22-19-178,-12-12-1,-7-7 1,0-4 196,7-19 117,1-11-106,-23 15 0,-5-2-23,-4-17-64,-9 3-25,-16 12 212,-6 15-353,-11 3-77,-13 19-1,14 6-89,-7 24-336,23 6-650,4 19-454,11-24 0,3 2 1563,5 6 0,1-1 0,0 5 0,5-4 0</inkml:trace>
  <inkml:trace contextRef="#ctx0" brushRef="#br0" timeOffset="38131">5051 6176 18750,'2'-6'3944,"0"1"-3155,-2 5-693,6 10-63,-8 17-16,5 13-6,-8 4-16,-1 5 5,0-6 22,2-6 258,0-8 84,3-23-258,1-11-22,3-14 40,3-11 21,5-14 34,4-10-316,4-5 213,-8 27 0,1 1 24,12-26-49,4 11-23,-2 16-33,3 14-1,-1 10 1,2 15-18,-1 10 18,-2 16 5,-6 12-6,-13-16 0,-1 2-11,-1 22 17,-3 3 11,-3-27 7,0-8 421,0-15-153,4-8-225,3-14 40,7-14-39,0-1 50,8-16-3359,3-6 3281,-4 10 44,9-10-281,-7 26 203,-4 6-12,7 3-4,-16 14 10,8-1 0,-5 7-27,1 3 22,-1 3 3207,-1 13-3235,-8-3 393,2 10-393,-3-6 17,0-5-1,1-6-27,5-4-303,2-4-2431,13 2-7047,-2-4 8525,0 0 0,-11-2 1,-8-1-1</inkml:trace>
  <inkml:trace contextRef="#ctx0" brushRef="#br0" timeOffset="39072">6041 6232 20296,'5'-55'1695,"-1"1"0,-1 6 1,-2 7-1388,-3 15 174,-5 9-471,4 13-11,1 9 34,1 20-17,2 27-12,-1-15 1,-1 4-520,-2 7 0,-2 1 508,-2 6 1,-2 1-26,-2 4 0,-2 1-29,5-19 0,-1 0 1,2 1-59,-3 19 1,3-2 19,2-6 0,4-3 25,4-11 0,2-5 40,6 7 26,12-33 19,-7-29-6,5-25 5,-14 13 0,-2-1-5,-1-25 22,-10 7 0,-4-3-198,1 15 0,-2 0 189,-6-20 1,-1 1 0,6 22 0,-1-1 41,-3-14 1,2 0-26,6 15 1,3 0 487,-3-14 0,4 0-516,7 11 0,6 3-2,3 3 0,5 3-6,6 4 0,3 5-116,4 3 1,3 5 112,2 3 0,2 3-3,0 4 1,1 5-4,-1 4 1,0 4-6,-1 5 0,-2 3 3,-3 6 0,-2 3-272,-5 3 0,-5 2 269,-4 2 0,-5 0 3,-6 20 2,-19-18 1,-8-3-9,0-13 0,-5-2-14,-14 8 1,-1-2-1,11-12 0,-1-3-264,-19-1 1,3-4-64,9-4 164,-23-6-3369,59-20 1340,7 7 2223,18-7 0,3 0 0,-8 10 0,23-13 0</inkml:trace>
  <inkml:trace contextRef="#ctx0" brushRef="#br0" timeOffset="39430">6775 5973 23450,'-45'18'250,"-1"1"0,5-1 0,8 3-222,11 20-5,13 3-1,19 0 23,17-7 44,22-9-55,-19-17 0,3-3-289,2-2 0,1-3 299,1-1 1,-2-3 160,16-5 97,2-17-89,-32-4-45,-3-17-61,-30-1-1,-16-1 29,-14 2 10,-5 7-16,6 9-56,7 10-84,11 8-56,7 6-85,7 11 228,4 7-855,6 11-1013,11 10-3311,8 5 4255,4-2 0,-8-14 0,-7-10 0</inkml:trace>
  <inkml:trace contextRef="#ctx0" brushRef="#br0" timeOffset="39781">7120 6148 15844,'0'-6'6939,"1"1"-6351,-1-24 0,0-7 264,0 3-584,0-8 1,0 1-11,3 12-168,12 7-84,-1 10-12,21 6 0,3 15 12,17 8-1716,-16 2 0,-1 2 1699,15 12-1078,-18-5 1,-3 3 1004,-2 16-23,-15-17 1,-4 0 83,-8 25 40,-22-14 33,-28-15-16,11-15 2314,-14-17-2264,28-11 3127,2-15-3104,10-11-51,13-7-23,13-1-38,14 3-63,14 10-290,12 11 116,-25 17 1,1 3-215,2 1 0,1 3-415,0 4 0,0 2-1160,0 2 1,-1 3-2886,-3 4 1,-2 0 3359,11 8 1,-18-4-1,-16-12 1</inkml:trace>
  <inkml:trace contextRef="#ctx0" brushRef="#br0" timeOffset="40106">7922 6307 25871,'24'-44'115,"0"0"0,1 0 1,-4 2-1,-1 1 0,-2 3-95,-1-2 0,-2 1-1337,-2-8 1,-2 0 1335,-4 6 1,-1 1 19,0-9 1,-1-1 371,-2 7 0,-3 0-288,-4 5 0,-1 4-28,-3-8 543,-7 9-566,8 27-83,-2 3 17,3 8-2861,-6 30 2866,6-7 337,0 7 1,1 4-349,2-3 0,2 1-6,-1 14 1,1 3-32,3 2 1,1 3-170,3-4 1,1 3 0,-1-5-353,1-2 1,0-2 302,4 15 1,2-5-1080,7-4-1110,5-11 2444,9-2 0,-16-22 0,-2-12 0</inkml:trace>
  <inkml:trace contextRef="#ctx0" brushRef="#br0" timeOffset="40264">8108 6039 21399,'-28'-51'683,"0"0"1,6 3 0,11 7-411,22 21-295,29-2-269,9 14-479,-13 4 0,2 2 472,10 2 0,-3 0 0,8 1 0,-4 2 1</inkml:trace>
  <inkml:trace contextRef="#ctx0" brushRef="#br0" timeOffset="41356">10002 6379 19907,'8'-55'741,"-1"0"1,0 0 0,-1 2-1,-1 0 1,-6 12-59,-12 6-236,-11 1-195,-16 16-196,1 21-28,1 6 11,-7 35-17,22-15-16,-1 9 0,1 2-6,4 8-3,8-14 0,3-1-18,4 4 32,15-2 26,8-15 53,20-2 5,3-17-44,1-8 33,-14-8 0,-2-4-11,1-3 0,14-15 39,-25 8 0,-3-2-84,5-16 30,-5 11 1,-2 0 148,-4-1-123,-3 17 5,-4 11-83,-5 13-6,-1 4 22,-17 30-16,3 3-9,6-10 0,0 1-36,0 12 22,10 16 57,16-22-40,3 6 2,9-25 1,4-4 3,24-3-209,-21-4 0,1-2 217,5-8 0,0-6-3,0-5 0,-1-5 8,1-1 1,-1-4-3,1-8 0,-3-3 8,-11-1 0,-5-1-3,-5 6 1,-2-3-4,1-25 1,-2-2-6,-5 13 0,0-1-406,-1 3 0,1-3 0,-2 2 406,0-12 0,-1 3 3,0 4 0,-2 4-15,0 12 1,-2 3 48,-4-24-35,-4 32-10,-11 2 5,-2 24 345,-12 18-344,-2 25-12,5 3 367,13-8 0,2 5-378,5 15 0,4 4-573,3-18 1,0 0 0,2 2 575,2 8 1,3 1 0,4-2-5,2-10 1,2-2 0,2-3 8,3 7 0,5-4-182,9-3 0,6-5 188,3-11 0,1-4-3,-7-3 0,2-3 8,18-4 1,-1-9-26,4-19 14,-23 8 0,-1-3-14,-4-8 1,-3-6 21,-1-8 1,-2-5-6,1-6 0,-2-2 5,-5 6 1,-1-3 0,-2 0 16,-3 2 0,-1 0 1,-1-1-854,-1-2 1,0-1-1,-1 2 837,1-8 0,-3 0 23,-2 8 1,-1-2 0,-2 5-8,-3 5 0,-2 1 17,-1-10 0,-3 2 1112,-10 2-1129,1 21 277,4 15-299,3 21 56,0 23-50,7-5 0,0 3 871,0 12 1,0 4-891,1-10 0,1 1 0,0 1-25,0 6 1,-1 2 0,1-1-12,0-9 1,0 0 0,1 1-251,-2 8 0,1 3 1,3-1 298,6-1 0,4 0 0,-3-3 0,-5 0 0,2-2 0,9 1 0,-1 0 0</inkml:trace>
  <inkml:trace contextRef="#ctx0" brushRef="#br0" timeOffset="42097">13520 6105 22111,'-51'-33'511,"0"-1"1,-4 5 0,4 11-243,0 31-3032,15 2 0,1 2 2774,-9 8 1403,3 18-1397,36-1 854,6-6-838,23 14-5,14-17-220,-9-11 0,2-1 197,4 1 1,2-1-1,2 0 1,-1 0-9,-1-2 1,-3-1 3201,20 13-3110,-24-8 63,-32-8-7,-55-4-602,4-6 485,-1-3 0,-4-2-6,15-3 0,1-2-16,-9-1 0,1-2-48,8-1 0,3-4 158,-13-16-1550,29-4-3853,32-1 5287,15 6 0,-2 11 0,-5 9 0</inkml:trace>
  <inkml:trace contextRef="#ctx0" brushRef="#br0" timeOffset="42656">13806 6505 24967,'19'-59'219,"2"19"0,4 1-169,-4 13 1,1 1-2022,10-17 0,-1-1 1987,-10 11 1,-3-1 195,5-24 1,-3-2-143,-10 18 0,-1 2-31,3-10 0,-3 0 67,-4 11 1,-4 4 930,-5-10-690,-6-6-251,1 23-12,-3 7-107,5 21 12,0 3 2086,-9 34-2069,2 8-12,-3 15 252,10-22 0,1 4-252,3 7 1,1 1-7,1-8 1,2 0 1,3 2 1,2 4 0,1-8-13,8 14 16,2-10 1,3-3 16,16-1-33,11-2 22,2-17 11,-1-18-6,-2-17 40,-2-14-14,-21 2 0,-2-3 2,11-23-10,-5-1 89,-11-1 22,-10 25-72,0-4-68,-6 21 334,-1 13-334,1 14-5,1 13-17,6 12-6,7 5-22,1-9-53,2-9 0,1-1-37,2 1-546,2 2 1,2 0-1717,2-3 2408,14 8 0,-23-22 0,-3-7 0</inkml:trace>
  <inkml:trace contextRef="#ctx0" brushRef="#br0" timeOffset="42830">14670 5963 18425,'-1'-4'3646,"1"0"-3606,0 4-808,44 2-1449,-16 20-449,28-4 1603,-26 21 0,-24-30 0,-1-2 0</inkml:trace>
  <inkml:trace contextRef="#ctx0" brushRef="#br0" timeOffset="43456">15212 6129 24167,'-28'-41'558,"0"-1"0,1 3 1,-1 13-470,-9 28 40,-18 21-95,21 10-26,10-7 0,2 4-8,8 8 0,5 0-554,-4 17 545,14-15 1,5-2 176,6-3-238,10-1 0,7-1-81,-3-12 0,1-2-83,4 6 1,4-3-269,16-5 1,1-6 134,-13-6 1,1-3 147,3-3 1,4-3-1,-4 0 183,-4-2 0,-4-2 24,5-4 1,-2-4 39,-10-4 0,-4-3 90,14-19 67,-16 17 0,-1-2 97,-5-3 1,-3 1 238,-1-9 22,0-15-11,-13 18-55,-5 5-130,-4 9 181,-1 9-483,3 6-6,-6 9-22,2 10 0,-9 19-23,7-5 6,2 16 6,12-15-6,10 4 5,11-4 18,10-10-1,4-8 0,2-10 29,-3-9 55,-6-8 1,-8-9-68,-10 3 45,-9-24-34,-8 12 17,-4-16 1,-8 18-7,-3 12-10,-9 11-18,-8 15-10,-5 13-12,2 18-17,7 14-11,13 7-5,13 2-34,17-24 0,4-2-118,9 11-466,4-14 1,5-3-5920,26 0 6559,-24-12 0,-1-2 0,11 1 0,-18-8 0</inkml:trace>
  <inkml:trace contextRef="#ctx0" brushRef="#br0" timeOffset="45177">16349 6043 13110,'0'-4'7360,"0"1"-5831,0 3-952,-13-50 84,9 30-510,-9-33 79,11 44-107,1 6-67,1 1-84,-1 1-34,0 1 23,-1 0 39,0 1 39,1-1 23,0 1-40,-1-1 79,-6 1 0,-2 0 45,-4 0-23,1 0-45,3-1-39,5 0-39,0 2 17,3 1 22,-5 13-44,1 1 33,-2 14-11,4 2 5,4 5-11,7 6-5,9 2-1,9 0-21,10-4-1,8-5-34,3-6-94,-1-5-40,-14-4-67,-17 0 39,-17-6-1058,-43 11-466,-9-8 69,12-6 1,-1-2-28,6-4 1,1-3-1861,-24-1 1690,18-16 1720,16-12 553,12-4 2791,4-33-40,8 14-1771,3 13 1,0 1 617,4-16-583,1 15-645,-2 14 112,-2 12-772,-1 13 292,-2 10-208,0 14-73,-1 12-68,0 10-77,-1 8-516,2-25 0,-1 1-337,-1 4 1,1 1 868,-2 8 0,1-2 0,-1 6 0,0-4 0</inkml:trace>
  <inkml:trace contextRef="#ctx0" brushRef="#br0" timeOffset="46951">17702 5997 16353,'1'-5'4156,"0"2"-549,-1 3-3002,3-66 17,-2 44-572,0-14 1,0 5-68,-1 25-28,0 10 68,0 10 16,6 25-33,-1-5 5,10 27-6,0-14-132,-5-17 0,1 1 110,0 0 0,0-1 11,8 23 24,-7-2 10,-8-23 78,-11-4 56,-5-19-5,-8-7 62,-8-18-119,5-8-66,2-29-68,23 9 166,17-9-426,14 32 0,5 4 7,13-3-88,-11 10 1,1 5-110,-9 5 0,1 3-1062,23-1 0,2 1 1072,-18 0 1,1 0-482,21 1 0,-5 1 210,-18-1 174,21 1 1557,-35-4 538,2-3-774,-21-1 1266,-12-6-538,-2 3-532,-7-2-140,2 3-492,3 4 34,2 2-331,6 3-63,-1 0-15,4 9 77,1-2-10,2 7 16,11 0-10,7-1 27,22-1-22,-11-4 84,21-10-39,-35-3 94,11-10 7,-21-4 55,-1-18-78,-7 2-78,-3 1 44,-9 5-44,2 15 83,-25-6-128,8 13-17,-19 5 17,11 15-23,8 3-10,0 26-7,17-16-28,4 7 1,4 2-67,13 9 13,-1-11 1,5 0-253,12-1 0,5-4-47,17 10 5,-17-18 1,4-3-396,9-7 1,4-4 344,6-3 0,1-1 73,-1 1 1,0-3 391,6-6 0,-8-4 79,-11-3 60,-14-1 1,-2-5 650,-2-21-197,-6-6 6,-15-7-39,-14 12-151,-10 6-196,-10 10-85,-10 12 181,4 10-315,3 11 0,0 6 1,-13 14-12,17-10 0,2 3-3,4 3 0,3 3 334,5 4 1,2 2-346,1-2 0,3 2 16,4 3 1,4-1-14,10 3 0,42-3 0,-15-23 5,12-5 1,6-6 16,-12-10 0,-1-4-339,1 4 1,0-3 347,-1-9 0,-4-6 13,1-20-11,-15 13 1,-2-2 2,-3-7 0,-2 0-14,-4 7 1,-1-3 29,-1-3 0,-1-4 0,-1 2 15,1-5 0,-1 0-21,-1 4 1,1-3-1,-1 4 49,0-6 0,-1 5 8,-1 9 1,-1 2 86,1-11-106,-3 22-78,-1 13 5,-11 47-6,0 9 0,0-2 1,0 4-542,2 0 0,0 0 538,1 5 1,1 2-54,2 1 1,1-2 13,1-10 1,2-2-68,5 5 0,4-2-115,7-8 1,3-2 35,1-2 1,3-2-9,5-2 0,2-5 505,21-4-398,-2-13 95,-4-18 28,-11-3 47,-12-9 1,-3-3-9,2-6 87,1-8 1,-1-1 159,2-4-118,-9 14 0,-1 3-17,0 0 67,-8 12-184,-6 13-90,-5 8 33,0 4 1145,-14 29-1167,6 0 6,-4 21-1,13-6-4,15-6 10,5-13 6,37-4 11,-6-21-812,-11-6 0,1-2 824,11-9-29,-15-6 0,-1-5 101,4-15-17,-11 2 1,-2-3-1,-5-21-39,-6 1 12,-11 2-12,-2 16-22,0-3-40,0 13-21,1 13 1333,1 8-1653,7 10-124,6 9-565,13 9-722,8 8-1463,9 1-4396,11-1 1243,-12-9 5543,0-7 0,-27-10 0,-6-1 0</inkml:trace>
  <inkml:trace contextRef="#ctx0" brushRef="#br0" timeOffset="48826">20906 5886 10444,'4'-3'9830,"0"0"-7640,-4 3-851,19-67-410,-19 40-672,7-13 1,-5 3-44,-19 20-158,-4 8-51,-4 9-16,-2 12-11,-4 16-6,-3 16 5,7-2-78,7-3 0,1 3-267,8-11 0,1 1 183,-4 13 0,5 1 39,11-11 1,3-2-6,12 12-75,6-24 0,7-4-122,8-7 1,2-3 148,2 0 1,1-2-187,8-3 1,-1-5 378,-11-1 1,-2-4 47,-2-2 0,-2-4-62,-3-2 1,-3-2 321,18-27 169,-10-5 173,-9-2 112,-8 5 339,-8 9-541,-6 10-100,-7 10-264,-1 8 482,-2 6-672,-1 3 258,-2 7-247,-2 5-22,-1 6-12,4 3 12,5 0 28,7-2 5,5-4 34,5-5 40,2-5 21,0-4 74,2-9-147,-6 0 29,3-10-50,-7 1 10,2-4-10,-3 4 89,-3-4-62,-3 12-28,0-2 6,-2 8-33,-1 3 5,0-1-34,-2 1-27,0 1 27,-3 5 17,-1 6 6,-1 8-6,1 13 17,4-9 11,3 12-16,7-14 27,3 3-22,9-5-5,7-7 21,5-6-4,6-10 16,2-6 22,-1-8-28,-3-9-5,-4-8-11,-3-10 39,-6-8-34,-7-3-34,-7 3 63,-14 1-24,0 21-4,-14 1-24,-1 21 7,3 1 5,-8 10-11,6 8 27,0 4 1,-12 22-22,9-2 5,6-6 0,1 1-6,-10 27 0,13-18 1,1-1-1,-1 13 3,7-15 1,3-3 7,8-5-16,26 21 17,10-23-279,-6-8 0,2-4 250,2-5 1,1-5 25,3-2 0,0-2 5,-9 0 1,0-2-4,11-7 1,-1-4 11,12-14-12,-17 5 1,-1-2 5,-9-1 0,-3-2-11,-1-2 0,-2-3 17,-3 0 0,-2-2-1640,-1-7 1,-4 1 1622,1-15 11,-8 21 0,-3 2 29,-6 0 4,-1 1-16,-4 10-16,1 10 386,3 5-398,1 4 3409,3 1-3376,0 1-10,-1 1-23,0-1-34,-2 0 45,2-1-16,-1 1 22,1 0-29,0-1 12,-1 0 40,0 0-40,0 1 5,0 0-66,-1 1 33,1 0 22,0 0 12,1 0-57,1 0 18,-1 0 38,-2 5-16,0 3 17,-1 7-1,1-2-10,9 13 10,10-8-38,15 8 38,11-11 12,6-6-17,1-7 22,-3-9-16,-12-1 22,6-13-6,-17 3 23,7-11-11,-10 1-17,-2-1 5,-7 10 34,-2 0-22,-6 14-34,0 0-28,-2 4 16,0 8 12,0 1-5,-3 20 10,-4 10-21,-6 18-306,4-23 0,-1 2 328,-2 1 0,0 1-9,0 0 0,0 0-102,3-2 1,1-2 99,-1 25-18,13-15 12,14-12 5,12-16 18,6-7 16,21-14-17,-3-7 3,-13-4 0,0-4-3,-7 0 0,-2-3-11,-2 0 0,-2-2 5,-3-5 1,-3-2 303,-6 4 1,0-2-305,3-15 1,-1-1 113,-6 16 1,-3 0-78,0-14 0,-3 3 20,-4 6-29,-2-5 40,-1 20-17,-1 12-11,0 2-56,1 5-28,0 1 39,-1 10 16,2 6-4,0 16-7,6 13 0,4-7 1,2 2-28,8 16 11,1-11 0,2 0-3,-5-15 0,-1 0-59,7 12 0,-3 1-25,-7-9 0,-4-1-59,2 24-459,-37-13-935,-24-15-2619,10-11 0,-2-3 3491,-1-4 1,1-2-1,-14 1 1,21-7 0</inkml:trace>
  <inkml:trace contextRef="#ctx0" brushRef="#br0" timeOffset="50267">24435 5851 17007,'36'-47'947,"0"-1"1,0 1 0,-4 4 0,-2 0 0,-7 3-478,-9 2 1,-8 1-2257,-7 1 0,-4 1 1898,-7-8-35,-15 20 0,-5 5-38,-6 9 404,-1 6 0,-3 4-409,-17 17-26,22-4 1,0 3-9,4 4 0,2 2 0,3 1 0,4 2 0,-9 26 215,18-1-204,22-4 17,19-6 22,21-9-8,-11-20 0,2-4 3,16 3 599,-16-11 1,-2-4-522,6-9 73,5-15-33,-9-8-37,-19 9 0,-2-3 42,10-19-84,-5-1 95,-7 15 260,-8 17-304,-2 2-66,-2 9-97,-3 5 39,-8 15-22,3-3 3307,-9 22-3313,6 0 11,0 11-10,8 1 214,10-2-214,3-11-7,26 1 18,-5-20-7,19 0 29,1-24-17,-19-1 11,5-19-11,-21 0 23,2-10-6,-3-4 5,1-1 0,-6 14-78,-1 7 0,-8 21 40,2 17 10,-1 1 0,4 22 1,-2-4-12,1 11-17,-2-1-33,-3-3 17,-1-11 50,-2-9 39,0-10 17,2-5-39,1-8-6,4-7 0,4-10 12,11-14-18,1 4 1,2 2-12,4 9-5,-1 10-6,10 1-5,18 9 16,-17 4-11,17 10-3425,-15 8 3414,-7-3-90,7 10-78,-13-9-50,7 3-17,5-5 84,3-5 95,2-7 44,0-8 63,8-11-6,-18 0-1,13-14 57,-11-6-45,-6 6 34,4-14 3459,-21 16-3342,-1-3-157,-11 12-5,-25 6-6,1 10 17,-34 8-17,2 12-22,3 5-6,9 1-5,25 0 0,13 0 16,6-6 6,23 7-11,10-17 5,8 2 29,12-13-12,-11-10 17,5-10 28,-10-25 11,-19-6-33,-8-3-1,-10 23 1,-3-2-508,4-27 510,-2 31 1,1-2 114,5-20 0,1 2-16,3 0-85,-3 12 1,-1 4-18,-2 13-50,-3 12 6,-1 10-11,-1 27 11,0 13 11,0-4 0,1 2-373,0-7 1,0 1 265,0 12 1,1 2-505,2 4 1,1 0-933,1 1 0,0 1-3373,1 5 1,1-3 3627,3 6 0,-4-22 1,-5-29-1</inkml:trace>
  <inkml:trace contextRef="#ctx0" brushRef="#br0" timeOffset="50725">26990 5665 21330,'19'-59'656,"0"0"1,0 0-1,-2 8 1,-2 3 0,-1 7-142,7-9 123,-11 29-638,-12 30 238,-7 29-216,3-2 1,-1 2-29,1-2 1,0 3-16,1 10 1,2 5-1,0-4-340,1-9 1,2 2 283,1 3 0,1 8 0,1 1 0,0-5-204,0-7 1,0-2 0,0 2-643,1 8 0,1 5 1,0 0-1,0-6-178,0 10 1,-1-3-889,-1-11 1,0 1 0,0-8-5557,0 8 7622,-1-6 1,-2-26 0,-1-12-1</inkml:trace>
  <inkml:trace contextRef="#ctx0" brushRef="#br0" timeOffset="50986">26832 6036 12512,'-2'-60'1189,"0"-1"1,0 1 0,1 13-1,1 2 1,1-2-749,4-1 0,3-4 0,0 1 1,1 4-1038,0 3 1,1 3-1,1-2 710,3-16 0,3-2 0,1 4-71,-2 15 0,2 2 0,1 3-38,15-13 1,2 5-12,-6 12 1,5 6-856,5 9 1,5 5 0,-1 4 862,5 5 1,1 5-9,-4 1 1,4 2-1,-4 6-26,-6 8 1,-2 4-1,-4 1 9,1 2 1,-5 2 487,0 8 1,-10 3-530,-19 1 0,-10 0 75,-6-8 0,-5 0-212,-12 12 0,-8-2 237,-7-13 1,-5-5 35,-3-2 0,-1-2-69,2-2-1,1-2-100,8-2 1,4-1-284,-14 3-2572,24-5-5409,26-8 8362,5-1 0,7-1 0</inkml:trace>
  <inkml:trace contextRef="#ctx0" brushRef="#br0" timeOffset="51676">28192 5139 17893,'2'-4'3002,"-1"1"-10,-1 3-2679,-92-10-1514,35 25 1231,16-11 0,-5 0 0,5 5-5,8 11 0,7 6-1714,4 4 1,3 0 1705,-2 10 976,20 10-886,18-27 55,17 0-5,15-10-28,10-11 103,-27-5 0,-1-3-102,30-12 27,-10-11-17,-10-9-84,-17 3 14,-12 4 0,-2-2 75,-2-8 85,1-13-113,-7 29 3420,-2 9-3542,0 13-18,0 3 29,-2 5-12,-6 23 12,2 2 0,-2 20 5,7-5 205,9-1-211,9-4 12,11-7-6,8-9 23,4-10 33,0-9 6,-2-13 11,-6-9 0,-10-13-23,-9-11-10,-8-12-12,-4-8-17,-1 28 1,0 2-714,1-19 770,2-3 72,3 13-61,1 6-12,-1 7-61,-3 18-45,-3 6-28,1 4 757,-1 9-689,3 10-12,5 15-3,3-5 0,3 1-3,9 15-403,0-10 0,3 1 414,-4-10 1,1-1-28,6 6 0,-1 0-95,-2-3 0,-2-1-7,6 18-4,-26-12-40,-29-8-163,-26-9-228,17-11 1,0-1-154,-3-2 1,2-1-4205,1-6 1,3 0 3525,-6-1 1,14-4-1,21 7 1</inkml:trace>
  <inkml:trace contextRef="#ctx0" brushRef="#br0" timeOffset="51977">29057 4924 17148,'5'-5'4414,"-2"2"-1272,-3 3-2940,-1-12-68,-13 24-61,1-1-23,-5 33 3,20-11 1,4 1-26,6 16-6,6-11 1,3-1-4,-3-11 1,0-1-227,4 6 0,0 0 199,-3-4 0,-1-1-20,3 16-34,-19-9-140,-22-9-246,-19-6-453,-16-8-1042,-6-12-1585,0-13 3528,5-15 0,26 11 0,8-1 0</inkml:trace>
  <inkml:trace contextRef="#ctx0" brushRef="#br0" timeOffset="52160">28942 4969 10718,'8'-5'4615,"25"-11"1,4 0-3188,-12 7-1115,11-6 1,-4 2-5,-21 12 55,-13 10-134,-9 10-135,-13 16-409,-2 0 1,-1 2-377,7-6 1,0 0-1695,-7 12 0,3-1 2384,4 8 0,10-19 0,6-15 0</inkml:trace>
  <inkml:trace contextRef="#ctx0" brushRef="#br0" timeOffset="52911">30285 5164 20571,'20'-47'1418,"0"0"1,-4 12 0,-4 6-1385,-6 11-45,-8 22 33,-8 12-4234,-6 13 4212,0 2-36,4 2 0,3 0-110,2 4-282,-2 23-1622,22 2-1894,6-13 3944,-5-16 0,1-4 0,4-2 0,-7-14 0</inkml:trace>
  <inkml:trace contextRef="#ctx0" brushRef="#br0" timeOffset="53084">30548 4754 18566,'-3'-40'-594,"1"0"0,-6-18-49,-1 70 643,-3 24 0,5-13 0,0 5 0</inkml:trace>
  <inkml:trace contextRef="#ctx0" brushRef="#br0" timeOffset="53442">30818 5050 24934,'6'17'45,"0"10"-29,-5 7-10,2 9-6,-1-1 6,1-13 78,-2-3 297,-1-18 162,2 0-252,3-17-184,5-8-23,10-14-40,0 7 1,2 0-22,13-9 2,3 9 0,2 4-14,1 6-5,0 4 0,2 4-9,-5 6 0,-1 3-14,23 4-36,-22 4 0,-4 4-513,-3 17-1344,-3 17 1787,-19-18 0,-3 0 0,0 4 0,-4 0 0</inkml:trace>
  <inkml:trace contextRef="#ctx0" brushRef="#br0" timeOffset="54761">4609 7634 20386,'-63'-8'407,"0"0"0,15-3 0,4 9-323,6 25 0,5 10-37,10-7 1,3 2-758,-4 8 0,1 4 690,5 1 1,3 0 19,4-8 0,4 1-17,5 10 0,7-1 331,16 9-356,-1-18 0,4-3 8,7-12 1,4-6-112,6-2 1,4-7 121,-2-6 1,2-5-1,-1 0 29,3 0 0,1-4 25,5-7 1,5-6 0,-9 2-7,-15 5 0,-3 0 76,22-16 0,-4-1 303,-13-6 89,-7-6-90,-21 8 564,-17 11-815,-14 11 5,-11 13-56,-6 17-34,-2 11-45,7 16-27,12 3 10,14 2 518,17-3-501,11-6 40,13-8-12,12-10 28,6-9 34,6-11 23,1-10 72,-7-12 67,-10-8 79,-14-6-11,-13-2-84,-15-1 56,-26-15-275,7 22 0,-15-6 23,11 23-23,1 5-39,-5 2-45,6 11 17,6 6-50,0 25-158,10 2-263,6 17-441,17-6-617,14-4-835,14-6-2072,8-7-4358,6-9 7974,-7-8 0,-26-8 0,-16-3 0</inkml:trace>
  <inkml:trace contextRef="#ctx0" brushRef="#br0" timeOffset="55085">5439 7991 23175,'26'-54'280,"-3"21"-184,-20 63-18,2 11-33,-1 6-12,-2 2-21,0-4-12,1-8 11,3-10 112,-2-12 191,3-10-34,3-14-73,7-9 22,5-14-5,5-8-123,-6 5 28,-4 7 0,-1-1-33,11-12-66,-8 12 1,1 1-3,16-11-17,-1 10 6,0 14-17,-4 11-45,-7 10-381,8 33-543,-11 4-376,-8-7 1,-2 2 1344,-4 1 0,-3-2 0,1 5 0,-5-4 0</inkml:trace>
  <inkml:trace contextRef="#ctx0" brushRef="#br0" timeOffset="55861">6799 7978 12312,'3'-59'844,"0"0"0,0 0 1,0-2-1,-3 5 777,-5 1 1,-5 10-1191,-12 17 1238,-21 26-1557,-1 40-70,16 1 0,4 7 134,6-6 1,2 4-166,4-3 0,2 4 1,1 1 404,2 6 1,3 1 0,-1 1-421,1 2 0,-1 0 0,2 5-28,1-12 1,0 5 0,1 0 0,0-1 0,1-5-734,-1 6 1,0-5-1,0 2 716,1 11 1,-1 1 0,-1-2-85,-2-14 1,0-2-1,-3 1-325,-5 8 1,-2 1-1,-2-1 445,-1-6 0,-1-1 0,-1-2 18,1-3 1,-1-2 0,-5-11-9,-20-12 0,-1-14 331,-1-16-308,3-14 0,3-10 10,17-2 1,7-7 57,2-5 1,3-6 0,2 3-73,0-4 1,8-2 135,6 10 0,5-5 0,3 0 0,3 6-145,3 9 1,3 4-1,1-1 2,2-8 1,2-2-1,3 4 152,2 6 1,3 4 0,4 2-166,8-1 1,3 2-1,0 1-2,-6 3 1,-1 0-1,1 2-266,4-2 0,1 2 0,-2 1 272,4 1 0,-6 4-11,6-3 396,-14 6 1,1 0-375,7-4 1756,0-2-1549,-16 1 34,-16 0-95,-7 2 994,-6-7-586,-3-3 1074,0 6-1315,-3-4 257,1 18-553,1 2-50,1 8 5,0 12 17,0 13-39,3 28-68,3 2-33,3 1-801,8 2-163,1-11-2607,-1-14 0,2-2-937,6 9 4103,8-2 0,-20-32 0,-1-2 0</inkml:trace>
  <inkml:trace contextRef="#ctx0" brushRef="#br0" timeOffset="56045">7376 7776 21847,'-5'-41'704,"0"0"0,1 2 0,-2 15-821,-7 33-29,5 3-1192,2 38 419,8-20-1017,4 2 1,3 1-3318,7 1 5253,12 14 0,-17-30 0,1 0 0</inkml:trace>
  <inkml:trace contextRef="#ctx0" brushRef="#br0" timeOffset="56812">7986 7874 22649,'-18'-54'888,"0"1"1,2 8 0,-6 9-637,-38 15-117,-1 25-91,28 3 1,2 4-704,1 4 1,3 3 669,-11 14 16,21-4 0,4 2-66,4 9 367,8 16-306,17-25-11,4-12 6,15-8 61,9-9 721,-2-6-625,1-5 78,-20-4-163,-9 3 395,-5-2-456,-4 8-44,1-1 16,3 11 22,8 13-28,10 19-8,-11-8 0,-1 3 14,1 8 0,-2 6-1077,-6-2 1,-2 5 0,-1-3 1039,0 6 1,-3 1-54,-3 1 1,-2 4-1,-1-6-200,-1-10 0,-2-1 26,-3 11 1,-4 7 0,-3-6 117,-10 1 1,-1-3-90,3 6 1,-4-6 251,-3-19 0,-1-15 0,-1-30 5,-1-27 0,23 6 1,4-6-4,2-10 1,5-3 545,3 12 0,3-1 1,1-2-563,3-3 1,2 0 0,3-1-330,4-1 0,2 0 0,3 2 318,2 0 1,3 1 0,1 1 1,2 3 1,1 2-1,2 1 0,0 3 1,1 2-1,-1 2 6,5-4 0,1 1 7,-5 7 1,2-1 0,-2 3 17,0 2 0,-1 1-6,3-3 1,-3 3 60,6-1 556,-33 21-580,-10 8 5,-15 12-27,-3 4-20,0 3 0,1 2-20,0 11 1041,-3 15-1007,25-16 1755,13-6-1733,13-8 56,11-7-16,8-8-62,2-6 67,-1-10 40,-7-6 10,-10-8 1,-10-7 22,-8-7-90,-6 6 113,-4-22-63,-5 18-27,-2-12-34,-2 21-39,1 12-112,1 8-67,2 5-123,1 9-1,2 0-1831,14 24-1904,7-3 4010,10 10 0,-12-18 0,-7-10 0</inkml:trace>
  <inkml:trace contextRef="#ctx0" brushRef="#br0" timeOffset="57495">9136 7693 21164,'-2'-3'4258,"0"0"-3564,2 3-649,-7 4-17,15 19 0,-2 17-23,5-10 1,1 3-12,-2 3 1,0 1-161,-2 0 0,-3 1 152,-2-1 0,-4-1 19,-4-4 1,-3-2 17,-17 17 50,-10-18 67,0-18 0,3-20-28,8-16-28,11-17-34,8-12-16,15-8-179,-1 29 1,4 1 99,5 1 0,4 2-81,4 1 0,3 3-154,2 4 0,2 3-163,1 3 0,0 3-195,0 3 0,0 3-262,-2 2 1,-1 2-1973,27 3-1845,-6 6-32,-9 5 3074,-10 2 4223,-11-4 2006,-10-5-717,-8-3-1121,-2-4-297,-1-1-1058,-1-1-375,1 0-443,-2 2-352,-1 2-135,0 3-51,-1 3 18,2 9 10,2-4 57,10 6-29,12-9-38,13-1 22,9-6-6,2-9 17,-4-6-17,-15 0 123,-1-15-55,-19 6-1,0-14 29,-16 7-63,-7 2-55,-10 9 17,-6 8 61,-17 14-61,14 4 10,-16 15-44,26 4-5,-2 12-12,13 11-33,14 6-130,16 6-289,-2-31 1,6 0-1689,13 5 1,4-3 1979,-7-8 1,-1-2 0,-1-3 0,-3-2 0,-3-6 0</inkml:trace>
  <inkml:trace contextRef="#ctx0" brushRef="#br0" timeOffset="58036">11295 7806 22268,'0'-55'952,"0"-1"0,-1 4 0,-1 5-442,-6-6-118,-8 11-162,-8 13-146,-8 15-28,-14 18-39,15 5-12,-12 21 7,22 6-12,0 16-17,15-14 0,6 2 14,4-3 0,4-1-352,6 8 1,4-2 342,17 11 7,7-8-4,-14-23 1,0 0-92,17 17 100,-21-17 0,-3 0 11,-1 6 0,-32-6-50,-17-6-26,-2-5 1,-4-1-14,-17 3-329,5-6 1,0-4-87,-1-8 658,-8-1-2204,26-18-7792,25-14 8039,2 9 0,7-1 0,-1 24 0</inkml:trace>
  <inkml:trace contextRef="#ctx0" brushRef="#br0" timeOffset="58753">11711 7474 24469,'-13'-42'659,"-1"-1"0,2 3 0,0 11-474,4 26-62,-3 15-67,4 13 6,1 26-1035,5-17 0,2 1 973,0-3 0,1 1-6,3 14 1,2 3-47,-1-7 0,2 2-60,0-2 0,0 3 0,1-1-213,2 10 0,0 0-831,1 2 1,-1-3 405,1 6-1177,-4-10-1518,-14-26-1241,-10-5-316,-15-19 5316,-20-29 3097,6-10-2129,22 16 1,3-2 1391,4-9 1,5-1-1392,2-1 78,9-4 0,4 0-325,12-4-717,6-8 1486,13 12-1702,1 19 1,2 3-92,15-10-420,-1 9 1,3 3 412,-20 8 1,0 0-9,10-1 1,0-1 4,-10 3 1,-2-1 2,2 0 1,-2-1 17,8-5 122,4-8 57,-22 7 22,-10-2-145,-16 9 39,-12 2 5,-9 4 118,-24 11-107,4 4-39,-5 13-61,20 2 775,13 5-809,8 3 11,16 2 34,10 0-15,4-14 1,3-3-19,11 5 7,-4-9 1,0-5-9,2-5 84,22-3 56,-9-21 17,-1-13-106,-13-2-3348,-16-15 3348,-15 22-65,-10-32 9,-7 19 5,-15-15-45,-9 19 23,6 13-101,-7 6-392,16 11-84,4 8-465,14 10 2730,18 8-4757,9 5-6751,10 0 9208,-7-7 0,-8-7 0,-11-10 0</inkml:trace>
  <inkml:trace contextRef="#ctx0" brushRef="#br0" timeOffset="59438">12570 7642 26609,'5'-57'106,"5"17"-89,12 53-34,12 12 28,10 9-5,-5-2-59,-11-6 0,-1 0-3,6 10 33,8 11 51,-25-23-17,-13-12 17,-15-9 51,-11-10-46,1 0 91,-5-14-29,16 2-84,1-11-17,14 9 29,25-18-34,8 12-15,-6 7 1,2 1-3,19-2-115,-7 11 1,-1 3-38,4 1-324,5 4 0,1 4-1388,3 11 1186,-17-3 1,-2 2-449,10 13 611,-14-1 431,-16-6 268,-10-6 24,-6-4 795,-10-1-102,-1-2 756,-7 0-862,2-1-201,5-2-12,4 0-447,3-1 66,3-1-10,7 0-46,10-2-77,4 0 21,33-9-27,-23 4-18,0 0 1,0-2 17,6-5 89,8-14 12,-17 2-18,-10-6-50,-23 5-11,-10-1 6,-11 3-6,-4 4-28,5 10 34,-4 5 16,1 12-33,-3 9 0,-4 14-23,6 21-22,11-12 6,3 10-18,15 3-55,11-4-79,0-14 1,5-1-452,4-6 1,6-4-1434,5-2 0,3-2 2030,-2-4 0,-1-2 0,11 1 0,-17-8 0</inkml:trace>
  <inkml:trace contextRef="#ctx0" brushRef="#br0" timeOffset="59596">14363 7853 28154,'-11'-11'-2379,"-2"7"0,6 12 0,0 0 0</inkml:trace>
  <inkml:trace contextRef="#ctx0" brushRef="#br0" timeOffset="498896">1364 11346 9330,'-5'-9'4872,"1"1"-3629,4 8 3390,0 0-3390,-40-76-661,17 48-484,-2-14 0,-2 3 222,-7 24-112,-3 9-102,-14 5-5,-8 14-62,26-2 0,0 4-343,-2 4 1,0 2 311,0 4 1,0 2-127,1 5 0,3 2 112,10-7 1,4 1 5,-2 29 11,28-25-5,17-12 0,4-2-1,12-1-2,3-3 0,5-1-9,2-5 1,-1-1-141,-10-1 0,1 0 126,19 5 1,-6 1-9,-15 7 33,3 5 566,-67 28-560,-3-25 4,-4-4 0,-9 3 0,2-4-1007,7-7 1,0-2 996,-20 8 1,-2 0-12,11-7 1,2-3-252,1-1 0,0-1 220,-5-1 1,1-2 65,-13-6-1726,31-21 0,7-7-543,8-5 2240,12-11 0,4 1 0,2 19 0,12-13 0</inkml:trace>
  <inkml:trace contextRef="#ctx0" brushRef="#br0" timeOffset="499111">1613 11005 13502,'3'-4'5456,"0"1"-1474,-3 3-3595,10 93-750,-13-47 412,0-4 0,0 13 0,-1 1 0,-2-10-606,-1-9 0,-2-2 538,-1 15 0,-2 6 1,2-5-771,5-6 1,1-4 623,-1 1 0,2 0-533,2 5 1,3-2-3848,6-7 1,1-3 4544,-2-3 0,2-2 0,8 14 0,-9-32 0</inkml:trace>
  <inkml:trace contextRef="#ctx0" brushRef="#br0" timeOffset="500103">1532 11655 22179,'33'-44'184,"4"7"-170,11 34 0,4 8-278,-10-6 1,-1-1 291,-2-1 0,-1-2 0,-3-1 0,-2-2 197,16-7-57,7-13-84,-33 12 290,9-19-162,-26 17-111,-5-4 95,-9 11 226,-10 7-310,-12 6 5,-18 17-89,9 4-11,2 5-17,17 8 28,13-11-22,4 3 11,18-3-6,7-14 0,6 1 56,22-12 6,-15-9 61,-5-5 1,-3-4 38,-2-12-100,-4-8 112,-28 1-79,-7 13-10,-10-8-1,-3 16-17,-3 6-44,1 9-17,1 11-23,1 12 12,7 2-1,3 6-14,10 8 1,3 2-36,2 1-66,4 8 1,5-2-87,8-14-115,2-6 1,4-1-399,8-3 1,2-3 95,1 0 1,3-3 365,6 0 1,0-4 190,-8-8 0,-1-5 146,24-11 139,-11-13 141,-12-13 129,-9-8 55,-9-3 23,-5 1 0,-3 6-17,-3 11-90,-2 12-447,-1 10-40,0 8 22,-1 12 1,-1 25-6,0-5-17,-1 31 17,-1-12 8,1-17 1,0-1-658,-3 21 649,2-21 0,-1 0 245,-6 27-250,3-8 49,0-7 108,5-31-6,-1-16-113,-1-15-21,0-5 21,-1-8 1,1-4-20,1 3 0,1-2-271,-2-18 0,2-3 271,2 1 0,2 1-9,1-1 1,3-1-365,2 3 0,2 2 361,2 5 1,2 2-154,0 5 0,3 2 148,1 5 0,2 3 3,22-15 12,3 17-35,0 15 1,-1 20 16,-5 15-1963,-5 18 1941,-12 10 17,-15 7 108,-13-29 1,-5 0-93,-6 1 1,-4-1-3,-5 0 0,-4-2 5,-2-3 1,-1-3 72,1-3 1,1-4-189,-14 3-3668,6-20-633,30-8 3872,5-14 1,9 13 0,4-2 0</inkml:trace>
  <inkml:trace contextRef="#ctx0" brushRef="#br0" timeOffset="500311">2953 11513 23422,'23'6'-2168,"12"-7"-2187,-4-6 1,1-2 4354,27-7 0,-20 6 0,-17 5 0</inkml:trace>
  <inkml:trace contextRef="#ctx0" brushRef="#br0" timeOffset="500703">3547 11163 25309,'-26'32'78,"1"21"-486,13-2 402,7-15 0,3-2 1,10 6-1,1-3 17,23 3 1,-11-24 186,34 2-125,-17-25-17,21-10 22,-10-17-19,-24 14 0,-2-3-191,-1-1 1,-1-1 399,14-23 147,-8 7-40,-11 13-185,-8 15 21,-6 9-205,-4 16 5,-4 11-11,-4 21 0,1-2-11,2-10 0,0 3-298,1 8 0,0 3 118,0 4 1,1 3-272,0-10 1,1 3 0,0 1-1746,-2 6 0,1 1 1,0-2 1693,-2 8 1,0-3-1,0-2 1,1-8 0,0-12-1</inkml:trace>
  <inkml:trace contextRef="#ctx0" brushRef="#br0" timeOffset="501011">757 12900 15460,'-53'16'494,"0"0"1,-1 1 0,1-1 0,-8 2 0,2 0 0,7-2-372,5-1 0,8-3 135,0 1 1745,54-7-1796,18-8 1,10-4-134,3 0 1,6-1 0,6-1-578,-8 0 0,6-2 0,4 0 0,1 0 1,-1 0-1,-3 0 503,-1 1 0,-4 0 0,1 1 0,1-1 0,6-1-137,-11 3 1,5-2-1,1 0 1,3 1-1,1-1 1,0 0-1,-1 0 1,-2 1-1,-2 0 53,5 0 0,-3 0 0,-1 1 0,0 0 0,0-1 0,1 1 0,3 0-173,-6 0 0,2 0 0,1 0 0,1 0 1,0 0-1,0 0 0,0 0 0,0 0 0,-1 0 116,4-1 0,1 1 1,-1 0-1,1-1 1,-2 1-1,1 0 0,-1 0 1,-1 0-205,4 0 0,0 0 0,-1 0 0,-1 0 0,0 0 0,-1 0 0,0 1 345,6-1 0,0 0 0,0 0 0,-2 1 0,-4 0 0,-4 0 0,-2 1 0,-4-1 0,-3 2 0,-1-1 0,3 1 0,0 0 0,0-1 0</inkml:trace>
  <inkml:trace contextRef="#ctx0" brushRef="#br0" timeOffset="502509">6051 11694 21724,'-6'-50'814,"-1"-1"0,1 1 1,1 21-832,3 33 11,-1 7 85,-3 26-2205,1 5 0,1 4 2123,0-9 0,0 3 5,0 15 0,2 9 0,-1-7-62,2-13 1,0-1 46,0 1 0,1 4 0,-1 0-250,1-1 1,1 0-1,0 1-139,1-2 1,0 0 0,0 1 86,0 4 1,0 1 0,0-4 328,2 7 0,0-9 54,0-10 2555,-4-27-2590,-10-41 1,-5-22-9,5 14 1,-1-2-249,0-1 1,-2-3 0,1 2 244,1-7 1,1-1 44,2 3 0,0-5 1,1 0 83,-1-2 0,0-1 0,1-2-74,0 8 0,0-1 0,0-1 0,0 2 27,-1-13 1,0 1 0,1 6-41,0 2 1,0 3 33,2-6 0,1 2-1109,4 15 1,0 2 1027,2 1 0,2 1 2,4-1 1,4 5 464,24-6-487,1 18 1,5 6-4,-1 6 0,3 6-285,13 6 0,1 6 263,-4 6 0,-4 5 3,-8-3 0,-2 5-45,-6 5 1,1 4 0,-6 1-12,-6 4 0,-4 1 58,10 6 1,-10 4-23,-29 6 1,-15-3 24,-2-14 0,-6-3 14,-5 8 1,-5-2-6,1-13 0,-4-3 0,5-3 2,8-4 1,1-3-348,-30 10 1,3-7-1658,20-15-3051,-4-5 5064,35-18 0,8 11 0,2-1 0</inkml:trace>
  <inkml:trace contextRef="#ctx0" brushRef="#br0" timeOffset="503525">6728 11233 22604,'28'39'39,"0"-1"0,4 8 1,-7-2 55,-11 0-33,3 8 257,-26 4-56,-11-22 90,-14 9 134,-1-23 17,5-10-95,9-15-179,11-8-135,9-14-22,17-9-62,16-10-494,-8 21 1,4 1 499,5-2 0,2 0-12,3 1 1,1 0-3,1 1 0,0 1-345,-2 2 1,0 2 349,-4 2 1,0 1-74,24-6 21,-18 10 21,-16 6-22,-12 6 68,-9 13 902,-5 6-930,-4 17-1,-1 4 6,1-6 760,7 16-760,10-17 0,12 12 34,15-17-18,9-8 18,6-9 28,-1-9 48,-13-7 41,3-17-95,-25 5 118,8-28-68,-25 11-22,-7-17 23,-12 6-18,-9 3-38,-5 7-6,-3 10-17,-2 12-23,8 8-5,-15 20-11,16 6-6,-9 17-33,18 2-51,9 4-201,15 2-466,14 2-945,18 2 701,-10-25 1,3-3-146,5-3 1,2-3 719,4-3 1,1-4 340,0-6 1,0-4 171,-3-5 0,-3-4 94,-3-4 1,-3-3 428,14-25 134,-12-7 23,-10-5 113,-7-4-220,-8 25 1,-1 1-241,0-9 540,-2-2-686,-3 32 590,-1 1-831,-4 13 9,-4 15-14,-2 15-12,2 13-16,6 5 5,12-1-16,10-4 11,11-5 11,10-8 17,6-9 5,3-11 12,-3-10 83,-3-23 34,-12-17-22,-10-11 11,-11-6 23,-12 8-18,-2 3 12,-2 6-135,2 16-38,2 7-550,1 13-22,10 24-678,6 3-1093,13 21-2608,10-6 4967,-12-21 0,-1-1 0,4 2 0,1-5 0</inkml:trace>
  <inkml:trace contextRef="#ctx0" brushRef="#br0" timeOffset="503715">8657 11431 17260,'2'-4'6711,"0"0"-5541,-2 4-329,10-62-259,-7 40-403,3-13 0,-2 4-78,-5 24-140,-1 7 0,0 11 28,-4 11-34,2 12-118,-1 11-195,6 3-1183,12 13 494,-1-20-3053,17 10 4100,-2-26 0,-8-7 0,-1-7 0</inkml:trace>
  <inkml:trace contextRef="#ctx0" brushRef="#br0" timeOffset="503873">8981 11035 21243,'-43'39'-867,"-1"-24"1,60 12 0</inkml:trace>
  <inkml:trace contextRef="#ctx0" brushRef="#br0" timeOffset="505278">7491 11358 16471,'-10'-42'1167,"-1"0"0,6 5 0,-4 9-115,-16 20-856,15 7 56,-12 3-67,5 9-28,-11 11-48,7 1 0,0 2-2,-17 23-76,16-18 0,2 2-3395,-2 18 3375,11-12-960,17 12 1044,12-20 79,29 13-113,-10-24 17,-5-11 1,0-2-1,1-3 82,-2-5 0,1-2-20,-2-1 212,25-18-256,-37 8 167,14-26-202,-24 18 79,2-37-61,-14 21 44,-3-19 34,-6 16-90,1 12 2917,-8 1-2911,-9 8-51,4 6 17,-26 5-39,26 11 6,-30 16-6,31-3 1520,-19 20-1515,18-7-10,-7 23 5,12-4-610,7 13 615,14-18-11,9-10 1,3-1-12,7 2 11,9 1 1,5-1-587,18-2 592,-12-10 0,2-2 3,-4-8 0,0-4 19,0-1 1,-1-3 21,17-4 54,-22-7 0,-4-3-30,-2-5-141,-4-9 1,-2-4 174,-8-14-63,-4 9 0,-2-1-14,-5 2 0,-3 0 551,-3-20-540,-1 22 1,-2 0 47,-14-12-25,-9 15 0,-4 4-54,-9-3 0,8 14 1,-3 7 11,3 9 0,0 6-228,-22 10 211,17-4 0,1 5-12,12 1 1,4 2 14,2 1 0,2 2-3,-12 27-6,10 2-16,11 1 16,11-15 533,21 14-533,5-25-5,8 6 22,3-18 1,8-13 4,4-11 1,0-5 19,-17-8 1,-3-2-3,-1-4 19,-2-8 0,-3-4 31,-11-9 292,2-11-258,-28-2-40,-3 24-38,-8-6-18,-9 11-11,18 18 0,-11-4-106,20 14 100,-1 6-1529,7 13-8307,1 13 8030,0-3 0,0-4 0,0-17 0</inkml:trace>
  <inkml:trace contextRef="#ctx0" brushRef="#br0" timeOffset="506862">7921 11432 10394,'-4'-7'9186,"1"1"-7955,3 6-251,-28-59-189,18 37-458,-6-12 0,1 3 289,11 22-572,2 5-16,1 1-96,1 3 34,1 4 79,3 7-18,3 11 6,5 10-5,2 8 5,3 6 0,1 4-27,2 1 32,3-2 7,0-4-1,-1-5 6,-3-8-22,-6-9 55,-5-8 253,-3-8 297,-4-4-124,-1-5-308,1-8-117,-1-10-40,3-15 1,1-13 5,6-11-28,-3 27 0,2-1-322,1 0 1,0-1 343,1 1 1,-1 1 55,8-26-63,-5 9 2,-5 11 5,-3 10-22,-3 9 0,-1 9-33,0 5 599,-1 4-639,0 7 101,0 7-45,2 12-5,0-1-34,1 20 34,-2-15-34,-1 16 11,-3-17-106,-2-4-85,0-11-985,-1-4-5141,3-3 6334,0-1 0,1-1 0,2-3 0</inkml:trace>
  <inkml:trace contextRef="#ctx0" brushRef="#br0" timeOffset="508728">9343 11528 9906,'6'-10'4915,"14"-36"0,1-6-4243,-11 19-1106,10-20 0,-3 3 882,-17 26 1208,-12-15-1085,-5 13-175,-6-4-77,-24 21-201,5 20-65,8 2 0,-1 4-666,1 8 1,3 3 620,5-3 1,0 2 10,-8 17 1,4 2 68,13-14 1,3 0-81,-5 11 0,4 0 9,14 15 34,19-15 66,17-17 40,14-19-82,-18-13 1,0-6-283,4-5 0,0-4 238,-5 1 0,-1-3 53,6-9 0,-1-3 25,-9 4 0,-2-2-34,4-10 1,-3-5-39,-8 7 1,-3-2-1,-2 1-20,1-13 0,-2-1 22,-2-7 1,-3 3 16,-2 18 0,-2 3 308,-1-23-263,-1 30 1168,-2 12-1303,1 24 486,0 12-452,1 20 6,0 3-12,2 3 0,2 3-380,0-8 0,2 1 375,2 18 0,2 2-20,1-9 0,2-1-42,1-1 1,3-2-49,1-4 1,2-3-15,3-5 1,2-3-1,16 9-201,15-12 274,5-26 11,-2-12 79,-26-1 0,-2-4 56,7-24-22,-13 6 156,-6-17-50,-11 19-61,-1-5 229,-9 7-274,0 19 28,-5-4-79,5 13 774,0 1-824,1 1 417,11 6-356,5-3 23,16 4 0,6-9 5,5-7 45,-1-8 17,-8-7-50,-10 2 78,-9-17-95,-9 8-1,-7-15-10,-10 8-17,-12 5 0,-8 9-1,-7 12-4,-4 10-24,0 14 12,4 15-11,6 15-6,8 12-252,16-22 1,4 1 268,1 2 0,4 0-6,4 1 0,4-1 6,4-2 0,4-1 0,6-3 0,4-2-6,6-3 1,4-4 2,5-2 1,3-3 2,2-4 0,2-2 2,-2-3 1,1-3 0,-4-5 0,-2-2 13,-4-2 1,-3-4 17,-2-8 0,-3-2-12,6-8 45,-9-21-39,-21 8-22,-6-15 16,-2-1 6,-3 5 34,0 12 11,4 14-6,0 12-50,3 8 504,0 4-516,1 2 12,18-1-17,7-2 11,22-3-11,5-5 6,5-6 11,-2-4 16,-7-3 51,-9 1 84,-13 2 79,-12 6-85,-8 7-140,-6 5-10,0 4-1,-2 9 17,-1 11-6,-3 15-16,-2 14-1,1-5-460,3-1 1,0 2 202,2-10 0,1 2-2661,0 20 0,1 2 2913,-1-13 0,1-4 0,2 15 0,-3-24 0</inkml:trace>
  <inkml:trace contextRef="#ctx0" brushRef="#br0" timeOffset="511502">7012 12295 17058,'-55'4'556,"1"-1"1,-1 1 0,1-1-1,-1 1 1,-8 0 0,-3 0 0,9 0-1,18-2-534,18 0 315,6-1-163,45-2 77,30-7-1476,-20 4 0,5-1 0,1-1 1274,-4 0 1,0 0 0,4 0 55,9-2 1,5 0 0,3-1 0,0 0-316,-11 2 0,0 0 0,1 0 0,1 0 0,3-1 226,-5 2 1,1-1 0,1 0 0,2 0 0,2 0 0,1 0-1,1 1-171,-1-1 1,2 1 0,2 0 0,1 0-1,1 0 1,1 0 0,-2 0 0,0 0 0,-1 1 138,-5 0 0,-1 1 1,0 0-1,0 0 0,-1 0 1,0 0-1,2 1 0,-1-1 1,2 1-104,0 0 0,1 0 0,2-1 0,0 1 0,1 1 0,-1-1 0,-1 0 0,-2 1 0,-2 0 0,-3 0 87,11 0 1,-3 1 0,-3 0 0,-1 0 0,0 0 0,1 1 0,4 0 0,1 0 0,0 0 1,-1 1-1,-3-1 0,-3 1 126,3-1 0,-5 1 0,0 0 0,0 0-151,6 0 1,1 0-1,-2-1 1,-6 1-52,13 1 0,-12-1-213,-8 3 1298,-69-1-1155,-19 2 1,-11 2 104,11-2 0,-2 1 0,-5 0 32,0 0 0,-6 0 1,-2 1-1,0-1 0,3 0 13,2 0 1,3 0-1,-1 0 1,-7 0 12,4 0 1,-5 0 0,-5 0 0,-1 0 0,0 0 0,3 0 0,3-1 1,-4 1 0,4-1 0,1-1 0,-1 1 0,-2 0 21,2 0 1,0 0-1,-1 0 1,-1 0 0,-2 1-1,-2-1-91,6 0 0,-2-1 0,-1 1 0,-1 0 0,-1 0 0,0 0 0,1 0 0,2 0 114,1 0 0,2 0 1,-1 0-1,1 0 1,0 0-1,0 0 0,0 0 1,0 0-143,0 0 0,0 0 1,0-1-1,0 1 0,0 0 1,0 0-1,0 0 0,0 0 165,-2 0 0,-1 0 1,-1 0-1,1 1 0,1-1 1,1 0-1,4 0 0,5-1 93,-13 2 0,6-2 1,3 0-1,0 0-163,1 0 0,-1 1 0,2-1 0,3-1 10,-4 1 1,2-1 0,9-1 739,-9 1-1150,25-2 279,53-2 54,10-3 0,7-1 655,-3 0 0,7-2-559,4-1 0,10-3 0,2 0 0,-1 0-13,-8 1 1,-1 1-1,2 0 1,5-1-2,-13 2 0,2 0 0,3-1 0,2 1 0,0-1 0,-1 1 0,0 0 0,-2 0 1,0 0 0,0 1 0,0 0 0,1 0 0,0 0-1,0 1-96,4-1 0,2 0 0,0 0 0,1 0 0,-2 1 0,0-1 1,-2 1 96,0 0 1,-2 0 0,-2 1 0,2-1 0,1 1 0,3-1-161,-7 2 0,3 0 0,2 0 0,2 0 0,-1 0 1,1 0-1,-2 0 0,-2 1 0,-4 0 156,8 0 0,-4 0 0,-1 1 1,-2 0-1,2 0 0,1-1-81,0 1 1,0-1 0,2 1 0,0-1 0,-1 1 0,0 0 0,-2 0 74,3 1 1,0 0-1,0 0 1,-3 1 0,-3 0-1,-4-1-30,7 1 0,-5 0 0,0 0 57,10 0 0,1 0 0,-10 0-53,4 0 1247,-60 3-1196,-44 5-19,1-1 0,-14 1 33,12-2 1,-11-1-1,-6 1 1,-2 0 0,1-1-1,4 1-28,0-1 0,4 1 0,0-1 1,-3 1-1,-4 0-1,15-2 1,-3 0 0,-3 1 0,-2-1 0,0 1 0,1-1 0,0 1-1,2-1 1,3 0-16,-12 1 0,4 0 1,1 0-1,1-1 0,0 1 1,-2 0-48,8-1 1,-1 1 0,1-1 0,-1 1-1,0 0 1,-2 0 0,0 0 65,-1 1 1,-2 0 0,-1 0 0,-1 0 0,1 1 0,1-1-1,2 0 1,3 0-171,-2 0 0,3-1 1,3 1-1,-1-1 0,1 1 1,-2 0 179,-4 0 0,-1 1 0,-1 0 0,1-1 0,1 1 0,3 0 72,-1 0 1,1 0 0,2 0-1,3 0 1,4-1-118,-1 0 0,5-1 1,-2 1-29,-19 3 0,-2 0 0,19-2 42,28-2 1349,70-2-1293,2-5-22,-7-1 1,9-3 0,2-1 2,-11 0 1,0 0-1,3-2 1,2 1-17,5-2 1,4 0-1,1-1 1,1 1 0,-2 0-4,-6 0 0,-2 1 0,0 0 1,2 0-1,3 0 3,-5 0 1,1 1-1,3-1 1,1 0 0,1 0-1,0 0 1,1 1-51,-4-1 0,2 1 0,0 0 1,1 0-1,1 0 0,-1 0 1,1 0-1,-1 0 49,2 0 1,0 0 0,-1 0 0,2 0 0,-1 0 0,1 0 0,0 0 0,1 0-112,-2 1 1,1-1-1,1 1 1,1-1-1,-1 0 1,0 1-1,-2 0 1,-1 0-1,-2 1 102,2-1 0,-1 1 1,-2 0-1,-1 1 0,-1-1 1,-1 1-1,0 1 16,2-1 1,-2 1 0,0 0 0,-1 1 0,-2 0 0,-1 0-12,14 1 0,-2 0 0,-3 1 0,-6 0 0,11 0 0,-10 2 0,-21 2 0,0-1 0</inkml:trace>
  <inkml:trace contextRef="#ctx0" brushRef="#br0" timeOffset="513244">12860 11187 25091,'-10'-9'-202,"3"36"174,9 7-415,0 8 1,3 3-6638,8 9 5231,-5-21 1,1-2 1848,13 16 0,-16-37 0,-1-2 0</inkml:trace>
  <inkml:trace contextRef="#ctx0" brushRef="#br0" timeOffset="513629">13045 10788 21607,'-48'-11'132,"1"-1"1,6 2-1,7 10-70,8 36-5,14 6-29,7-6 50,14 8 51,9-10 44,22 6-5,-5-13 224,3-10 90,-17-17-286,-9-6 123,-2-14 40,-7-13-158,-7-2-111,-1-2 89,-11 7-45,3 10-184,-2 0-68,7 9-229,2 16-375,5 26 212,1-1-201,4 15-1356,11 0-2145,13 2 4212,-2-15 0,0-3 0,3 5 0,4-8 0</inkml:trace>
  <inkml:trace contextRef="#ctx0" brushRef="#br0" timeOffset="513962">13445 11147 14180,'3'-10'7522,"-1"3"-6256,-2 7-734,0 0-470,-1-10-12,0 24-16,1-1-12,2 19 17,5 20-16,0-17-1,3 11 23,-5-21 246,-2-10 45,-2-8 1082,0-6-931,1-9-314,2-12-5,5-17-95,0 0-17,4-5 3,4 7 0,4 1-42,15-11-12,-8 10 1,3 3-17,16 8-1,-1 11 12,-10 11-39,7 14-157,5 22-233,-23-12 1,-1 3-1339,2 9 0,-2 4 1767,-8 2 0,-4-1 0,3 5 0,-9-2 0</inkml:trace>
  <inkml:trace contextRef="#ctx0" brushRef="#br0" timeOffset="515818">15720 11262 20380,'12'-56'1088,"0"0"1,-4 13 0,-1 6-479,5-1-330,-9 28 275,-1 1-371,-1 7 612,-1 1-510,0-1-202,-4-7-56,-4-7-11,-8-7-12,-1 3 12,-8-3 33,-3 6-33,6 4 17,-3 3-57,19 9 7,-1 0-18,6 1-112,1 0 180,-5 3 5,-1 2-22,-4 1 0,3 0 0,2-4-12,3 0 51,1-2-84,4 4 23,0 1-12,9 23 22,-1 3-10,7 24 5,-1 3-292,-8-26 1,0 0 288,0 2 1,0-1 2,0 0 0,-1-3-6,3 17 1,1 6 5,-7-27-6,1 6 73,-5-19 45,0-8 409,0-6 269,-1-7-757,0-3 79,-6-41-101,2 21-3,0-7 1,0-2 25,1-15-26,2 20 1,0-1 5,1 3 0,2 1 19,3-21-27,3 12-6,5 12-23,3 9 18,5 8-12,11 6 0,9 10 6,8 10 11,-9 4-9,-9 3 1,-1 3 3,11 14-269,-13-9 1,-1 1 267,12 18-43,-8-6 32,-7-8 6,-9-10 16,-6-12 163,-6-6-100,-2-7 561,-1-7-584,-3-9 11,-2-11-39,0-10-11,1-5-6,6-1 11,6 2-17,6 7 17,4 6-11,3 7-22,0 7-12,2 6-16,1 6 16,3 12 6,5 11 6,5 14 11,4 10-270,-20-19 1,1 0 212,-1 0 1,1 1-209,0-2 0,0-1-777,22 18-790,3-9 622,-9-14-3859,24-13 1182,-16-16 2710,-12 2 1,-1-4 587,20-19 393,-5-5 818,-6-3 644,-5 0 845,-7-2 348,-9 1 121,-9 2-996,-9 1-296,-11 4-387,-6 2-201,-7 7-241,-4 6 181,-3 9-545,-4 10-45,-4 14-5,0 14-17,0 13-12,12-4 1,2 22 5,15-20 11,5 13 40,13-19 61,12-10 73,9-10 6,8-12-11,5-13 72,-3-11 34,-7-7-23,-12-4-50,-9-1-45,-9-1 34,-3 3-118,-2 10 174,0-1-174,-2 16-111,1-1-141,-2 10 101,2 4 45,-1 14 5,1 9-16,2 14 5,7 5-11,9 2-11,9-5-45,6-7 11,3-13 62,-2-12-12,2-17 23,-10-4 39,17-29 1,-19 5 38,8-18 6,-16 9 22,-6 8 6,-4 11-61,-3 10-85,-1 8-223,-1 4 229,3 13 28,5 6 28,7 14-51,0-5-134,12 12-1007,9 0-797,2 1-1966,-12-19 1,0-3 3926,4 0 0,-6-8 0,-16-10 0</inkml:trace>
  <inkml:trace contextRef="#ctx0" brushRef="#br0" timeOffset="515977">17641 10711 22189,'-27'-38'5,"0"-1"1,2 0 0,8 17 3,16 28-833,9 12-2223,10 17 2065,15 18 1,-14-23-1,3 1 1</inkml:trace>
  <inkml:trace contextRef="#ctx0" brushRef="#br0" timeOffset="516336">17807 10964 26217,'10'-48'-95,"-2"21"117,-7 51 0,3 11 1,6 9 10,4-5 107,-2-11 258,-2-12-51,-4-22-212,3-12-79,1-5 42,4-7 0,1-2-26,3-4 18,1 0 0,2 1 89,10-6-98,-10 17 0,1 1-53,14-4-33,-7 11-3432,-3 20 3426,-10 5-57,16 18-78,-11-3 1,-2 2-284,1 2 1,0 0-125,-1 1 0,-2 1-2906,-3 2 1,-3-2 2904,3 11 0,-3-7 0,-6-15 0</inkml:trace>
  <inkml:trace contextRef="#ctx0" brushRef="#br0" timeOffset="517838">18658 11026 23926,'-5'-37'-583,"1"8"-1904,15 32-829,-3 2 2253,11 5 0,-14-7 1,-1 0-1</inkml:trace>
  <inkml:trace contextRef="#ctx0" brushRef="#br0" timeOffset="518079">18986 10989 20532,'0'-4'3842,"0"0"-3293,0 4-465,5 17-23,4 15 1,5 26-1739,-8-19 1,0 1 1679,-1-7 0,-3 1-59,-5 24 0,-7 0-402,-2-16 0,-4 0 235,0-2 1,-3 1 0,-2-3-570,-13 6 0,-5-5-1987,-3-6 1,-1-4 2778,5-9 0,1-3 0,-10-1 0,22-12 0</inkml:trace>
  <inkml:trace contextRef="#ctx0" brushRef="#br0" timeOffset="518289">19040 10585 19725,'0'-3'4453,"0"1"-3664,0 2-945,-16-18-7,11 23-873,-12-5-3764,19 36 4800,5 0 0,-1-12 0,0-9 0</inkml:trace>
  <inkml:trace contextRef="#ctx0" brushRef="#br0" timeOffset="518763">19657 10779 26150,'-23'-53'-236,"6"27"236,21 43 0,11 26 12,10-4-18,-7-13 0,2 1-517,1 0 1,0-1 511,12 14 85,-15-12 1,-3 0-310,-5 8-175,-8 14-295,-21-18-779,-16-9-880,-9-11-135,-1-16 1587,10-5-141,-3-33 1070,19-1 538,6 9 0,2-1 148,6 3 0,1 0 1252,1-28 526,7 4-1848,-2 24 403,2 1-375,-3 23-415,0 1-352,-1 5 66,0 14 85,0 8 178,-4 21-256,-5 13-203,2-22 1,-2 2-984,0 2 1,0 1-3698,0 1 1,1-2 3204,-4 16 1,7-19 0,3-25 0</inkml:trace>
  <inkml:trace contextRef="#ctx0" brushRef="#br0" timeOffset="518997">20237 10719 22105,'3'-5'3311,"-2"0"-3154,-1 5-129,-2 5 22,-9 20 6,-6 14-76,4-9 1,-1 2-124,-1 2 0,-1 0-448,-1 1 0,1-1-506,-10 20-2648,7-20 1,0-3 3744,-6 0 0,1 3 0,13-25 0</inkml:trace>
  <inkml:trace contextRef="#ctx0" brushRef="#br0" timeOffset="519155">19958 10940 11723,'-7'-49'1983,"0"1"0,1 5 0,0 6 1592,2 5-3077,1 14 802,3 9-1295,11 8 721,17 11-748,23 11-18,-15-4 1,2 2 454,4 4 0,1 1-1939,1 5 1,-2 0 1523,-5-2 0,-4-2 0,9 10 0,-21-16 0</inkml:trace>
  <inkml:trace contextRef="#ctx0" brushRef="#br0" timeOffset="523733">22488 10961 16876,'0'-7'4404,"0"2"-3733,0 5 826,7-66-861,-3 39-275,0-11 0,0 4-456,-2 23-393,-2 7 192,-4 25 156,1-5-6,-6 33-161,4 6 276,5-1 38,12 5 38,4-27 212,24-5 96,-6-19 56,17-8-34,-9-18-50,-4-13-163,-11 2 180,-4-7 280,-13 10-577,-3 7-157,-4 7-56,-4 15 123,-2 2 39,-2 11-5,1 6-17,4 16 34,5-10 27,24 11-10,6-22-6,8 2 33,13-12 56,-11-11 46,10-10 144,-5-22-100,-18-7-123,-9-2 84,-14-3 11,-7 11 39,-2-11-95,-3 16-56,-1 7-50,0 17-85,1 5-156,1 3 34,-2 5 33,-3 11-790,-4 28 252,4-6-574,3-5 1,3 3-6804,14 17 7235,3 6 0,-1-23 0,-4-16 0</inkml:trace>
  <inkml:trace contextRef="#ctx0" brushRef="#br0" timeOffset="523933">23541 11035 18840,'2'-11'2825,"3"-29"1,2-4-2361,-4 14 202,4-22 0,-2 1-287,-5 31-279,-2-6-84,0 22-319,-1 5 212,1 2 40,-2 11 33,-2 12-84,3 17-308,3 12-574,8-17 0,2 1-277,5 14-3656,3-11 1,1-5 3085,-4-11 1,3 5-1,-15-26 1</inkml:trace>
  <inkml:trace contextRef="#ctx0" brushRef="#br0" timeOffset="524107">23658 10565 18492,'-3'-6'2689,"1"2"-4218,2 4-1792,-30 11-4532,28 20 7853,-20 7 0,30-4 0,-2-14 0</inkml:trace>
  <inkml:trace contextRef="#ctx0" brushRef="#br0" timeOffset="524650">23949 11160 25987,'18'-33'130,"-1"0"1,8-13 0,-2 2-67,-9 14 1,0 2-345,3-8 1,0-2 321,-2-4 0,-1-3-18,-4 3 0,0-2 1,0 0 19,1-9 1,0 0-12,1-9 1,-2 4 151,-6 0 117,-6 36-190,-4 0-74,-2 18-72,-1 3 12,-16 25 22,3 12-14,5-6 0,1 3 8,4 2 0,4 4 6,5 14 0,5 0-580,0-14 1,4-2 576,9 18 1,7-2-15,1-20 0,3-3-298,9 6 1,3-2 314,2-7 0,1-5 3,0-6 0,-1-4-3,20-2-200,-21-18 0,-2-8 228,8-20-9,-13 3 1,-4-4-9,-11 9 0,-4-4 11,0-18 1,-2-9 0,-3 6-602,-2 11 0,0-2 588,-1 0 1,1-7 0,-1 0 0,-1 8 4,-1 4 0,-2 3 28,2-28 0,-1 3 1167,-2 2-1162,-1 23 1,-2 4-26,-3 12 553,-2 14-575,-4 18 454,-5 19-463,1 9 1,1 5 2,4-10 1,1 2 17,0 6 1,2 5-1,2 0-79,3 9 0,4 1-658,1-9 1,3 2 0,1 0-36,4 1 0,2-1 0,2 0 760,6 3 0,4 0 0,-3-6 0,-1-3 0,0-6 0,0-3 0,1-1 0</inkml:trace>
  <inkml:trace contextRef="#ctx0" brushRef="#br0" timeOffset="525365">26295 10941 23528,'0'-51'986,"0"-1"0,0 2 0,0 8-925,-2 18-268,1 6 61,0 32 146,0 5 0,3 39-28,2-6 0,2 6-356,-2-15 1,1 1 0,-1 3 346,1 6 1,1 5 0,-1 1-1,-1-5-693,1-5 1,-2-4-1,0 4 342,-1 1 0,0 4 0,-2 0 0,-1-6-572,-4 15 0,-2-5 696,0-14 1,0 1-1,-1-5 253,-2 3 0,-4-8 190,-27 4-101,12-50-106,-10-30-11,19-12-140,13 15 0,1-6 0,2 0-477,0-10 0,2-2 661,0 0 1,-1-5 0,2 3 22,1-3 0,1-2 56,1 13 0,-1-7 0,0 2 0,1 5-14,-1-6 0,2-2 17,-2 12 0,1-6 1,0-4-1,0 2 1,1 7 12,1-1 1,1 5 0,1-3-152,2-15 1,1-3 0,4 5 159,6-1 1,6 7-21,1 10 1,5 8-29,1 11 1,2 6-28,20 2-9,-10 25 0,0 9 385,-13 2 0,0 4-413,15 14 1,-2 4-12,-10 0 0,-5 2-3,-5 2 0,-5-2 14,-3-10 1,-8 0-190,-19 9 0,-11-3 209,-5-14 0,-6-4 13,-18 10 1,-6-4 43,0-11 0,-2-6-102,2-2 0,0-4-137,7-6 0,3-4-1440,10-4 1,6-3 1604,-9-16 0,24 9 0,13 6 0</inkml:trace>
  <inkml:trace contextRef="#ctx0" brushRef="#br0" timeOffset="526382">27059 10296 22565,'50'35'93,"-1"-1"0,-3-1 1,-3-2-80,-13-9 0,-5 0 25,13 19 118,-21-3 67,-21-2 39,-16-4-112,-4-9 107,-14-4 330,-2-10-134,3-6-236,5-6 197,16-20-314,13-5-84,12-18-62,4 10 25,13 7 1,5 1 13,-5 9 0,2 1-344,13-8 0,2 2 347,-7 7 1,0 3 2,-4 2 0,0 1 17,20-5 16,-14 4-10,-14 4-7,-11 4 7,-8 2-18,-4 2-38,-1 0 632,-2 4-621,-4 8 22,-6 12 5,-1 15 12,4 9-17,15 2 6,16-3-192,19-7 220,12-7-6,4-10-23,-13-10 46,1-7 94,-6-16 18,-5-4 49,-1-17-66,-21-7 140,-13-10-213,-17-8-37,3 26 1,-4 2 19,-3 0 0,-1 3 0,-15-11 73,-11 4-152,25 20-100,-4-1 17,19 15 44,3 12-83,2 14-247,5 19-589,8 15-44,0-27 0,2 0-1397,4 2 1,2-1-820,4-2 1,3-2 630,4-4 0,2-3 1087,21 8 1523,-9-21 0,0-6-246,13-10 976,-17-1 1,-2-3 5632,8-21-1378,-12-6-2504,-12-6-1041,-8-1-292,-4-2-174,-4 1-212,-2 6-190,-4 7-202,0 9 484,-2 9-871,1 7 113,2 4-219,1 8 123,4 11 11,7 16 0,9 12-22,9 8 6,7-3-556,1-5 561,-8-17 50,-2-7 107,-17-16-23,4-4-89,-5-15 6,3-10 5,2-14-28,1-9-23,-3 7 20,-2 7 1,1 1 540,5-6-667,5-10-296,-3 26-590,2 12-1034,7 12-1625,8 10-3844,6 11 7490,-4 1 0,-14-8 0,-9-7 0</inkml:trace>
  <inkml:trace contextRef="#ctx0" brushRef="#br0" timeOffset="526557">28991 10458 25707,'1'-4'-45,"5"18"-61,4 8-779,11 24 263,-5-18-1310,5 9-2689,-14-18 4621,-1-1 0,-4-8 0,0-6 0</inkml:trace>
  <inkml:trace contextRef="#ctx0" brushRef="#br0" timeOffset="526748">29251 10166 23478,'1'21'-2163,"7"9"-2922,19 22 5085,0-4 0,-8-17 0,-8-14 0</inkml:trace>
  <inkml:trace contextRef="#ctx0" brushRef="#br0" timeOffset="527182">29880 10457 21767,'-35'-31'302,"0"0"0,-1 1 1,2 2-1,-1 2 1,-1 9-208,-17 15 0,1 11-73,6 0 1,3 2-18,1 1 1,3 3-6,9 5 0,6 2 711,0 14-700,11 9 3,34-15 0,9-3 9,10 6-278,-2-12 1,4-5 254,-8-9 0,-1-4-9,1-1 1,1-2 33,7-3 1,-1-3 38,-4-3 1,-3-6 67,-1-7 0,-3-6-68,-9 0 0,-3-3-44,-1 0 0,-4-1 8,-4-9 0,-4-2 5,-1 2 1,-2-2 47,2-9 0,-2-3 193,0-6 1,0 3-175,-1 19 1,-1 2 78,0-4 1,-1 5 373,-1 11-458,-1 3 218,-1 14-352,-2 14 39,-2 15-11,0 7-45,-1 34 22,6-27 1,3 4-208,1 2 1,1 5 0,2 0-341,4 3 0,1 0 1,1-2-1039,3 15 0,3-3 1126,3-6 0,4-7-804,-1-17 1,4-5-1766,0 0 0,3-2 3062,10 3 0,-1-4 0,4 3 0,-6-12 0</inkml:trace>
  <inkml:trace contextRef="#ctx0" brushRef="#br0" timeOffset="527484">30419 10580 14930,'3'-7'8201,"-1"2"-7031,-2 5-778,0 0-90,-8-63 248,-10 41-486,10-13 1,-1 4-43,-9 24-28,13 6 12,4 1 39,7 1 11,13 3-39,19 3 16,-7-4 1,2 0 55,20-4-44,-3-5 62,-23-15 27,-18-16-72,-7-1-34,-7-1 61,-21 6-38,2 19 10,-14-2-5,-1 21-39,-3 14 5,-5 22-792,24-12 0,1 2 747,4-4 1,3 3-1065,-3 22 0,6 3-3829,8-17 1,3 0 3464,-3 7 0,3-3 0,6 1 0,-2-31 1</inkml:trace>
  <inkml:trace contextRef="#ctx0" brushRef="#br0" timeOffset="528573">6817 13792 20727,'-14'-43'844,"0"0"1,0 0-1,-8-19 1,-2 16-795,3 34 23,-26 2-45,-1 17-20,16 0 1,0 3-226,0 4 0,1 3 220,2 3 0,3 3-6,2 3 0,4 3-3,4 1 1,3 2 2,4 1 0,4 1-11,6-2 0,6 0 17,13 2 0,8-3 11,4-7 0,4-4-12,3-1 1,3-3 0,11-5 0,2-4-395,-6-3 0,1-1 386,10 2 1,0-1-15,-9-1 0,-4 1-1493,-12 2 1,-6 1 1528,-3 5 24,-46 9-7,-36-1-11,11-7 1,-3 0-56,-8 0 0,-4-1 20,10-4 0,-2-1 0,2-1-386,-11 1 0,1-2 253,4-2 1,3-2-617,16-4 0,5-3-4964,3-9 5726,4-4 0,19 10 0,6 5 0</inkml:trace>
  <inkml:trace contextRef="#ctx0" brushRef="#br0" timeOffset="529299">7316 13470 25231,'4'53'28,"0"0"0,1 2 0,1-1-26,3-14 1,-1-1-832,1 14 1,-3 0 783,-2-9 0,-3-1-25,0 9 0,-1 0 11,-1-7 1,0-4 454,-2 21-430,2-27 308,1-22-291,0-23 40,-5-30 5,-7-8 0,2 15 0,-1 1 11,-11-13 22,-2 6 231,-7-3 981,4 7-1026,-1-3-130,13 16-111,15 9-12,6 5-5,18-6 17,35 0-20,-14 7 0,2 0-1061,-5 1 0,0 1 1075,3 2 0,-2 0-6,-8 0 0,-1-1-147,2 0 1,0-1 163,12-3 0,-1-1 6,11-3 72,-1-3-44,-46 10 67,1 0 34,-13 5-73,-11 1-57,-8 5-16,-18 7-5,6 3 2061,-9 12-2078,15 3 16,-2 22-5,13-4-11,13 6 5,19-14 0,18-11 23,18-12 22,8-11 11,-1-16 45,-9-10 360,-17-2-315,-11-12-23,-17 1-55,-12-13-21,-6 13 1,-4 1-8,-11-12 5,4 13 0,-1 3-6,-7-1-11,-5 3-50,3 9-79,14 11 46,5 7-964,17 30 391,5-11-301,10 22-2566,5-20 0,3-2 2664,13 7 0,6 6 0,-25-23 0</inkml:trace>
  <inkml:trace contextRef="#ctx0" brushRef="#br0" timeOffset="529617">8334 13824 11838,'1'-5'9830,"0"0"-7376,-1 5-1905,-6-59 599,0 35-1003,2-9 1,0 3-179,0 21-46,6 12 85,10 10 16,12 13-33,12 14 0,-3-2-3,-7-7 0,-1 3-1696,-9-4 0,-1 1 1682,3-1 0,-4 0-20,-5 4 1,-7-3 30,-7-4 34,-16 10 78,-14-21 56,-14-16-89,8-8 44,-1-28-16,22-1-45,3-13-51,17-1-95,20 0-699,22 7 469,2 11-820,-1 16 0,2 3-261,6 2 320,-12 5 0,2 0 1092,-5 6 0,-3 0 0,-2 0 0,13 1 0</inkml:trace>
  <inkml:trace contextRef="#ctx0" brushRef="#br0" timeOffset="529941">9066 13825 18548,'-9'4'5378,"2"-1"-4857,7-3 722,0 0-1131,-46 27 56,47-18-33,-24 19-57,69-28-16,12-8-15,-26 0 1,0-3 13,-2-1 1,-3-4 84,19-20 5,-15-4 0,-16-2 12,-12 2-96,-9 12 56,-23-1-50,-5 18 0,-22 2-40,14 13 12,11 7 0,2 3-17,-3 12-17,-7 19-5,24 0-18,11 7-416,13 2 19,15 1-1720,14-5 2129,-9-24 0,-1-2 0,3 2 0,1-5 0</inkml:trace>
  <inkml:trace contextRef="#ctx0" brushRef="#br0" timeOffset="530833">11761 14403 21646,'-4'-46'686,"0"-1"1,-1 1 0,1 0 0,0 0-1,-1 1-581,1 1 0,-1 1 0,1 0-1109,-1-3 0,0 0 0,-1 0 1050,1-2 1,-1 1 0,1-1-6,-1 1 0,0 1 0,1 0 35,-3-17 0,1 4 52,0 10 1,0 5 1091,-5-17-1080,2 30 364,0 22-510,2 15 17,-13 50-19,13-21-1,1 3-504,1 3 0,-1 3 0,2 2 505,2 0 1,1 2 0,3-1 3,1 5 0,3 0 0,0-3 267,0 12 1,4-1-287,3-6 1,4 2 0,-1-4-68,0 0 1,0-1 29,-2-11 0,0 1 1,-1 0-575,2 18 1,-6-4-1933,-11-17 0,-2-3 2067,3 3 1,-4-4-1115,-33 3 812,-2-44 717,-15-21 238,25 3 0,2-6 411,0-9 1,3-3-9,1-4 0,4-2 8,3-1 1,3-1-65,4 3 0,4 1-347,2 5 0,3 1 1279,5 5 0,6 2-1450,12-3 0,4 3-295,18-11 301,1 15 0,6 2-107,-8 10 1,1 1 125,13-4 1,2 0 16,0 2 0,-2 0 23,-2 1 0,-2 1 11,-6 1 0,-2 0 33,-7 1 1,-2 1 153,16-9 17,-19 6 171,-16 9-328,-12 9 1340,-11 14-1323,-9 16-55,-6 19-57,11-18 0,1 0 643,-4 22-640,14-15 0,6 0 14,16 7 8,-2-14 1,4-2 24,4-11 1,2-5 50,2-3 0,1-3 45,-1-4 0,0-4 224,25-14 39,-12-12 140,-11-22-280,-16 1-174,-12 0 29,-21 1-68,-13 11-28,-21-4-11,19 22 0,-2 3-11,-8 2 0,0 3-29,-11-2-144,1 7-1,41 8-974,5 14 1131,18 18 0,-9-13 0,9 4 0</inkml:trace>
  <inkml:trace contextRef="#ctx0" brushRef="#br0" timeOffset="533686">14917 13930 20783,'5'-53'710,"1"1"0,0-1 1,-1 5-1,0 1 0,-2 5-405,-1 1 1,-3 5 137,-8-19-264,-1 22-67,-25 16-106,-6 28 2,8 1 0,-2 6-633,-1 8 0,1 5 633,-1 5 1,2 3-18,4 2 1,3 2-155,6 0 0,3 0 157,6-4 1,4-1 12,4 24 21,12-21 79,6-20 89,7-22 5,9-22-16,8-20 104,-15 14 1,-1-2-181,1-1 1,-1 0-21,-1 2 1,-1 2 709,12-14-799,-9 19-11,-9 18 33,3 26-22,2 28 6,-6-10 0,-1 6-1068,-3 0 1,-1 5-1,-1-2 1056,1 6 1,-3 2-1,-1 1 1,-3 6-1,-2-3-321,-3-11 1,-1-2 0,-2 3 320,0-3 1,-1 3-1,-2 1 1,-2-1-14,-2 2 1,-2 1 0,-2-1 0,-2 0-15,-2-1 1,-1 0 0,-3-1 0,-1-2 1,0-2 0,-1-1 1,-2-3-1,-3-3-150,-11 5 1,-4-5-1,3-11 195,1-10 0,2-12-830,3-11 0,7-11 824,22-18 0,9-9-2,1-12 0,4-4 68,2 13 1,2-1 0,2-3-138,0 3 0,1-2 0,2-1 0,2 1-242,2-2 0,3 0 0,1 1 0,2 1-13,0 2 0,2 2 0,2 0 0,2 1-1251,4 1 1,3 0 0,2 3 0,-3 3 1456,1 0 1,-1 5 0,-1 2 0,13-7-1,-7 8 1,-9 11 0</inkml:trace>
  <inkml:trace contextRef="#ctx0" brushRef="#br0" timeOffset="534838">15376 13834 24811,'51'-20'302,"-23"8"1,1-3-222,14-12 0,-1-1-679,-12 7 1,-1-2 661,12-12 1,-2-3-1,-18 6 1,-2-2-23,4-11 0,-2-4-34,-4-5 1,-3-1-629,-2-3 1,-3 1 633,-2 0 0,-2 1 106,-2 0 1,-2 3-62,-2 19 0,-1 3 684,-7-25-687,-3 44-67,-6 9 33,-5 24-16,-9 27-17,11-11 0,1 4-423,-4 11 0,1 4 432,8-14 0,0 2 1,1 0-5,0 4 0,2 1 1,2 1-3,1 0 1,1 1-1,3-1-5,2-2 0,2 0 0,5-1-34,6 1 1,5-1 0,1-4 21,1 0 0,5-4-229,20 3 0,5-10 237,-8-20 0,1-8 11,11-1 1,2-7 8,-1-6 0,0-9 17,-14-3 1,0-6-1,-4 1-353,2-3 0,-2-1 359,-7-2 0,0-3 0,-5 1 27,-3 1 1,-3 0 639,2-6 0,-1 2-523,-6 6 1,-2 3 1167,-1-2-1349,-9 14 512,-14 26-512,-21 22 5,15-3 1,0 1 5,0-4 0,2 2-12,5 7 1,4 0-28,8 8 28,5-2 1021,12 2-1010,10-17 16,25-1 18,-2-18 5,1-10 51,-8-21 5,-16-8 11,-2-17-27,-12-5-18,-16-2-36,-6 25 1,-4 2-15,-9-9 11,-18 0-10,11 29-46,-10 5-16,9 15-23,3 11-11,16 3-224,5 10-319,14-1-1138,27 16-89,16-11 401,-19-20 1,2-3 570,12-6 0,4-6 277,11-9 0,2-6-301,-19 5 1,-1-2-1,1-3 1085,5-4 0,1-2 1,-5-3 360,5-11 1,-7-1-326,-11 6 0,-4-3 762,0-20 1,-6-4-284,-11 6 1,-3-2-121,1-11 1,-3 1-242,-4 14 0,-3 5 31,-5-9-325,2 35-106,0 17 1266,1 8-1176,-7 25-9,1 0 0,0 5 627,-1 3 1,0 2-642,0 2 0,0 1 8,0 4 0,2-1-4,2-10 0,0-1 1,0 7 1,0 0-6,3-10 0,0-2 22,1 12 130,3-22 105,1-15-134,0-12 1934,7-22-2029,2-8 528,10-20-534,7 2-5,7 2-6,-3 15-17,21-1-10,-16 22-46,18 0 34,-12 22-17,-1 13 17,-10 4 22,-10 0 1,-4 1-29,-2 14 34,2 10 6,-39 6-6,-10-21-3,3-12 0,-3-3 3,-18 1-42,12-14 0,0-4-394,-6-8-1424,-11-9 1860,35-17 0,12 11 0,8-3 0</inkml:trace>
  <inkml:trace contextRef="#ctx0" brushRef="#br0" timeOffset="535429">17947 13431 25085,'-58'4'284,"0"1"0,4 1 0,4 3-270,15 6 0,4 3 8,4 1 1,2 1-18,-11 22-16,13 0 5,10-3 12,7-10-17,15 5 28,9-16 22,6 2 118,25-16-34,-9-17 67,18-10 57,-14-13 44,-8-6-146,-13 8 287,-1-14-158,-14 22-168,1-4 34,-7 19-179,-4 8 6,-3 8 66,-7 9-33,-5 14 0,2-1-28,2 23 17,16-15 0,13 14-12,23-17 29,-11-20 0,5-3 5,17-6 0,1-5-570,-12-1 0,-1-3 559,8-3 0,-1-5 19,0-11 1,-3-8 2,1-10 1,-1-5-21,-8 9 0,0-3 0,-3 0-469,-6 3 0,-3 0 0,-1-1 467,-1-6 0,-2-3 0,-1 0 0,-1-7 0,-2-1 0,0 2 3,-2 9 1,1 2 0,-2-2 13,1-12 0,0-3 0,-4 9 0,-3 13 1,-2 5 52,0-2 0,-1 3-2,-6-1-68,-4 23-23,-11 24 1,-10 24 16,-1 7-387,8-6 1,-1 8-1,1 0 389,3-6 0,2 1 1,-1 3-21,-2 3 0,0 3 0,0 2 1,2 0-187,3-4 0,2 0 0,1 0 0,1 1-199,2 1 0,0 0 0,2 0 1,3 0-1512,3-2 0,3 1 0,1-1 0,2-1 1629,3 7 0,2-2 0,1-5 1,4 1-1,0-7 0,9 4 1</inkml:trace>
  <inkml:trace contextRef="#ctx0" brushRef="#br0" timeOffset="536777">20639 13225 24763,'-4'-61'390,"0"-1"0,-1 7 0,-6 9-403,-34 13-185,9 16 169,5 16 1,-4 7 26,-4 11 1,-1 9-3,3 4 1,-1 6 0,2-1-2345,-8 5 1,3 1 2224,13-6 1,1 2 0,6-4 85,3 14-720,12-5 1,3 1 761,6 8 3,6-6 1,10-3 4,17-15 0,8-7-16,4 0 0,2-2-213,4-3 1,1-5 220,7-7 1,-1-6 30,-12-3 1,-1-4 27,9-2 1,-1-6 105,-3-7 1,-5-5 416,-14 3 0,-5-1-526,-5 1 1,-4 0 2379,-7-24-2217,-13 16 1740,-16-7-1936,-9 18 1092,-19 8-1104,-5 22-16,8 2 840,-6 19-857,12 10 6,7 5-6,10 9 6,26-8 0,6-11 11,13-4-3,4-14 0,4-4-179,-3-3 1,3-2 189,22-1 1,0-3-880,-17-7 0,-3-2 882,-2 0 0,-4-4 62,7-20 17,-21 0-1,-4-12 12,-17-15-56,-9 9 288,-4 2-283,-6 11-1546,-2 16 1496,3 5-28,-9 9-17,0 25-17,-1 8 1,2 8-23,14 1-465,19 6 0,5 0 112,4 2-279,7 5 1,6-3-416,25-11 722,4-5 227,-18-18 0,2-5 132,23-10 162,-19-6 0,1-5 42,-10-1 0,-3-4 30,4-7 1,-4-1 28,1-13 128,-13 9 1,-2 1 224,1-8 45,4-10-376,-13 27 3261,-4 12-3519,-4 8 1,-6 17 22,1-2 420,-13 35-420,4-8 11,-5 19 6,7-12-12,4 0 12,4-20 11,3-4 23,1-20 184,1-3-140,5-12-39,7-13 22,8-13-5,6-9 6,4 0-12,-1 7-22,2 8-40,-11 14-33,5 7 11,-9 11-16,6 9-1,0 8 34,-1 11 0,-6-1-11,-4 20 17,-8-15 38,-1 11-38,-4-21 95,1-10 128,-1-9-167,3-20 0,4-8-23,9-20-11,12-4 0,11-2-187,-16 27 0,2 2 170,1 1 1,1 2-35,27-10 35,-1 11-24,-14 10-44,8 16 28,-26 1-336,18 35-1080,-24 0 1361,-6-6 0,-1 0 1,-3 0-1,-5-1 0</inkml:trace>
  <inkml:trace contextRef="#ctx0" brushRef="#br0" timeOffset="537494">22549 13787 21562,'1'-58'948,"0"0"0,0 14 0,0 0 0,0 2-570,-1 0 0,0 1-151,1 0 0,0 3-37,-1-3-212,0 29 33,1 50 11,2 10 1,-1 7-881,0-11 0,-1 3 0,0 1 863,1 13 1,-1 3-1,-1 0-3,-3-6 0,0 0 0,-2 0-19,-1 1 0,-2 1 1,-3-1-9,-2 0 1,-2 0 0,-3-2-16,-1 0 1,-3-1 0,-3-2-2,-6 0 0,-3-1 0,1-6 35,-1 2 1,-2-7 10,-6-3 1,1-15 559,5-34-557,15-18 1,3-8-20,7 7 0,2-3-428,3-9 1,2-6 0,2 1 421,4-16 1,4-1 2,-1 8 1,2-4 0,2 0-394,0 12 1,1 0 0,1-1 0,0 0 410,2 0 0,1-1 0,0 0 1,1 0 0,1 1 1,1 0-1,1 0 1,0 0 2,1 2 1,0 1-1,1 1 1,0 0 87,8-11 0,2 1 1,1 3-99,0 5 0,2 2 0,2 4-8,-1 4 1,1 3 0,2 4-5,16-6 0,3 7-232,-3 8 0,0 7 201,-3 7 0,0 8 8,-5 5 1,-3 8 0,-4 5 0,-4 7-26,-6 5 0,-7 5-28,-5 4 1,-8 3-12,-11 0 1,-7 0 74,0-9 1,-7-1 17,-12-4 1,-10-2 0,1-2 12,-10-1 1,-3-3 21,4-1 0,-4-1 0,2-2-64,-11-2 1,3-5-216,7-3 0,3-4-7,10-4 1,4-5 258,-6-13 0,21 5 0,15-2 0</inkml:trace>
  <inkml:trace contextRef="#ctx0" brushRef="#br0" timeOffset="537872">23620 13136 21926,'-63'5'685,"1"1"0,3 1 1,6 4-594,21 5 1,4 4-29,1 6 0,3 1-24,-4 12 7,20-5 1,6-1 8,10-4 101,23 21-45,13-24-317,-15-11 0,2-2 272,1-4 0,1-2 151,28-5 2,-7-17 20,-9-12 24,-9-12-68,-12-9-56,-11-8-6,-9-6 68,-8 1 22,-5 8-140,-2 18 199,-13 1-295,1 20 35,-14-1-85,0 21-123,-5 14-352,-1 17-251,22-11 1,3 2-1913,2 4 1,3 1 1872,-3 28 0,10-21 1,5-19-1</inkml:trace>
  <inkml:trace contextRef="#ctx0" brushRef="#br0" timeOffset="539336">24057 13210 21808,'16'-39'601,"0"-1"1,-3 3-1,-1 12-578,-9 23 77,4 17-10,-3 7-40,1 8 68,-7 15-12,-11-2-53,0-9 1,-3 1-26,-15 20-14,13-26 0,2-4 14,-2 0 196,8-11 425,7-11 18,4-4-347,16-19-225,10-9-62,7-7-16,-8 12 0,2 1-517,-1 4 0,0 1 503,7-4 0,0 1 2,-3 5 1,-1 3-382,23-4 371,-22 14 16,-1 15-6,-12 12 7,5 13-24,7 11 18,-2-7 1002,0-4-1019,4-12 34,-1-11 10,13-3 452,15-15-418,-8-10 0,5-15-391,-24 1 347,-6-5 38,0-19 62,-8 3-16,0-6-12,-17 18-67,-7 23-22,-12 4-1,-3 7-22,-9 5-33,-5 13-3018,9 7 3063,5 4 5,12 9-6,9-4 12,20 20-29,-1-18-67,19-8 1,6-4 44,-3-9-1112,6-2 1,0-3 1156,-8-9 6,22-10-94,-13-17 110,-1-6 17,-4-12-11,-21 15 39,-3-5 2234,-7 11-2262,-3 5-44,-3 7-107,-5 12 3362,-1 10-3244,0 12-1,0 17-5,0 0 11,-4 20-22,-1-9-3105,-2 13 3116,2-17-17,3-1 23,4-20 44,2-5-16,9-16-23,2-9 23,16-15-1,14-16-25,-21 17 1,0 0-3,22-21-18,2 2-4,-20 22 4,3 0 3393,-12 14-3386,-2 15 5,1 3-6,5 12 6,0-2 0,-3-4-6,21 3 6,-15-14 0,19-4 0,3-4 12,-5-6-1692,6-4 1,-3-3 1702,-10-6-285,-2-11 0,-1-6 270,-10 4 1,-3-1-4,6-6 1,-2-4-10,-6 1 1,-2-4-1,-1 0-682,-3 3 1,-2 1 0,0 0 694,1-1 1,0 0-1,-1 2 16,1-14 1,-3 7 35,-3 9 348,-3-8 1753,-3 25-2122,-4-4 556,-7 38-591,-8 18-2,5-3 0,0 4 1158,-3 9 1,0 4-1170,0 8 0,2 1-1,3-10 1,3 3-60,3-1 1,2 5 0,3-4-146,5 2 1,3-1-37,-1-4 1,1 3 0,4-4-282,7 3 1,4-5-390,2-8 1,1-5-679,15 5 836,16-18 1,-37-13 0,11-2 0</inkml:trace>
  <inkml:trace contextRef="#ctx0" brushRef="#br0" timeOffset="539529">26014 13068 26002,'47'-8'-181,"0"-1"1,0 0 0,1 1 0,14-2 0,1 2 0,-5 4-1821,0 5 1,-4 3 2000,8 2 0,-7 1 0,-12-2 0,-2 0 0</inkml:trace>
  <inkml:trace contextRef="#ctx0" brushRef="#br0" timeOffset="539877">27059 13327 28671,'-43'-9'-668,"-2"4"-2771,27 9 3439,-13 6 0,16-6 0,0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14:45:15.0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16236 2988 10640,'17'-55'3276,"1"1"1,-7 6 0,-6 6-980,-18 4-1939,-23 20-16,-15 27-100,14 9 1,-5 7 0,3 0-2291,0 0 1,0 3 2095,0 1 1,-3 4-1,4 0 61,-4 8 1,4 2-100,-1 3 1,2 3 5,11-12 1,0 2 0,4 0-235,-1 14 1,13-2 220,18-8 0,10-4-109,1-11 1,11-5-259,11-10 0,14-4 0,2-3 0,-7-2 295,5 0 1,1-3 68,-9-1 0,8-1 0,2-1 0,-4 0 0,-11 0 0,-8-2 0,-5 0 0,15-2 0,0 0 0</inkml:trace>
  <inkml:trace contextRef="#ctx0" brushRef="#br0" timeOffset="478">16949 3004 20374,'0'-52'1189,"0"1"1,-1 6-1,1 8-484,1 18-621,-1 11 46,1 10-57,4 24-45,0-2-6,0 6 0,0 4-14,-1 0 1,-1 1-487,1 15 0,-2 3-71,1 6 0,-2 4 183,0-14 1,-1 2 0,0-5 0,0-4 0,0-3-1,0-1 1,0-1 0</inkml:trace>
  <inkml:trace contextRef="#ctx0" brushRef="#br0" timeOffset="1309">16029 5054 14253,'1'-8'5069,"0"1"-4274,-1 7-229,0 0-113,-90-15-1019,58 28 1,-1 4 722,-13-6 0,-6 0 0,6 7-68,11 10 1,6 6 0,2 3-55,-1-1 1,2 3 0,3 0-22,3-1 1,3 2 0,3 0-15,0 17 0,9-1-256,10-4 1,9-3 121,9-3 0,7-5 13,-4-9 0,7-4-271,8-6 0,7-3 0,-1-5-221,11-2 0,2-5-1000,-2 1 1,5-2 0,-5-2-408,5-5 1,-3-4 2019,6-2 0,-8-1 0,-12 0 0,-3-1 0</inkml:trace>
  <inkml:trace contextRef="#ctx0" brushRef="#br0" timeOffset="1685">16812 5260 16986,'-5'-3'4005,"1"0"-3681,4 3-150,6-68-17,20 35-225,-9-10 1,5 1 162,5 26 0,3 5 24,28-6-69,-4 11-27,-7 17-23,-10 17 39,-13 18 3,-19-14 0,-5 1 8,-8 5 1,-7 1-1,-5 3 0,-5-1 3,-6 1 1,-3-2-188,0-3 0,1-1 176,3-6 0,2-1 14,-9 17 101,20-15 145,27-13-67,24-9-218,-3-11 0,5-4-761,10-1 0,4-3 346,10-3 1,2-1-608,-16 4 1,0 0-1,1 0 1005,5-1 0,0 1 0,-4 1 0,-5 1 0,-3 0 0,-5 3 0,0-1 0</inkml:trace>
  <inkml:trace contextRef="#ctx0" brushRef="#br0" timeOffset="2252">16249 7039 19010,'0'-3'3936,"0"1"-3750,-61 1 641,11 22-2080,-6-6 1,-3 5 1558,10 11 1,2 6-175,13-9 1,-1 2 0,1 1-159,0 1 0,0 1 0,3 3-55,1 6 0,3 2 0,4 0-24,-1 11 1,6-2-1,6-2 0,9-3 52,13-5 0,8-4-212,4-9 0,5-2-123,8 7 0,8-3-1875,9-10 1,9-3-1,-4-2-2653,-5-1 1,-1-3 4893,0-4 0,4-1 1,-12-3-1,-12-5 0,-12 0 1</inkml:trace>
  <inkml:trace contextRef="#ctx0" brushRef="#br0" timeOffset="2892">17134 7452 13928,'-7'-6'3915,"2"1"-2733,5 5-493,0 0 33,-11-70-464,19 41-214,-11-12 1,5 3 45,30 16-34,5 10-42,-3 5 0,2 3-39,-3 5 0,-1 2 2,1-1 1,0 4-113,1 12 1,-4 4 5,0 5 6,-7 2 0,-5 3-6,-19 31 140,-6-31 1,-4 1 2,-2-1 0,-4-2 47,-10-3 1,-3-3-207,-21 12 265,20-17 0,0 0 194,1-3 0,2-2 401,-9 1 159,11-7-303,18-9-437,7-1-100,2-2 11,12-5 295,21 1-307,13 0-38,4 5-12,-5 8 0,0 5-5,11 5-1038,-11 0 0,-2 1 1037,-5 7-22,-9 7 34,-21-10-191,-24 9 1,-7 0-314,-7 1-1999,-13 3 0,-4-2 2514,-8-2 0,7-5 0,21-11 0</inkml:trace>
  <inkml:trace contextRef="#ctx0" brushRef="#br0" timeOffset="3391">16242 9775 20595,'0'-3'2519,"0"0"-2759,0 3 244,-73 6-578,38 7 725,-20 4 1,-4 6-4,26 3 1,3 5-86,-2 3 0,-1 5 1,2-1-198,6-2 1,3-1-1,0 1-326,-10 18 0,6 0 352,11-2 0,10-1-163,10-12 0,7-1-996,17 15 1,9-3-3650,4-11 1,5-5 4678,8-1 0,-1-5 1,-21-15-1,-4-4 0,7 1 1</inkml:trace>
  <inkml:trace contextRef="#ctx0" brushRef="#br0" timeOffset="3776">17101 9888 17311,'1'-8'5484,"0"2"-4790,-1 6 756,0 0-1394,-11-31 0,-7 47-22,-5-25-12,6 33 1,3 14-12,3-8 0,2 1-116,-2 8 1,3 2 137,3 6 1,3 0-751,5-11 1,3-2 716,7 27 6,18-25 72,1-21 147,27-9-124,-17-11 98,-4-10 0,-1-4-54,-4-4-14,-3-1 1,0-1 109,4-7 258,10-7-392,-17 16 1371,-6 8-1461,-14 19 22,-1 14-27,-1 5-12,0 10 0,0 5-647,-2-3 0,-1 3 246,2 23 1,1 4-775,-1-19 1,0 1 0,0-1 744,1 0 0,1-1 0,-1-2 0,1 4 0,0-6 0,4 12 0</inkml:trace>
  <inkml:trace contextRef="#ctx0" brushRef="#br0" timeOffset="6551">16302 9871 19473,'-6'-62'2969,"0"11"-2398,4 44-280,-3 1-145,-5 2-62,-4 2-17,-2 1-33,4 1 38,-5 3 24,-2 3-24,-2 3-21,-2 2 117,-6 6-84,5-3 11,-10 7-5,6-2-29,1-1-22,4 0-11,3 0 12,5 0-18,2-1 6,3 1 11,1-2-16,1 1 10,-1 1 12,0 0-6,-1 2-11,1-1-5,1 2 5,2-4 16,0 13-16,4-17 6,-2 21-12,4-18-5,0 4 28,0-2-6,0-4-22,1 0 56,2 6-12,0-4-5,1 7 0,-2-4-28,1-1-11,-1 0-6,1-7 18,0 5-1,0-5-6,2 4-10,1-1 32,0 0 1,2 0 0,1 3-23,-1-3-22,-2-1 34,0-3-28,-3-4 16,3 5-11,-4-7-22,3 6 33,-3-5 6,2 2-16,0-1 16,2 0-6,2 1 34,0-1 6,3 1-12,1 0-16,1-1-34,1 2 28,1 0 5,0 1-33,-3-2 28,3 2-17,-3-4 79,10 2-45,-4-4-23,2 0 6,2 0 6,-3 0-23,0-1 17,5 2-28,-14-2 11,10 1-11,-11-2 34,6 1 5,-2-2-22,3 1 16,2-2-27,1-1 0,-1 0 16,-6-1-11,-3 1 12,-6 1 503,-2 1-459,-11 0-72,-8 0 16,-17 1 22,-8 2-38,-11 1 16,19 0 0,-3-1 0,23-2 34,-3-2-56,1-3 22,-1-3-11,0-3 11,-1-1 34,-1-2-45,-2-2 0,1-2 17,-2-4-6,1-3 12,2 1-23,2 0-6,4 0 17,1 1 6,3-1-6,3 5 6,-2-8-11,5 7 10,-2-10-16,3 2 6,1-5-6,0 11 6,1-4 10,1 15 12,-1-8-22,1 7 0,0-8 5,0 9 6,0-7-12,0 3-5,2-4-11,2-2 11,2 1-6,1 4 1,-2 5 16,-2 5-28,-1 2-11,-1 3 23,3-3-7,7-4 12,12-5-5,15-7 7,0 2 1,2-2-776,-9 4 0,-1 1 770,6-3 0,-2 1 20,7-5-17,-22 12-11,5-4 28,-14 7-17,-2 2-6,-4 3-16,-4 1 1557,2 0-1513,1 0-16,4-1 11,6-1-40,6-1 1,-4 0 39,1-1-23,-12 3-16,0 0-3512,-4 1 3534,2 1 0,-1-1 0</inkml:trace>
  <inkml:trace contextRef="#ctx0" brushRef="#br0" timeOffset="11209">14408 3530 22349,'11'-47'931,"4"20"288,8 66-1535,9 7 184,-2-11 231,0-8 14,4-15 358,-2-14-281,15-14-188,-18 1 0,1-4-341,13-14 0,1-3 430,-4 2 0,-1 0-21,1 0 1,-2 0 17,-5 3 1,-3 2 305,14-12-627,-18 18 0,0 1-2763,23-9-540,-21 15 3522,-3 14 0,-20 3 0,-2 3 0</inkml:trace>
  <inkml:trace contextRef="#ctx0" brushRef="#br0" timeOffset="12067">14537 10815 17613,'-9'-1'5618,"3"-1"-5214,6 2 234,-54-80-128,33 39-199,-11-15 0,4 1-37,18 18-201,6 7-56,3 20-51,1 11 90,5 11 11,4 12-33,7 11-51,-2-4-3392,14 7 3409,-12-22-155,28 4 188,-22-18 48,8-10 1,1-5-26,2-7-6,12-15 1,2-4-23,1-3-12,-2 0 1,2-1-17,-11 11 0,-1 1-253,-1 0 0,0 2 239,-5 4 0,0 2-1124,22-3 304,-33 24-3759,10 16 4593,-30 14 0,2-4 0,-5-6 0</inkml:trace>
  <inkml:trace contextRef="#ctx0" brushRef="#br0" timeOffset="27318">18330 3010 13928,'-45'3'1295,"1"-1"0,0 0 1,-11 1-1,4 1-1015,15-1 0,5 0 34,-8 3-236,15-2-39,12 0 152,17-1 83,19 1-56,28-1-156,-12-1 0,5-1-1150,0-1 0,5-1 0,-2 0 1102,4-1 0,1 0 1,-2 0 0,3-2 0,-5 1-266,-4-1 1,-3 0 289,6-2 1,-2 1 301,16-3 146,-30 2-307,-30 1-219,-30 0 50,-32 1 1001,15 2 1,-3 1-999,-11 1 0,-1 1 6,16 1 1,0 0-1,0 0 25,0 0 0,0 1 0,1 1 127,-16 1 1,4 0-120,8 0 0,4 1-47,-17 5 260,26-1 38,19 1 164,20 1-409,6-3 123,16-4 1,9-3 30,1-1 0,5-3-743,12-2 0,7-1 1,-2-1 732,2 0 0,1-1-164,-16 1 0,5-2 0,0 1 1,-4 0-131,-1 1 0,-3 0 1,1 0 100,9-2 0,2 1 0,-1-1-510,0 0 0,0 0 0,-5 0 613,0 1 0,-4 0 102,0 0 0,-7 0 369,-20 2-213,-6 0 1766,-22 1-2282,-16 0 1151,-18 0-826,-8 2-336,2 4 1116,16 3-843,16 4 0,13-3 0,5 0 0</inkml:trace>
  <inkml:trace contextRef="#ctx0" brushRef="#br0" timeOffset="28183">20548 2726 18476,'-8'-41'537,"-1"-1"1,-3 1 0,-4 11 440,-6 20-490,-20 1-1,-20 14-369,4 9-1194,24-6 0,1 3 1112,4 4 1,3 3-16,-15 14 2,-4 11 255,17-10-250,13 11 0,24-19 28,17 12-34,10-18-11,-5-7 1,4-2-10,-1-3 1,2 0 548,18 4 1,1 0-566,-12-2 0,-3 1 3,1 0 0,-7 1 28,-7 4 802,-29 2-747,-54 5-44,7-4-4,-1-7 1,-10 0-1,6-3-441,16-3 1,1-1 425,-12 2 0,-6 0 1,6-4-69,11-5 0,5-4-881,-24-10-504,19-6 1436,51-15 0,-8 24 1,14-7-1</inkml:trace>
  <inkml:trace contextRef="#ctx0" brushRef="#br0" timeOffset="28750">20686 3000 23689,'48'-40'125,"0"1"1,0 0-1,-4 0 1,-1 1-1,-7 0-83,-8-3 0,-5 1-6,-2-4 1,-2-1 50,-3 0 1,-4 2-13,-3 10 0,-3 1 192,-3-5 0,-5 3 59,-9-3-92,-9-8-91,-5 25 2,6 10 43,-2 6-29,2 18 80,-4 10-168,-5 24 7,8-4-469,4 1 1,1 1 542,1 6-61,2 9 0,5 1-48,7-28 0,5 0-92,7 19 0,4-2-192,14-1 192,1-22 1,2-6 43,10-8 125,6-6 1,5-5 84,-18-6 0,1-3-324,16-3 1,-2-4 391,-15-4 0,-4-4 12,-4-2 1,-3-1 269,7-17-155,-6-15-218,-17 25 643,0-6-1070,-8 23-51,-1 9-251,0 5 808,-2 7-513,1 7 59,-1 4 14,4 25-7,3-7-168,4 19 64,2-19-1447,5 16-2197,-5-19 3872,4 8 0,-9-23 1,-1-9-1</inkml:trace>
  <inkml:trace contextRef="#ctx0" brushRef="#br0" timeOffset="28933">21792 2485 19075,'-5'-6'3736,"2"1"-3497,3 5-351,0 0-358,-47-6-793,47 22-3928,-25 2 5159,56 18 0,-8-13 0,-8-10 1</inkml:trace>
  <inkml:trace contextRef="#ctx0" brushRef="#br0" timeOffset="29133">22275 2588 16558,'0'-3'5582,"0"1"-4582,0 2 406,-85-15-1395,50 16 317,-27 0 0,-1 7-69,23 24-196,13-7 0,3 2 128,4 23-141,18 1-139,11-13-687,12-11 1,6-2-3910,27 8 3856,-17-10 1,-1-3 0,7 0 0,-18-10-1</inkml:trace>
  <inkml:trace contextRef="#ctx0" brushRef="#br0" timeOffset="29493">22836 2717 15943,'0'-5'6118,"0"2"-4865,0 3-2,-86-25-443,31 28-930,4-15 1,1 5 359,7 27 123,32-4-247,2 4 169,15 1-92,10-3-135,20-3 57,17-6-73,-20-6 1,1-3 20,23-3 159,-16-5 0,-1-4 701,6-12-500,-15 5 0,-3-1 444,-2-17-293,-13 2-248,-21 2-451,-14 7-31,-21 8-205,-13 8-849,-6 12 873,2 11 528,10 11 383,12 15-289,14 11 135,16 11-658,13-27 1,7-1-42,7 2 1,6-1-656,9 0 0,5 0 929,10 2 1,0-3 0,-20-14-1,-1-1 1,24 13 0</inkml:trace>
  <inkml:trace contextRef="#ctx0" brushRef="#br0" timeOffset="30351">18008 5229 10035,'-7'0'8856,"1"0"-8285,6 0 185,-62-2-420,41 2-275,-16-1 1,9 3 128,29 4 90,22 3-145,9-1-32,8-4 1,6-2-465,7-2 0,7-2 398,-3-1 1,9-3 0,1 0 0,-6 1-716,-7 1 0,-3 0 1,3-2 713,6-1 0,5-1 1,-1-1-1,-12 1 121,-6-2 1,-6 1-1122,2-2 1,-5-1 1181,0-5-11,-39-9-162,-31 5-31,3 5 0,-4 1 42,-7 1 0,-2 1 84,-5 0 0,1 2-34,10 1 1,1 1 259,-7-2 1,4 0 42,4 0 257,-3-3-616,29 10-814,20 2 775,4 3 976,15 2 1,6 3-1005,-1 1 0,2 2 9,20 4 0,0 2-287,-14-3 1,-1 2 294,7 6 0,-2 2-9,-15-4 1,-5 6-129,0 19 0,-7 4-244,-4 11-843,-26-8 0,-10-1 1224,-7-15 0,-2-5 0,-9 14 0,1-6 0</inkml:trace>
  <inkml:trace contextRef="#ctx0" brushRef="#br0" timeOffset="30941">20375 5102 10954,'2'-6'6889,"-1"2"-5393,-1 4-875,-32-64-38,15 44 411,-15-20 0,-4 4-422,4 28-292,-18-2-196,28 11 61,-7 14-83,9 4-40,-3 6 40,-3 30-57,17-26 12,-3 32 22,23-27 23,15 9-23,-4-21 0,5-3 0,7 1 1,4-3-463,8 0 1,3-2 433,5-2 1,1-1-7,-2-2 1,-3-1-3,-8-2 0,-5-1 75,5 4 23,-45-2-45,-45 1-42,7-3 0,-5-2-530,-11 2 0,-2-2 547,-2 0 0,0-1-28,4-2 0,3-1-20,11-2 0,3-2-162,-15-4-1008,26-3 149,16 3 1038,20-1 0,-5 6 0,8-1 0</inkml:trace>
  <inkml:trace contextRef="#ctx0" brushRef="#br0" timeOffset="31484">20673 5379 23632,'21'-41'141,"1"0"0,-1 0 0,-1 2 0,-1 0 1,-3 1-22,2-9 0,-4 2-83,-4 13 0,-2-1 24,-1-17 1,-3 0-413,-7-9 449,-1 25 0,0 1 81,-9-16 373,-2 18-524,3 14 193,4 10-221,-1 15 212,1 12-190,-2 19-11,3 17 111,4-22 0,2 1-122,1 3 0,2 1-337,2 1 0,3-1 337,1-1 0,3-1-6,1-2 1,2-2-62,2-5 0,2-1 84,21 13 0,10-16 17,8-15-23,-7-14 3,-10-9 0,-2-6 14,10-17 2,-15 9 1,-3-3 42,2-21 0,-14 4 39,-9 9 22,-6 11-27,-4 12 173,0 7-302,-1 7 704,0 4-693,-1 15 135,1 8-152,-1 18-51,9 5-182,1-15 1,2-1-132,7 13-367,-2-14 0,0-2-2893,5 7 3652,3 4 0,-10-18 0,-3-9 0</inkml:trace>
  <inkml:trace contextRef="#ctx0" brushRef="#br0" timeOffset="31658">21501 4807 19306,'-4'-6'2974,"1"1"-1912,3 5-1319,0 0-56,-7-22-1536,21 35-5902,1-10 7751,18 35 0,-11-14 0,-9-9 0</inkml:trace>
  <inkml:trace contextRef="#ctx0" brushRef="#br0" timeOffset="32242">22060 4896 16605,'0'-4'4716,"0"1"-3539,0 3-320,-77-23-1065,31 26 348,-8-10 0,0 5 236,1 31-340,30-1 1,4 1-26,-1 8 140,15 16-162,27-22-118,16 1-285,-9-14 0,2 0-50,25 5-744,-5-10 1,3-4 353,-13-6 0,0-2-45,18 0 1,2-4 592,-13-4 1,-3-3 344,-3-3 1,-3-3 172,-5-1 0,-4-3 724,13-20 318,-18 0 90,-16 3-201,-15 8 152,-10 7-606,-9 7 673,-2 7-1115,-1 4 7,4 9-187,4 3-17,8 8-10,6 6 44,15 2 11,10 2 29,18-4 10,14-6-33,7-7 22,3-13-28,-5-9 12,-8-10-3343,-10-19 3253,-18 12-236,-10-29 264,-18 25-22,-1-6 5,-14 14 0,-5 15 16,-14 2 3243,-4 15-3276,-10 16-5,20 1 0,-4 23-1,26-2-47,7-13 0,4 2 3,6 3 0,5 2-267,12 10 1,4-1 19,-5-13 0,2-2-870,14 13 0,2-3 1156,-9-15 0,-3-2 0,13 12 0,-7-10 0</inkml:trace>
  <inkml:trace contextRef="#ctx0" brushRef="#br0" timeOffset="32984">18407 7446 17697,'-43'9'687,"0"0"1,1 0 0,-22 4 0,26-1 275,47-7-504,5 0 79,35-1-409,0-4 0,8-3-1054,-3-1 1,5 0 0,-1-1 935,-6 1 0,-1 0 0,2-1 1,-3-1 1,3 0 0,-1-1 0,-4 1 11,-4 0 0,-3-1 1,1 1-671,6-2 1,0-1 0,-2 1 693,3-1 0,-5-1 114,-8 1 0,-6-3 197,-13-8-337,-23-2 1,-40-3 10,-9 8-96,9 7 0,-5 0 334,-2 1 1,0-1 13,3 1 1,1 0-17,-1-1 0,6 0 1358,5 1-1369,17 3 3054,17 5-3324,7-1 29,17 5-6,23 5-8,-8-1 0,4 1 16,10 3 1,0 1-633,-5-2 0,0 1 610,10 4 0,-1 2-8,-8 3 0,-2 1-211,-3 0 1,-3 2 201,-3 5 0,-8 2-204,-10 22-44,-17-8-486,-7-15 1,-7 1 753,-10 7 0,-2-2 0,-3 8 0,9-18 0,1 0 0</inkml:trace>
  <inkml:trace contextRef="#ctx0" brushRef="#br0" timeOffset="33525">20612 7397 21305,'-49'-32'672,"1"0"0,-10 1 0,4 8-274,6 20-295,13 2 1,1 3-6,-9 6-81,11 5-1,15 1 23,8 13-9,16-2 54,11 13-11,22-2-68,-13-17 1,3-2-199,3 0 0,1 0 195,0-1 1,0 0 3,23 11-12,-17-6 12,-20-4 33,-17-3 6,-21 2-17,-4-1 5,-10-1 1,-4 1-51,-20 5 23,15-6 0,0-1-486,9-4 0,2-3 480,-14 2 291,-8-6-739,21-8-3131,-5-5 3579,21-4 0,8 5 0,7 2 0</inkml:trace>
  <inkml:trace contextRef="#ctx0" brushRef="#br0" timeOffset="34108">20887 7598 25163,'23'-22'125,"0"-1"1,0-1-1,-1-1-86,-1-2 1,-2-1-7,1-6 1,0-1-9,-1-3 0,0-3 8,1-10 1,-3 0-503,-5 16 0,-1 0 513,-1-9 1,-3 2 426,-9 1-337,-9-1 77,-6 17-166,-3 13-34,1 11-5,-1 13 503,1 14-509,-2 16 17,4 15-236,10-23 1,2 0 221,1 6 0,2 0 5,5 2 1,3 0-7,2 1 1,3 0 3,5-1 0,3-3-12,-4-9 0,3-2-25,13 7 1,3-4 2,17 1 39,-14-12 0,1-5 34,22-9 22,-7-20 19,-7-14-8,-11-17-50,-8-7 56,-9-2 45,-9 6 0,-4 11 5,-6 13-66,-2 11 396,0 8-487,0 5 22,0 8 1,0 9-11,1 4-17,2 15-135,11 12-251,4 3-32,-2-19 1,1-1-1442,14 18-3345,-2-7 5232,-5-13 0,-9-13 0,-7-10 0</inkml:trace>
  <inkml:trace contextRef="#ctx0" brushRef="#br0" timeOffset="34292">21780 7140 23982,'-21'-20'-2633,"12"17"-3511,34 56 6144,2-4 0,-13-25 0,-8-16 0</inkml:trace>
  <inkml:trace contextRef="#ctx0" brushRef="#br0" timeOffset="34891">22401 7308 19389,'2'-6'4475,"-1"2"-9161,-1 4 4877,-28-61 1150,-3 46-1238,0-14 1,-2 6 798,-16 32-838,10 10 0,3 5-52,-6 17-12,16-9 0,5 2-23,11 27-16,28-1-14,-2-31 0,5-3-93,6-1 0,4-4-109,4-1 0,2-3-87,3-4 1,1-3-65,1-3 0,2-4-330,0-4 0,-1-4 408,0-2 0,0-4 230,-3-4 0,-2-4 1352,-3-2 1,-3-2-1171,-2-3 0,-3-1 120,-5 0 1,-2-1 824,7-23-352,-13 10 0,-18 11-218,-12 8 830,-12 9-975,-8 6 384,-3 10-603,1 8-16,4 10-18,8 8-33,11 5 28,17 9-16,7-14 27,22-7 0,5-4-56,2-7 22,12-2 1,1-5 84,5-20-56,-1 0 66,-18-20-66,-28 0-34,-5-13 17,-21-9-34,-9 17-5,-8 6 5,-12 22 6,4 11-17,-11 9-6,5 10 6,14 5-28,-1 29 11,20-6-273,5-9 0,5 1 228,6-4 1,6-1-107,3 2 0,4-2-357,5 0 1,5-2-1565,9 4 0,2-4 1465,-9-7 1,-1-3 0,20 13 0,-29-23 0</inkml:trace>
  <inkml:trace contextRef="#ctx0" brushRef="#br0" timeOffset="35660">18527 10071 17087,'-50'13'1103,"0"-1"1,2-1-1,14-3-364,29-6 264,14 0-291,25-2-578,-3 0 0,5-2-84,13 1 1,4-2-540,-10 1 0,1-1 1,2 0 495,2-1 1,2 0-1,0 0 4,0 0 0,0 0 1,-2 0-3,-4-1 0,-2 1 1,-1-1 60,9-2 0,-5 0 215,14-6 46,-29-1-2961,-18-10 2675,-9 7-859,-18-23 831,2 20 788,-25-18-676,-4 15-14,12 10 0,-2 1 36,-2 2 0,0 2-33,2 2 0,0 2 61,-18-1-72,19 3-68,17 2 2862,14-1-2839,15 2-23,22 3-22,6 1 0,6 1 150,1 1 1,1 1-168,3 0 0,1 1-6,-2 1 1,-2 3-137,-11 3 1,-2 3 124,-3-1 0,-3 2 12,14 21 5,-44 17-28,-13-26-76,-7 1 0,-5 0-541,0-9 1,-2-1-1504,-9 7 0,0 0 1757,3-4 0,2-3 0,-8 7 1,18-15-1</inkml:trace>
  <inkml:trace contextRef="#ctx0" brushRef="#br0" timeOffset="36208">20892 9870 19647,'0'-6'3478,"0"2"-3277,-31-23 1,-12-2-557,13 13 453,-20-15 0,-1 4 25,11 25-61,-12 9-34,16 2 162,7 18-184,19-6 10,9 7 95,13 2-106,24 15 17,-13-21 1,2 0-781,9 5 1,1-1 774,17 8-339,-22-16 1,0 0 321,7 8-201,-2 8 240,-21-16 152,-36 5-90,-22-14-1635,-12 0 1551,17-7 0,-3-3-31,-2-4 0,0-3 37,1 1 1,2-4-576,-1-2 0,6-5-1799,4-18-7480,26-2 8874,10 9 0,6 11 0,-6 12 0</inkml:trace>
  <inkml:trace contextRef="#ctx0" brushRef="#br0" timeOffset="36768">21270 10170 25365,'39'-48'168,"0"-1"0,-2 2 1,-5-1-139,-15 9 1,-3 0 0,1-4 0,-2-1 44,-1-1 1,-2-1-543,-2 3 1,-1 0 594,-3 6 1,-1 1 123,-5-20-164,-6 18-54,-4 17 195,-10 8-235,10 13 12,-13 9-1,7 15-2670,-5 18 2670,5-2-129,8 0 0,2 3 124,5-11 0,2 1-6,1 15 1,4 1-18,5-8 1,3-2-15,4 0 1,3-2 19,5-3 1,3-2 4,4-3 1,2-5-3,3-3 0,2-6 22,0-3 1,1-5 5,-2-6 0,-1-5-1032,-3-4 0,-2-3 1058,12-13 49,-1-17-110,-9-8 94,-3 1 67,-3 0 2027,-16 25-1993,-6 10 322,-3 9-535,-2 3 3290,-2 7-3245,-2 9-79,-2 23 17,1-7-145,3 24-292,12-12 338,0-1-1058,4-13 1,3-2-4031,7 4 5243,7 4 0,-15-22 0,-9-9 0</inkml:trace>
  <inkml:trace contextRef="#ctx0" brushRef="#br0" timeOffset="36935">22146 9625 23114,'48'15'-801,"-16"-3"0,-2 1 0,10 13 0,0-1 0</inkml:trace>
  <inkml:trace contextRef="#ctx0" brushRef="#br0" timeOffset="37541">22997 9801 20257,'0'-5'3887,"0"2"-3585,-32-13 1,-14 0 184,-8 9-1491,-6-7 0,-1 5 1065,23 16 1,3 6-31,2 2 0,2 3 312,4 3 0,4 3-349,-11 29 1,18 4-57,22 1-123,19-3-56,-2-30 0,4-2-188,5-3 1,5-4-40,5-2 1,3-5-363,3-2 1,1-5 526,2-3 1,1-5 192,-2-1 1,-1-3 120,-3-4 1,-1-2 111,-6 0 0,-2-2 402,-6 0 1,-2-1 140,12-19-66,-16 3 134,-14 4 357,-18 6-581,-7 6 720,-13 6-866,-4 4 479,-2 3-703,7 4 100,7 3-224,8 4-4,7 1 4,5 16 18,11-2-23,14 10-16,18-7 10,-2-8 20,-7-9 1,0-2 35,9-4 12,14-5 45,-26-9 5,-10-8 6,-9-5-6,-7-3-39,-10 0-11,-6 4-34,-11 5-11,-9 7 28,-8 6-6,-6 9-33,-2 9-11,2 11 16,8 13-16,10 9-51,12 10 0,16 2 6,20 3-288,-4-31 1,5-1 63,5 0 0,3-3-911,3-3 1,1-2 1173,-2-4 0,-3-2 0,1-1 0,-21-8 0</inkml:trace>
  <inkml:trace contextRef="#ctx0" brushRef="#br0" timeOffset="46109">14752 4092 9699,'-5'-5'3204,"-27"-12"0,-8 4-2415,8 12-880,-11-10 1,-2 6 611,14 18 0,0 9-99,-3 2 0,-3 5 0,1 0-1105,-9 5 1,-1 4 810,10-6 1,-2 4 0,0 2 0,3-1-502,-1 3 0,4 0 1,-2 3 422,3-3 0,0 2 1,-1 1-1,2 0-12,2 1 0,1 1 0,2-1 0,0-1-20,0 3 1,1-1 0,3 2 9,0 5 0,3 2 0,4-1-246,5-4 1,3-1 0,3-1 241,1-1 0,2-1 0,4-1 24,2 2 1,4-1 0,5-5 43,14 0 1,7-7-29,8-4 1,4-5-12,7-5 1,2-4-10,5-4 1,2-5-17,-21-5 0,1-2 0,-1-2 0,-1-1 0,0-2 0,0-1 5,18-7 1,-2-3 5,-4 0 1,-3-2 10,-7 1 1,-3 0 77,-8 3 0,-4 1 35,6-5 1289,-17 3-1306,-16 5 2019,-9-4-2092,-10-1 1188,-13-4-1177,-12-4 17,-7-4 370,10 5-328,11 6 0,1-1 92,-6-6-11,-11-8-134,20 13 123,-2-6-62,10 5-117,1 1 0,7 2-46,8 12 1,2 0-6,15 9 23,11 8-6,20 12 11,-21-8 0,1 2-521,4 3 0,-2 0 505,19 14 7,-20-16 1,1 1-266,0-1 1,0-1 264,-2 1 1,-1 1-15,3 1 1,-5 2 23,-2 15 27,-27 4-17,-12-5-3,-7-11 1,-6 0 2,-12 7 1,-4 0-586,0 3 0,-1 2-2169,10-8 1,-2 1 0,4 0 2731,-1 3 0,5-2 0,-8 10 0,21-19 0</inkml:trace>
  <inkml:trace contextRef="#ctx0" brushRef="#br0" timeOffset="67270">23535 2694 7593,'-6'-3'5202,"1"1"1153,5 2-5423,-13-12-224,9 9-201,-11-10 30,14 13 2275,1 0-1702,0 3-948,2 1-147,0 5 41,2 2-35,2 5 22,2 1-103,2 2-874,3-2 221,7-1 1136,3-1 218,-1-4 98,14 5 32,-10-4-33,11 7-119,-10-3-124,-3 4-296,-1 1-179,2 3-164,6 3 25,10 3 74,9 1 65,-22-15 0,1-1 66,2 0 0,1-1 36,0 1 1,0-2 71,0 2 0,0-1 7,-1-1 1,-2 1 204,25 14-326,-7 0-332,-5 4-182,-1 1-90,1 2-265,4 2 225,3 2 271,-24-18 0,1-1 13,0 1 1,0 0 159,1 1 0,-1-1 93,0 1 0,0 0 44,-1-1 1,0 0 3,0 1 0,-1-1 28,23 19-127,0 2 28,-24-21 1,1 0 4,1 1 0,-1 0-26,1 0 0,-1 0 9,1 1 0,-1-1 2,-1 1 1,1 0-13,-1-1 0,0 0-52,22 22 72,0 0 3,-2-1 8,-1 2-13,-3 0 32,-14-16 1,-2 0-232,10 10 229,-10-10 1,0 0-51,7 13 37,2 0 20,-9-11 1,2 0-13,11 13 12,-10-13 1,1 1-89,-4-5 1,0-1 99,1 0 0,0 0-2,0 0 0,0 1 12,0-1 1,-1-1-4,0 0 1,-1 0-3,1-1 0,-1 1 6,1-2 0,0 1 5,1 0 0,1 0 6,-1-1 0,1-1-3,0 0 0,-1-1 8,23 18 12,-3-3-132,-5-4 98,-6-3 209,-8-7-181,-11-6 56,-8-7 56,-4-6-335,-2-3 195,-11-3 0,8 2 0,-8-2 0</inkml:trace>
  <inkml:trace contextRef="#ctx0" brushRef="#br0" timeOffset="68430">23137 5042 22253,'-11'-2'3027,"1"0"-1943,10 2-57,0 0-422,-11-21-1191,8 14 103,-8-17-58,13 19-167,4 1 579,6 1 315,5 1 10,6 3-142,6 4 773,7 4-62,8 3 46,10 2-786,-23-6 0,0-1-395,22 6 282,-8-3 1,1 1-513,4-1 587,10 2 0,2 1-7,-24-5 0,-1 0 5,16 4 1,0 1-342,-12-2 1,-2 1 355,-2 0 0,0 1-5,-3-1 0,-1 1-105,1 0 0,-1 0 101,1 0 0,0-1 19,2 0 1,1 0-227,1-1 0,1 0 253,1-1 0,0-1 3,1 1 0,-1-2 16,0 0 1,-1 0-10,-1 0 1,-1-1-3,-2 1 0,-1 0 28,-1-1 0,-2 1-54,27 9 494,-5 1-565,-1 0-25,-1-1-226,1 1-11,0 0-29,-13-3 178,-8-4 0,0-1-95,16 4 142,-12-5 0,0 0-118,26 5 4,1-3 219,-2 0-14,-4 1-129,-15-3 115,10 6-9,-20-3-4,13 5 7,-8-4 15,1 0-21,1-4 200,-1 0-102,1-3-12,-1 0 523,1-2-545,4 3 324,-15-3-319,6 3 87,-16-1-103,4 2 34,0 1 0,3-1 28,5-1-23,3-2-45,1-1 29,-1-3 5,-4 1-28,-4-1-34,-7-1-151,-7 1-301,-6-1 1,-4 0 0</inkml:trace>
  <inkml:trace contextRef="#ctx0" brushRef="#br0" timeOffset="69522">23422 7351 6501,'-4'1'1999,"1"-1"6879,3 0-7730,-25 8-307,19-6-298,-18 5-218,26-7-191,3-1-83,8-4 44,9-4-3308,24-11 3291,-9 7-179,-6 1 0,3 0 325,21-5-124,-18 5 1,3 0-14,2-1 0,2 0-350,3-1 0,2 0 321,1 0 1,3 0-14,-9 2 0,2 0 0,-2 1-26,2-1 1,1 0 0,-5 1 1,3 0 0,-3 0-943,-1 0 1,-2-1 949,10-2 0,1-1-3,-3 0 1,0 0 792,-2-1 0,1 1-790,-2-1 0,1 1 0,0 0 0,0 0-122,2 0 1,-1 0 104,1 1 0,1 0 6,12-5 0,-1 2-9,-19 5 1,1 1 5,15-5 0,0 0-6,-21 6 0,-2 1 168,10-3 1,0 0-157,-4 1 0,-1 1-6,-3-1 0,0 1 5,-3 0 1,-1 0 2575,27-10-2555,-2 0 4,1-1-16,-1-1 6,3-1-1,-25 10 1,-1 0-6,12-5 23,11-4-1,-26 10-2283,6-4 2277,-14 7 665,0-1-636,-13 4 307,1 0-335,0 0 136,-1-1-153,2 2 33,3-2-27,-6 4 3436,2-1-3374,-8 3-18,1 0-627,-3 0-2974,-6 3 3523,1 1 0,-2-1 0,3 0 0</inkml:trace>
  <inkml:trace contextRef="#ctx0" brushRef="#br0" timeOffset="70845">23897 9813 8438,'-3'1'5126,"1"0"-1228,2-1-2946,-6 4 6,6-3-829,3-9 129,15-9-23,5-8-112,1 2-5,-5 5 268,12-11-162,0 2-28,7-6 0,4-3-107,-12 10 1,1 1-961,6-7 1,0 1 954,11-10-28,-23 20 0,0-2-256,1 0 1,2-2 235,7-5 1,0-2-4,0 0 1,0-1 2,0 1 1,-1-1 5,0 1 0,0 0-6,-1 0 1,0-1 2,6-5 1,0 0-24,-5 6 1,0 1-6,-3 1 1,0 1 2,1 2 0,0 0 0,-5 3 0,0 1-6,8-8 1,1 0 13,0-1 0,-1 1 20,0 1 0,-1-2 20,5-5 0,-2 0-255,-13 13 1,0-1 245,6-10 1,-3 0 24,4-10-56,-13 17 1,1-2-1,-2 3 1,0 0 1395,18-24-1395,-1 5-4,-12 20 1,1 1-3,7-8 16,13-11 1,-14 14 11,5-10-1,0-2-10,-3-3 518,-8 11-502,7-11-22,-13 17-11,9-12-3101,-1 6 3084,-7 11 356,12-8-344,-4 9 180,8-6-190,-7 9 1,1-1 14,10-9 22,10-8-11,-29 20 12,-5 1 44,-6 3 3386,-2 0-3414,0-4-3431,4-5 3375,-3 6-6,11-9 12,1 7 11,8-5-1,2 1 7,-3 4 16,-5 3 11,-5 1 6,-4 1 3409,-2 1-3403,-1-3-1,2-4-21,2 0-29,-1 0 34,5-2 99,-3 2 29,5-4 97,0 0-42,-7 6-69,-3 5 10,-6 5-123,-2 6-172,-1 1-731,-7 20 1,5-13-1,-5 13 1</inkml:trace>
  <inkml:trace contextRef="#ctx0" brushRef="#br0" timeOffset="73104">27328 5500 7856,'3'-4'5271,"-1"0"251,-2 4-4502,-23-15-661,1 11-175,-15-11 147,-11 15-40,-2 6-185,17-2 1,-1 2-35,-5 5 1,1 2-50,-17 9-23,10 0-12,27-1 29,13-5 45,4 6 67,11 3 72,29 11-128,12-5-222,-23-14 0,2-1 152,6 0 0,0-1 8,20 13-17,-25-12 1,0 2-17,-4 3 1,-4 1 37,1 13 18,-14-3 89,-26-6 130,-32-6-175,5-3 23,-8-8 0,0-3-51,1-2 3,5-2 1,0-3-38,1-7-526,1-6-4967,26-22 183,18 9 4527,19-15 1,-13 33 0,-2 2 0</inkml:trace>
  <inkml:trace contextRef="#ctx0" brushRef="#br0" timeOffset="73914">27735 5481 16404,'0'-3'4128,"0"0"-1636,0 3-2475,-11-17 5,8 28 23,-5 12-34,13 15 3,4 4 0,0 0-8,2-1-9,-1-3 0,-1 2-19,-4-7 0,-2-2-29,3 22-64,-5-18 1,-2 0-312,-5 6-818,-6 14 729,2-21-644,-5 2 968,10-27 130,-2-6 27,4-18 113,-4-13-12,-1 0 162,-9-14 438,-7-1-1,-1 2 28,-4-1-3502,9 15 3065,7 10 141,3-1-174,7 5-235,4 1-34,23-5 22,12 8 18,10-4-4,-4 7 1,3 1 8,-11 1 0,1 0 0,14-1 0,0-1 5,-11 2 1,-2 1 0,25-5 5,-15 2 3375,-16 2-3402,-8 2 32,-13 1-27,-3 1 6,-4 0 33,-7 4 16,-9 14-44,3-3 17,-10 17-28,11-8 0,2 9 16,4-8 23,16 12 6,-1-18 33,34 16-5,-5-20-29,-9-6 1,1-1 16,11-3 191,15-13-34,-25-6 73,7-11-50,-24-5-84,-13-5-23,-17-5-84,-2 8 79,-25-13-79,18 22 56,-21-15 34,12 13-79,2 4-39,5 4-95,11 9-56,8 6 0,-2 9-28,3 1-1360,-1 24 418,5-13-7560,15 31 8670,1-26 0,3 4 0,-8-19 0</inkml:trace>
  <inkml:trace contextRef="#ctx0" brushRef="#br0" timeOffset="74764">28615 5638 24312,'-18'-37'-23,"-1"0"1,-8-20 39,45 75-11,-2-1 33,28 24-45,-2-5-380,-14-11 0,2 0 369,0-1 0,0 0 66,2 5 1,-3-1-50,4 8 56,-7 1-28,-29-25 140,-16-3-23,-5-7 552,-14-7-540,2-10 5,4-11-50,6-6 6,9-4-34,9 0-62,11 1-39,9 4 6,22-1-6,-7 14-28,12 1-190,10 12-39,-3 2 24,-13 3 1,2 1-490,21 4-207,-1 2-41,-2 2 187,-5-3 397,-5-2 509,-9-2 73,-14-2 252,-8-1-201,-10 0 1103,-2 0-1058,-3 0 206,1 1-61,-3 0-436,3 0-1,1 3 28,1 5 28,2 5-22,2-1 353,45 17-230,-20-20-70,2 2 0,0-4 86,-2-14-16,-3-4 6,-5-6-6,-6-3-39,-6-3-17,-5-1-11,-5 2-11,-3 2-12,-6 5-27,-6 2-12,-10 5 6,-10 4-6,-11 8-11,-7 6-3,20 2 0,1 1 14,-13 8 3,17-4 0,2 3-19,2 8 10,1 1-5,14 13 23,20-12 38,15 11 1,17-11-28,13-5-6,2-5-6,0-5-39,-8-4-426,-7-6-2256,-4-2 2699,-9-2 0,-11-1 0,-9 0 0</inkml:trace>
  <inkml:trace contextRef="#ctx0" brushRef="#br0" timeOffset="82137">16248 11389 15221,'-46'11'-13,"0"0"0,3 0 0,14-4-138,25-6 1087,19 0-539,0-4 107,42-8-372,-17 0 0,5-2-1207,11-3 0,7-2 1,-2 0 1075,-15 5 1,-2 0 0,5-1-3,0-1 0,7-1 0,2-1 0,-2 1 0,-9 2-364,11-3 0,-3 2 369,-8 2 0,4-2 1,-1 1-1,-8 3 130,-5 0 1,-5 2 50,20-6-264,-65 16 45,-32 12 1,-15 7 31,15-6 0,-1 2 1,-2 0-334,-5 2 0,0 1 0,-2 1 332,8-3 0,-2 2 1,0 1-1,1-2 216,-10 5 0,2-1 1,-4 1-171,7-2 1,-3 1-1,-1 0 1,0 1 96,6-2 0,-3-1 0,1 1 0,2 0 0,3-2-58,-10 3 0,5-1 0,-2 1-5,7-3 0,-2 1 0,2 0 1,7-4 182,3 0 1,5-2-320,0 0 0,5-1 70,8-1 146,66-26-157,-7 1 0,4-2 314,7-3 1,5-3-330,-4 1 0,4-2 0,-1 1 23,-2 1 1,0 0-1,3 0-6,-5 1 1,2-1 0,3 0 0,-1 1-7,-5 1 1,1 1 0,1-1 0,-3 2 0,-2 0-5,9-3 1,-4 2-1,0-1 34,10-3 0,0 0 1,-13 3 175,-10 2-465,-12-1 111,-70 28 137,7-1 0,-7 3 0,-1 1-383,-3 1 1,-2 1 0,-3 2 422,2-1 0,-4 2 0,0 0 0,4-1 11,-1 0 0,3-1 0,-2 1 55,6-1 0,-3 1 0,2 0 0,1-1 477,-1 0 1,2 0 0,-1 0-345,-9 4 0,-1 0 0,4-2-202,2-1 0,6-1-11,5-3 1,16-5 83,25-8 101,39-13-149,-5-1 1,7-4-608,-3 1 1,5-1 0,3-2 0,-1 0 575,0 0 1,1-1 0,0 1 0,3-2-2,-1 1 1,3-2 0,0 1 0,-1-1 0,-3 2 206,-3 2 1,-3 1 0,0 0-1,2-2-204,2 0 0,4-3 0,0 1 0,-3 0 0,-5 3-1,13-6 0,-2-1 51,-8 4 1,6-3-1,-2 0 1,-10 4 113,-11 4 0,-3 2-188,7-4 1,-7 2 266,-18 7-3812,-26 15 3038,-6 4 1,9-4 0,7-2 0</inkml:trace>
  <inkml:trace contextRef="#ctx0" brushRef="#br0" timeOffset="91638">29921 5827 7671,'-5'-2'3591,"1"1"2396,4 1-5220,-49-11-184,34 7-348,-36-8 270,43 11-102,-3 0-252,2 1 191,-2 0-40,8 0-106,-1 0-101,4 0 79,8-1-29,11-1-89,6-1 23,24-2-18,5 1-276,-18 2 0,1-1 229,2 1 0,0 0 2,-1 0 1,0 1-17,-1-1 0,0 0 11,-2 0 1,0 0 33,27-3-130,-9 1 113,-14 1 67,-15 0 90,-14 2 5,-7 1-72,-3 0 420,-5 0-499,-13 0 90,-10 0-129,-5 0 12,-15-2 4,2 2 1,-17 0-120,30-1 1,-1 2 85,-8 0 0,0 1 17,-17-1 3,17 2 0,1 1 25,-13-1-23,-9 3 12,6-3-6,26 0 6,6-1-22,22-2-12,0 1-118,3-1 28,4 0 330,0 0-200,8 0 27,13 1-33,15-1-17,24-1 0,-17 0 0,3-1-695,-5 0 0,0 0 695,-3 0 0,0 0-3,2 0 0,-4 0 3,-5 0 0,17 0 6,-38 1 61,-3 1-62,-8 0 7,-6 0 10,-21 2 1391,-11 3-1430,-1-1 0,-3 1 20,6-1 0,1 1-1,0-2 1,0 1 20,-15 2 5,19-2-17,5-1 6,9 0 33,12-3 0,2 1-55,10-2 10,0-1-5,24-5 17,25-2-9,-27 4 1,1 1-6,0-1 0,0 1-3,23-1 0,-21 2 5,-5 0-10,-10 2 10,-14 1 6,-5 0-335,-1 0-2611,-4 3 2087,3 1 0,-3 1 0,3-2 0</inkml:trace>
  <inkml:trace contextRef="#ctx0" brushRef="#br0" timeOffset="93438">30810 5813 10013,'0'-4'6105,"0"0"-3815,0 4-2194,16-40-74,-9 29 124,20-18 28,-15 47-68,3 7 186,-7 28-3533,-5-9 3302,-4 8 85,-7 5-40,-1-25-33,0 7 78,2-15 264,4-14 553,0-1 52,-1-10-947,0-5 3442,-4-13-3431,-2-7 12,-5-29-52,4 13 20,4 1 1,1 0-9,3 4 11,2-1 1,1-1-35,6 4-357,4-12 312,0 25-27,12 2 11,1 12-5,14 0 16,-8 9-6,11 8-10,0 16 5,-1 6 11,-5 3-5,-8 17 10,-15-23-16,8 33 23,-13-30 301,1 10-307,-4-18 56,-2-8 5,-1-9 583,0-4-476,0-3-45,0-8-90,0-9-22,0-13 0,1 2 0,4-10-22,4 9-28,13-8 27,2 12 23,8 6-22,-9 12-62,15 8 67,-18 4-45,26 17 40,-22 3-17,10 15 39,-11-1 0,-2 0 0,-5-9 0,12 7 0,-8-16 0,10 4 17,-4-14 33,0-5-22,-5-7 50,12-15-16,-12-3 0,7-18-18,-11 1 7,-7-3-23,-4 10 50,-6-5-39,-3 16-22,-4-4-28,-2 13-56,-3 4 39,2 5-6,-19 12 23,2 5-23,-14 13 12,9 2 0,11-6-34,5 12 16,11-13 29,4 6 0,8-11 28,6-8 33,5-5-27,-1-4 44,15-11 6,-8-5-12,8-15-27,-12-4 11,-5-6-23,-7 9 62,-2-11-11,-4 18 33,-1-5-33,-1 16-73,0 5-73,0 5-100,0 1 83,0 7 84,1 6 6,1 3-5,10 22-6,2-8-6,10 16 6,0-11 5,0-4 0,-2-8 18,-4-7 72,0-10-45,-3-12-28,0-3 17,0-15 0,-2 0-11,2-10 28,-3 1 11,-1 3 11,-3 7 17,-3 9-56,-2 5-79,-3 6-178,0 3 218,0 11 5,0 0 0,1 26-5,4-5-6,2 15-22,8-7-84,1-2-297,3-5-773,-1-6 84,-4-9-8520,1-5 9629,-8-9 0,1 0 0,-6-3 0</inkml:trace>
  <inkml:trace contextRef="#ctx0" brushRef="#br0" timeOffset="93645">32040 5568 12545,'-2'-5'5466,"1"2"-5293,1 3-425,-6-29-795,5 27-1305,5 22-3171,3 22 5523,-1-7 0,0-1 0,-2-12 0,-2-14 0</inkml:trace>
  <inkml:trace contextRef="#ctx0" brushRef="#br0" timeOffset="94037">32210 5811 19736,'5'6'342,"0"8"-230,1 26-22,3-4-23,6 7-45,-4-16 17,1 1 45,-5-8 84,0-4 45,-3-5 761,-3-8-267,-1-3 766,2-7-1277,2-8-73,4-16-17,6-14-16,7-11-216,-7 26 0,2 1 182,1 2 0,1 1 45,18-16-17,-4 13-50,-3 12-23,-3 9 17,3 11-28,4 11-11,-5 3-3,-4 6 0,0 3-115,7 21-839,-10-10 0,-5 4 968,-11 4 0,-5-3 0,3 7 0,-14-1 0</inkml:trace>
  <inkml:trace contextRef="#ctx0" brushRef="#br0" timeOffset="95972">33038 6076 13155,'0'4'4945,"0"-1"679,0-3-5221,7-33-201,-9 21-135,5-24-100,-9 30-365,0 3-1540,-1 1-6486,-1 1 7576,-3 2 0,4-1 0,2 2 0</inkml:trace>
  <inkml:trace contextRef="#ctx0" brushRef="#br0" timeOffset="96362">33038 6083 14281,'47'-20'4935,"-9"4"-3877,-38 16-543,0 0-655,0 7 202,1-1 117,7 28-140,-1-10 45,8 32-22,-6-6-26,-8-8 0,-2 1-357,-6 20 248,-17-5 0,-6-3-1244,-8-5 978,-3-4 0,-3-1-479,13-21 0,0-4-3087,-8 4 0,0-3 3905,6-6 0,2-3 0,-7 0 0,17-9 0</inkml:trace>
  <inkml:trace contextRef="#ctx0" brushRef="#br0" timeOffset="96612">33216 5702 16779,'0'-8'2425,"1"1"-2189,-1 7-589,0 0-5573,14-8 5926,-6 11 0,6-9 0,-9 11 0</inkml:trace>
  <inkml:trace contextRef="#ctx0" brushRef="#br0" timeOffset="96988">33573 5913 7095,'1'5'1226,"-1"-1"-3808,0-4 2582,-4 0 0,0 1 0,-5 2 0,6-1 0,-1 0 0</inkml:trace>
  <inkml:trace contextRef="#ctx0" brushRef="#br0" timeOffset="97389">33574 5922 8528,'-3'3'4347,"0"0"-2219,3-5-996,-2 1-561,2-1 415,-2 1-275,2 0 410,-1 0-976,-2 0-111,-2 0 27,-9 1-5,2 1-22,-3 0-28,8 1-18,3 0 12,4-1 6,0 1 28,0 4 61,1 8-56,2-1 45,8 19-62,-4-14 40,15 26-45,-6-16 0,7 11-6,-5-9-45,-3-4 34,-7-6 17,-5 2-17,-11-9-90,-8 3-453,-14-7-1350,-7-4-4336,-5-9 5381,6-3 0,14 0 0,11 3 0</inkml:trace>
  <inkml:trace contextRef="#ctx0" brushRef="#br0" timeOffset="97621">33479 5970 19692,'13'13'1080,"-8"8"-822,-20 6-85,-14 19-184,5-13-403,-10 11-1479,14-18-4946,-2 5 6839,6-6 0,8-11 0,5-7 0</inkml:trace>
  <inkml:trace contextRef="#ctx0" brushRef="#br0" timeOffset="98416">33804 6509 20128,'-2'-1'180,"-6"7"-152,-13 14-23,-5 7-22,-3 4-167,-1 6-4923,-5 11 3685,10-14-4051,-12 9 5364,7-21 0,9-6 0,2-5 1</inkml:trace>
  <inkml:trace contextRef="#ctx0" brushRef="#br0" timeOffset="98609">33509 6561 20084,'56'-1'91,"1"0"0,-2 3 1,-6 7-87,-20 13 1,-5 3-67,11 14-738,-19-10 1,-4 1 798,-10 9 0,-2-1 0,0-18 0</inkml:trace>
  <inkml:trace contextRef="#ctx0" brushRef="#br0" timeOffset="102336">31144 6731 14325,'0'-3'4958,"0"0"-4465,0 3-510,4-12 106,-4 18 107,3 2 28,-6 31-28,-1 20-126,3-23 0,-2 1-370,1 3 0,-1 2 331,-1 2 0,-1 0-15,-2 0 1,-1 1-6,-3 0 1,-1-1 2,-1-2 0,-2-1-9,2-3 1,-1-2-187,0-4 0,1-2 209,-9 18 5,2-13 90,4-12 163,1-10 22,0-8 517,-6-10-775,-8-8-27,-10-14-18,-7-8-51,-3-5 74,4-1 51,6 3 10,9 5-4,7 5 10,6 5 6,5 6-51,5 6-162,4 5-342,2 4 516,2 20 401,2-3-457,5 41 5,1-14-6,-2-10 1,2 0 33,19 23-5,-7-19 44,20 3 30,-7-24-36,4-3 54,-6-9 0,3-5 37,20-10-71,-14 1 1,1-2-213,-7-3 1,-1-2 219,-3-1 1,-1-2-51,-3 0 1,-3 0 16,16-19 62,-12 6-56,-11 7-325,-9 12-1877,-11 4 2129,-15 11 0,9-1 0,-8 2 0</inkml:trace>
  <inkml:trace contextRef="#ctx0" brushRef="#br0" timeOffset="103185">29497 9413 20627,'5'-42'759,"-1"1"0,3-24-1001,-7 65 164,-1 4 100,-2 14 46,-5 13-12,-7 21-42,5-17 0,0 1-504,-3 5 1,-1 2 455,-1 2 0,-1 2-137,-1 3 1,0-1-295,-1 2 0,0 0-109,2 0 0,1-1 226,1-5 1,2-1 249,2-8 0,2-3 137,-6 16 40,6-24 95,-3-14-259,5-22 1,-2-14 0,5-37 62,2 13 11,0 6 0,2-1 100,1 10 0,0 0-28,2-11 1,0-2 33,2-1 1,2 0 22,0-2 0,1 1 8,2 0 0,0 0-12,1 1 1,1 2-31,0 2 0,2 1-279,0 4 0,2 2 295,1 3 1,1 3-18,2 3 0,3 3 48,7 1 1,2 3-82,14-4-5,-11 13 0,0 4-51,12 5-230,13 12 236,-3 12 778,-15 4-775,-12 8 0,-4 2-9,-5-1 25,-4 4 1,-8 0 98,-30 2-20,-9-10 0,-6-2-76,8-9 1,-3-2-364,-11 1 1,-6-1-1,5-4 369,-19 3 8,7-5 1,1-3-53,3-6-1440,1-16 137,25 2-8512,30-24 9124,3 21 0,10-6 1,-15 17-1</inkml:trace>
  <inkml:trace contextRef="#ctx0" brushRef="#br0" timeOffset="103864">29913 9065 21399,'46'-39'84,"3"15"-56,-1 43-14,-20-4 0,2 1-338,2 4 1,0 1 315,-2 3 0,-1 1-9,-3 3 0,-3 1 31,-5 0 0,-4 1 20,2 30 50,-20 3-28,-5-23 285,-16 2-167,2-23 240,-7-3 302,-1-8-497,12-9 229,4-17-353,11 3 357,6-18-412,10 7 4,9-5-4,20-4-46,-2 9-5,1 4-17,-4 8 11,-9 9-11,4 0 28,1 8 17,-6 5-17,-3 2-6,-1 7-11,-5-1-27,11 8 49,-11-8-22,13 5 23,-15-14 5,3 0 45,-2-5 90,5-9-107,-3 1 163,17-21-62,-15 1-73,3-8 129,-10-15-123,-9 23 173,-7-31-168,-2 33 141,-17-21-157,8 28 11,-12-10-12,4 17-72,5 1-73,-11 7 73,15 6-17,-16 9-68,-5 17 7,7-4-354,4 1 1,3 2-1126,6 7-1625,1 19 3193,26-12 0,-6-18 0,7-6 0</inkml:trace>
  <inkml:trace contextRef="#ctx0" brushRef="#br0" timeOffset="104503">30974 9170 21388,'11'-40'707,"-1"1"1,0 1 0,-3 12-652,-7 23-134,-2 3 89,-3 8 12,-5 11-23,-2 14 11,-1 11 17,5 5 17,4 1-34,8-2 11,6-6 6,9-7-11,5-9 73,3-7-1,-6-10 309,5-5-157,-10-12-51,7-8-33,-6-15-73,-4 3 73,5-30-107,-5 15-39,4-17 6,-1 20-6,-6 14-28,1 6-106,-1 10-73,1 3 45,1 4-773,9 15-90,-2 2-1417,20 20 1496,-15-12 61,7 5-812,10-7 1322,-3-8 403,15 2 107,-21-11 980,-2-9 174,-16-3 94,1-7-95,-10 0-212,-2 1-219,-3 3-241,0 3-307,0 5-264,0 2-163,0 2 6,-4 6 101,-2 6 0,-2 5 0,-2 14-16,2 0-74,0 12-302,2 1-818,4-3-39,2-12-5892,3-1 7141,2-14 0,-1-3 0,-1-6 0</inkml:trace>
  <inkml:trace contextRef="#ctx0" brushRef="#br0" timeOffset="104681">31826 8953 14577,'0'-4'4997,"0"0"-5849,0 4 376,-8-2-2167,6 17 2643,-2 10 0,5-2 0,4 0 0</inkml:trace>
  <inkml:trace contextRef="#ctx0" brushRef="#br0" timeOffset="105822">32109 9187 22021,'-31'-27'193,"-1"-1"1,-11-13-180,12 44 0,-1 9 9,-7 9 16,-6 9-22,10 5-12,11 1 6,11-1 6,10-2 22,18 1-16,-1-13 33,19 0 17,-2-16 33,10-4 6,3-11 11,-2-10-50,-10-2 151,5-29-95,-16 5-256,-6 8 0,-2-2 208,-3 2 0,-1-2 36,-1-1 1,-1 0 58,-1 0 1,-1 1 16,0 4 1,-2 1 158,-1-22-54,-4 15-63,-1 14-145,-1 13 10,1 7-172,1 7-7,-3 9 74,1 2 359,-8 23-376,4 10 19,2-12 0,2 3-3,0 3 1,2 3-79,4 10 0,2 0-194,-2-16 0,2 0 40,4 10 0,3-1-568,8 5-409,9 6-343,3-11-306,3-13 20,2-13 484,7-13 1309,-14-7 219,7-14 28,-22 4 1479,13-31-1031,-17 22 801,8-24-140,-14 24-268,-1-2-298,-4 6 158,-2 7-567,-3 4-313,2 4-40,0 1-117,4 1-3184,17 10 3363,-5-4 17,28 6 5,-8-9 12,9-5 17,-5-7 39,-6-8-12,-8-4 3426,-9-10-3464,-7 4-62,-8 2 16,-11 6-5,-6 6-28,-11 1 0,-3 6-22,-1 4 16,2 11 6,2 5-5,2 10-7,1 7-16,1 18 23,12-13-1,1 18-5,16-17 11,10 8 0,12-7-11,23-2 11,-12-16-11,18-1-6,-18-13 17,7-3-6,-3-8 45,0-11-5,-10-6-17,-6-3 0,-7-11-12,-4 3 12,3-10 0,1 3 11,5-3-39,-6 17 27,7-3 12,-9 17-16,0 3 4,-2 4-21,-2 5 22,0 2-1,5 6-27,5 5 22,10 7-39,11 9 23,-7-2 22,-4 0-12,-14 0-38,-10-1-1591,-21 19-8207,-11-3 7822,-5-3 0,9-18 1,15-14-1</inkml:trace>
  <inkml:trace contextRef="#ctx0" brushRef="#br0" timeOffset="109197">32263 8681 7190,'-2'-6'4744,"0"2"-2476,2 4-1557,-66-54-425,43 36 25,-22-16 0,-3 1-31,15 18-61,-22-9-29,-2 6-640,25 9 0,-1 0 508,-2 1 1,-1 1-9,-1 0 1,-1 0-1,0 1 1,0 0 2,0 1 0,0 0 3,1 0 0,-1 0 20,2 2 0,-1-1-1,1 1 1,0 0-20,0 1 0,-1 0-3,-1 0 0,-2 1 6,-2 0 0,-2 1-9,-3 0 1,-1 0 2,-4-1 0,-1 2 8,0-1 1,-2 2-10,12 0 0,-2 1 1,2 0-382,-1 0 0,1 1 373,-15 4 1,1 1-3,22-2 0,2 1-30,-9 2 0,0 0 32,1 2 1,1-1-14,9-2 0,-1 0 36,-19 4 1,-2 0-26,12-3 0,-2 0-250,3-1 0,-4 1 1,2 0 271,-15 3 1,0 0-32,0 1 1,0 1-279,2 0 0,2 1 267,3 0 0,1 1-8,5-1 0,1 2 237,4-2 1,1 1-233,3-1 1,0 1 2,1 0 1,2 0-1,-18 11 70,11-4 1,-1 3-15,12-7 1,0 1-79,-14 10 0,0 2 45,9-4 0,1 1 5,2-1 1,1 1 5,2 0 0,3 0 5,3 0 1,2-1 10,3 0 1,2 0 576,-8 28-465,6 0-4,3 2 10,2 0 40,2 3-23,1-2 34,0 2-28,2-1-78,1 1-18,4-3-33,8-5-45,1-13 51,8-12 0,4-1-959,7-2 1,2-1 898,-2 1 1,1-2-6,3 0 1,3-2-148,5 0 0,1-2 147,-6-2 1,1 0 7,14 7 1,1 0 11,-12-6 0,-1-2-3,0-2 0,0 0-9,0-3 1,1-1 8,2-2 0,2-2-12,2-1 1,1-2-6,4 0 1,1-2-24,1 0 1,2-1-9,1-1 1,-2 1 8,-11-1 0,1 0-545,4-1 0,3 0 1,-6 0 546,-11 0 1,0 1-12,8-2 1,6 1-1,-5 0 77,21 0-71,-16-1 0,1 0 0,-7-1 0,-1 0 906,-2 1 1,-1-2-907,4-1 0,-1-2 0,-4 2 0,2-1-9,25-4 1,0 0-173,-18 3 0,-1 1 183,7-2 1,3 0-18,-10 1 0,1-1 0,-5 1 9,-3 2 1,0-2 1,10-1 0,5-2 1,-5 1 14,-8 2 0,-2 0-17,9-1 1,1-1 1208,-2 0 1,0 1-1204,0-1 0,0 0-6,2 0 1,-1-1-9,2 0 0,0 0 5,1 0 1,0-1-12,9-2 1,-1 0 13,-17 5 0,-1-1 3,12-2 1,-1-1-7,-17 4 1,-1 0 2,7-2 1,1 0 13,-3 0 1,1-1-1299,5-2 0,-2 0 1295,14-4-21,-18 4 0,-1 0 16,9-4 764,11-6-773,-24 9 1,-1-1 310,10-5-291,-11 3 0,-2-1-11,-5 2 12,20-15-1,-14 10 3233,10-7-3244,10-7-5,-6 4 495,-2 1-518,-5 5 56,-13 5 17,4-6-6,-3-6-17,-5 1-10,-2 1 10,-1-1-39,-1 5 23,5-9-17,2 1-12,1 0 68,2-3-34,-8 12 0,2-5 45,-9 12 12,-3-12-68,-2 9-23,-3-16 46,-4 14-12,0-4-6,-4 1 12,1 4 11,-4-3-5,-10-8-18,5 11 6,-15-11 1,0 10 10,-13-7 28,-8 0-33,-3 0-22,1 3 16,4 1-6,5 5 18,-4-3-12,5 4 23,-12-4-687,-2 3 658,7 6 6,15 5 1,-5 0-26,-7 1 0,-5 2 10,9 1 0,-1 1 1,-1 0-3,0 1 0,-1 0 1,3 1-1,-12 1 1,5 1-9,15 2 0,3 1-9,-26 7-78,20 1 1,-4 2-940,-14 7 1,0 1-485,8-3 1,0 2 1321,-7 3 1,6-1-1,15-6 1,1-1-1</inkml:trace>
  <inkml:trace contextRef="#ctx0" brushRef="#br0" timeOffset="130631">26849 11415 20173,'-8'-9'666,"2"2"-638,6 7-5,-30-62-163,22 47 56,-8-21 0,2 10 173,14 48 74,-6 31-118,1-1-251,-1-16 0,0 0 242,-1-4 1,1-1 8,-4 31 8,5-26 0,3 0 199,11 20 146,18-18 62,24-19-273,-12-20 1,3-8-727,-4-2 0,1-3 0,5-5 595,-3 0 0,3-3 0,3-2 0,2-2 0,1-1-451,0 0 1,2-1 0,2-1-1,1-2 1,0 1 0,1 0 416,-6 3 0,1-1 1,0 1-1,1-1 1,0 0-1,0 0 0,0 1-231,2-2 0,1 0 1,0 0-1,0 0 0,0 1 1,-2 1-1,-2 0 223,0 2 0,-1 0 0,-2 0 0,0 2 0,-2 0 0,-2 1-318,9-4 1,-2 2-1,-2 0 1,0 1 307,-4 1 0,1 0 0,-3 1 0,-5 2-276,3-2 1,-5 3-2390,-3 1 1,-8 1 2892,-14 4 1,-15 10 0,-8 3 0</inkml:trace>
  <inkml:trace contextRef="#ctx0" brushRef="#br0" timeOffset="134088">27391 4833 5791,'-60'15'312,"0"0"1,0-1-1,11-2 1,2 0-1,3 1 136,-5 6 1,3 2 125,-2 5 0,0 3-210,-2 1 0,1 1-581,3-1 0,1 2 805,-4 9 0,6-2 327,2 4-339,3 5 1,4 1-300,11-7-11,8-3 0,2 4-40,9-6 1,4 0-140,2 2 0,1 1-51,0-2 1,3 0 33,4-2 0,2-1 47,4 2 1,1-1-56,0 2 0,1 0-6,5 6 0,0-2 11,8 11 78,-3-15 1,3-1-29,-7-11 1,1-2-12,14 13 1,3-1-9,-4-7 0,3-2-23,3 1 1,2 0-484,4 0 0,1 0 441,4 0 1,-1-1-29,-10-5 1,0 0 8,10 2 0,1-1 70,-11-5 0,2-3 93,-1-2 1,3 0-1,0-3-6,12 1 0,1-3-80,-15-5 1,2-1 0,-2-3-1144,13-5 1,-4-2 1070,-10 0 1,0-2-3,0-2 0,2-3 0,-4 1-216,-7 2 1,0-1 188,15-6 1,7-4 0,-5 1-2,-4-2 0,-3 1 16,11-5 1,-1 0-18,-5-2 1,-1 0 14,2-4 0,-2 1 8,-9 5 0,2-1 21,-2-2 0,4-2 0,-6 2 15,-7 5 1,-3 0-6,13-9 0,-3-1 108,-14 10 1,-3 2-28,14-25 717,-15 13-672,-3-22-118,-13 27-14,-2-5 1,-3-2-20,-8-10 1453,0 14 0,-2-1-1453,-4 6-1,-2 1 9,-3 0 1,-1 2 703,-14-14-718,5 11 0,0 1 0,-3-1 9,-3-5 0,-2 0-423,-7-6 400,11 11 1,-1 1-10,-10-8-13,3 12 0,0 2 14,-6-2-1,2 4 1,-5 0-20,5 7 1,0 2-7,-2-1 1,-1 2-15,-7 0 1,-1 1-26,9 4 1,1 2-40,-2 0 0,-1 1-75,-2 2 0,0 2-642,-4 2 0,-1 2 303,-3 2 0,0 3-1488,17-2 1,0 1 0,2 0 2016,-16 5 0,5 0 0,15-4 0,5-1 0,-5 2 0</inkml:trace>
  <inkml:trace contextRef="#ctx0" brushRef="#br0" timeOffset="135605">29510 4600 9509,'22'-42'985,"-1"1"1,0-1 0,8-14 0,0 5-544,-10 24 1,1 2-897,5-3 0,4 0 810,9-9 0,4 1-88,7-1 1,3 3-656,-11 11 0,1 0 1,0 3 506,9-5 1,4 2 75,2 3 0,6 0 0,-3 4-111,-15 5 1,-2 2 0,3 1-15,1-1 0,5 0 0,-1 0 1,-3 2-22,-4 2 0,-4 1 0,4 1 2,2 2 1,4 0-1,0 2 1,-3 0-16,-1 3 0,-3 1 1,1 0-13,8-1 1,2 0 0,-1 5-36,4 5 0,0 4 0,-5 2 3,2 3 1,-1 4 1,-5-2 1,4 3 0,-5 1 6,-11-3 0,-3 1 1,-2 0-58,13 15 0,-4 2 9,-6-1 0,-2 1 4,-6-4 0,-3 0 4,-4-2 0,-4-2-296,5 14 437,-10 8 659,-13-25-535,-10 12 1633,-14-17-1681,-14-7-44,-14-6 22,22-10 1,-1-2-130,-4 0 0,0-2-6,-3-3 1,0 0-18,-2-1 1,1-1-3,1-2 0,0-1 5,1 1 0,0 0 9,4 0 0,1-1 33,-27-6 443,12 0-381,12-2 36,11-1-2,10 1-56,9-2-62,4 3 495,6 1-545,3 4 40,5 4-46,2 5 33,5 9 23,6 9 17,10 7 17,10 6-32,-16-15 1,2-1-306,4 0 0,3 0 322,3-2 1,3-2-1556,15 0 0,0-2 1544,-17-3 1,1-2 47,18 0 0,0-3-203,-20-5 1,-1-1 210,8-2 1,1-2-9,-5-2 0,-1-2-6,-6-1 0,-2 0 34,22-16 0,-6-4 303,-20 12-331,0-4 3279,-15 10-3178,-4 3 603,-3 1-659,-6 7-90,-1 1-112,-2 1-73,0 1 18,-7 5 99,-2 6 23,-2 3 1,-4 8-7,0-1 12,-8 6 23,-5-1-12,-12-2 7,-15-3-10,22-11 0,-4-2 3,-19 0 1,-4-2-700,4-1 1,-1-1 694,11-1 1,-3-1 0,4 0-6,-1-1 1,1 0 11,-6-1 0,1-1-205,17 0 0,1 1 222,-3-1 0,1 0 120,-10-3 11,22 0-111,17 2-34,42-17-12,-8 10 3,7-3 1,6 0-991,0 5 0,0 3 898,-7-1 0,0 2-4832,20-1 1,-5 3 4125,-14 3 0,7 0 0,-36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7T15:19:36.7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3444 3058 15076,'0'-6'5321,"0"0"-4061,0 6-1120,0 0-84,9-37 95,-8 41 40,2-3-146,-10 35-12,1-3 1,-2 0 11,-6 14 28,-5 9 78,0-9 191,1-12 307,4-15-318,6-10 285,-2-15-364,3-12 0,0-15 0,3-15-67,6-13-123,3 7 16,4 7 1,3 0-296,4-3 264,8-3 1,5 0-349,-9 25 1,2 2 302,10-10 1,1 2-3,12 0-1556,-10 18 1,0 4 1549,2 4-13,4 6 1,-1 5 12,-7 6-3,-3 11 1,-2 5 157,-13 3-144,-6 11 1,-9 3-12,-27 14-67,2-14 1,-6 0 80,-6-7 1,-5-4 1055,-4-1 0,1-2-1056,10-7 1,-1-2 30,-7 1 0,3-4 136,2-3 10,-6 0-51,31-12-61,15-6 743,15-2-827,16-3 6,19 1-4,-18 5 1,0 1 8,25 1-42,-11 4 0,1 1 296,-14 0 0,0 0-402,16 2 0,1 1-124,-11 0 0,-1-1-151,0-1 0,0 0-171,-2-1 1,-1-1-1742,-1-1 1,-2-1 1091,28-7 358,-9-7 611,-9-10 335,-12-5 1,-13 3 336,-8-18 178,-9 13 584,-6-11-274,-2 15 3067,-7 9-3545,-2 7-29,-1 7-317,3 4 10,0 9-32,9 3 4,4 9-4,12-1 10,10-2-16,10-3-23,5-6 28,3-7 45,-2-10 22,-6-6 29,-6-10-51,-12-3-11,-11-4-40,-7 6 68,-19-9 19,0 13 101,-14-5 91,4 14 64,0 6-30,0 10 74,2 8 36,2 11 39,9 0-60,-2 27-215,17 5-133,0-1-171,10-21 0,4-3-410,16 9-426,14 9-270,-15-28 1,3-2-30,18 10-1165,-2-16 0,0-4-812,6-2 3148,4-5 1,-3-1-1,-20-2 1,14-3-1</inkml:trace>
  <inkml:trace contextRef="#ctx0" brushRef="#br0" timeOffset="783">5169 2951 22761,'-14'-41'336,"-1"1"0,0 2 0,-3 12-179,-17 32-73,-5 7 5,-1 14-21,2 10-40,3 8-17,10 6 0,10 2-22,14 1-28,14-3 5,15-5 17,4-14-17,2-14 1,3-4-45,25 1-661,-14-7 1,2-2 721,-7-4 1,0-4 10,1-2 0,-1-3 1,-2-1 1,0-3 37,-5-2 1,-1-1-4,-5-1 1,-2-1-123,15-18 187,-14-2 39,-9 2 51,-9 5 915,-5 10-927,-13 5 271,1 10-337,-24 9 141,6 9-215,-11 13-10,14 5-12,9 6-11,11 0-6,8-9-10,38 15 27,-2-23-108,-13-5 1,2-3 107,30-4 6,-11-8 0,8-7 22,-6-7 73,-5-18-62,-19 7 34,-3-18-61,-18 18 67,-1-33-23,-4 14 23,-6-16 10,-6 18 7,-10 10 10,-9 10 1,-7 10-62,-4 8-22,0 11-23,4 6-22,6 10 215,11-3-294,7 20-201,14-9-494,11 18-833,16-6-1748,11-1 3366,-14-20 0,0-3 0,3 4 0,-3-5 0</inkml:trace>
  <inkml:trace contextRef="#ctx0" brushRef="#br0" timeOffset="1027">6308 3065 23091,'12'-44'868,"1"0"1,-2 7-1,-3 8-554,-7 16-253,-1 11-72,0 4 11,-4 11 11,-5 23-11,1-6-37,1 3 1,2 4-518,3 21 38,3-24 1,4 1-1585,14 25-2572,15-21 4672,11-10 0,-19-14 0,-3-7 0</inkml:trace>
  <inkml:trace contextRef="#ctx0" brushRef="#br0" timeOffset="1192">6500 2854 21321,'-16'-47'171,"-1"1"1,3 2 0,3 16-1034,10 26 61,6 8 801,21 32 0,-16-24 0,12 18 0</inkml:trace>
  <inkml:trace contextRef="#ctx0" brushRef="#br0" timeOffset="1576">6701 3330 26732,'41'-40'91,"1"0"1,-11 10-1,-3-1-60,3-20 0,-6-3-1356,-9 11 1,-2-2 1327,0 2 1,-1-4 0,0 2 4,-2-2 1,-2 1 119,-3 3 1,-1-1-1,-3 3-117,-1 4 0,-3 1 3,-1-13 0,-3 3 539,-7 0-385,-16 5-101,15 27 17,-15-4-90,15 20 1421,-6 13-1421,3 18 393,2 23-401,13-6 0,2 2 3,2-13 0,2 0-267,3 11 0,6 1 84,12 5 1,4-2-651,-3-9 0,1 1 569,-2-3 1,2 2 0,-2-4-49,-1-3 1,-1-3-759,1 4 1,-1-2-6607,6 14 7687,2 0 0,-18-27 0,-9-17 0</inkml:trace>
  <inkml:trace contextRef="#ctx0" brushRef="#br0" timeOffset="2060">3343 3790 10831,'-61'15'1155,"1"0"1,15-2 0,20-2 1134,86-5-1991,-5-3 1,6-2-171,-5-1 0,6-2-336,-14 1 1,7-2 0,3 0-1,1 0 1,-3-1 259,-6 1 1,-1 0 0,0 0 0,2-1 0,3 0-133,0 1 1,4-1 0,2 0 0,1 0 0,0 0-1,-1 0 1,-4 1 91,6-1 1,-4 0-1,-1 1 1,2-1 0,6 1-69,-13 1 1,3-1 0,3 1-1,2-1 1,1 1 0,-1 0 0,-3 0-1,-2 0 1,-5 0 60,8 0 1,-7 1 0,-2-1 0,3 1 0,8-1-77,-9 1 1,5-1-1,4 1 1,3-1-1,2 0 1,0 0-1,-1 1 1,-2-1-1,-4 1 1,-5-1 84,5 1 0,-5-1 0,-3 1 0,0 0 0,1-1 0,4 1-8,4-1 1,4 0-1,1 0 1,1 0 0,-1 0-1,-2 0 1,-4 0-1,2-1 1,-2 1 0,-2-1 0,-2 1 0,-1-1-13,5 0 1,0 0 0,-3 0 0,-2-1-67,8 1 0,-3-1 0,-3 0-265,-11 1 0,-2 0 0,-2 0 336,8-2 0,-6 1 0,2 1 0,-20-1 0</inkml:trace>
  <inkml:trace contextRef="#ctx0" brushRef="#br0" timeOffset="6081">8031 2684 17053,'-23'-42'573,"0"-1"0,2 5 0,0 11-387,-8 33-24,4 12-83,1 6 72,5 15-78,11-15 176,6 8 0,3 1 104,6-4 464,10 20-514,-5-40-2984,14-11 2850,-13-5 100,17-16 123,-6-9-174,-5-3-78,-6-6-78,-15 17 38,-11 0-60,-14 7-68,5 4-112,-22 7-521,14 20-874,-4 8-2789,11 21 4324,13 12 0,6-23 0,4 0 0</inkml:trace>
  <inkml:trace contextRef="#ctx0" brushRef="#br0" timeOffset="6359">7905 3215 19966,'35'22'1652,"-8"-6"-755,10-28-337,-15-4-292,3-3 337,-11-10-336,-10 8-157,-3-4 28,-8 6-101,-13 7-173,-7 3-449,-14 13 583,11 11 0,2 2 0,-1 0 0,-8 13 0</inkml:trace>
  <inkml:trace contextRef="#ctx0" brushRef="#br0" timeOffset="10721">3847 4848 20128,'-40'-14'312,"-1"1"0,1-1 1,-7-4-1,4 6-77,-7 21-117,21 7-57,-2 8-16,8 6-22,11 4-1,12 2-11,15 1-5,12 1 16,11-2-11,8-2-11,-12-14 0,0-1 0,6 4 6,9 2 5,-36-13 34,-7 1 33,-13 6-10,-23 4-12,-7-6 0,-4 0-242,10-4 1,-2 0 196,-21 5 0,-1-3-50,18-7 0,2-2-261,-6 2 0,2-5-6483,-16-22 6783,31-5 0,15-4 0,13 12 0</inkml:trace>
  <inkml:trace contextRef="#ctx0" brushRef="#br0" timeOffset="10964">4079 4621 20095,'0'-4'3092,"0"1"-2023,0 3-906,-2 62-135,2-23-847,-1 16 0,0 7 821,1-18 1,0 1-69,-1 0 1,1 4 0,0-4-27,-1 3 0,2 0-377,1 0 0,2 3 1,1-6-732,0-9 0,2-2 452,1 8 1,2-1-5397,9 11 6144,-7-28 0,-2-4 0,-5-12 0</inkml:trace>
  <inkml:trace contextRef="#ctx0" brushRef="#br0" timeOffset="11664">3950 5406 18593,'-13'-44'1032,"1"0"1,1 2 0,9 4-781,32 3-236,-1 7-4,19-2-35,0 14 1,4 2-1275,-13 5 1,1 0 1276,15-4 0,1 1-2,-13 5 0,-3 0-208,-4 1 0,0-1 244,-3 0 0,0 0 743,27-8-544,-32 3-61,-14 3 554,-16-8 732,-11 8-1337,-5-2 1243,-15 7-1142,0 10-118,-1 0 17,-7 14-40,6 12-61,6 2 17,8 16-17,20-23 6,8 1-1,22-11 1,-8-9 61,32 0 6,-20-17 56,12-6 67,-16-9 151,-10-8-90,-11 2 130,-13-3-146,-2 15-78,-5 5-147,5 9 12,0 5-11,-1 15-6,1 7 6,-1 6-22,10 19 5,3-23-12,15 20-21,17-15 16,10-5-327,-17-14 0,1-3 338,14-4 17,-11-13 0,-2-3 1,0-6-1576,0-9 1,-3-5 1591,-8-1-308,-5-11 1,-3-2 296,-7 0-228,-3-12 1,-2-4 257,-2 23 1,-1 2 56,1-9 1,-2 0 107,-1 3 1,-1 5 118,-2 1 2470,-2-4-2644,2 28 752,5 13-870,-1 25 774,6-1-813,3 17 0,2 7-6,1-10 1,2 2-443,-1 1 1,1 2 0,0-1 422,2 3 0,-1 1-190,1 1 0,1 5 1,-1-6-13,-3-9 0,0 1-686,4 12 0,2 6 0,-2-7-913,3 8 1264,-1-5 0,-2-5 1,-7-24-1,0 6 1</inkml:trace>
  <inkml:trace contextRef="#ctx0" brushRef="#br0" timeOffset="12213">4892 5168 23327,'40'-19'-79,"1"1"1,-1-1-1,17-7 1,-2 7 19,-14 15 0,-2 5-809,-6-3 0,-1 0 845,12-3 578,-7-7-460,-23 1 331,0-7-213,-12 0 106,-6 1 157,-2 2 902,-3 3-941,0 5-185,0 3-168,1 4-50,-2 12-23,2 6-5,2 4-12,3 9 6,12-5 0,0-1-17,26 7 17,-12-19 23,33 3 21,-24-20 40,13-10-28,-21-4 163,-1-24-68,-14 8-17,-2-19 18,-15 8 10,-9 4-16,-11 5-40,-5 12-16,-7 11-29,-4 14-27,0 14-23,4 14 0,9 15-28,11 9-67,12 9-190,10-29 0,4 0-15,3 1 1,4-1-481,5-1 0,4-1-1,4-2 0,4-3-406,3-1 0,3-4-1191,2-4 1,1-3 2366,4-5 0,-2-2 0,5-1 0,-7-6 0</inkml:trace>
  <inkml:trace contextRef="#ctx0" brushRef="#br0" timeOffset="13864">5949 5144 20789,'-4'-46'1350,"0"0"0,2 7 0,-2 9-930,-6 18-285,5 10-102,1 5-16,2 8 17,1 12-34,0 2 0,2 30-23,5-1 6,-1 0 12,4-8-12,-1-13 17,-3-13 39,0 3 12,-4-17 156,1-9-157,-1-9-5,1-11 0,-1-3 78,5-29-73,-2 23 70,3-6 1,1-2 36,4-3-56,9-16-68,-7 29 7,14 1-46,-5 16-28,14-1 1,-3 14 5,1 9 5,-1 11 29,-3 10 0,-5 9-18,-6 4-16,-7-2 6,-7-4 22,-3-8 11,-3-14 12,0-6 139,0-10-100,0-7-18,2-7-16,1-9-11,8-14-22,-2 13 5,11-10 0,0 19-34,9-1 6,5 8 0,5 6-28,4 9-6,5 6-27,3 9-85,1 5-145,0 2-123,1 3-85,1-4-410,4-4 517,-3-9 4,-3-5 371,-7-9 107,-6-7 66,-9-9 35,-8-8 44,-10-8 23,-7-5 408,-12-2-218,-12 2-195,-4 15-147,-3 6 211,-2 16-228,4 10-49,-10 16-18,9 7 12,3 10-12,13-12-5,6 5 28,10-11-6,8 5 11,31-6-16,-14-11 5,18-6-5,-24-11 55,21-15 118,-7-12-5,4-9-68,-21 4 146,-16-1 6,-9 10-40,-4-3-61,-5 9-56,-3 9-95,4 6-1,1 8-5,3 8 0,-2 11-45,2 12-44,2 9-264,9 17 151,2-18-251,13 17-6,6-26 60,11 3 7,15-16 342,-15-12 44,11-19 29,-27-1 122,14-26 29,-16 6-6,-4 4 1,-2-1 122,2-13-123,-2 4 173,-5 14-61,-5 15-257,0 2-1,-3 15-22,1 9 0,-1 3 0,1 5-3414,0 14 3403,1-12-29,1 21 1,0-19 17,4 6 22,-3-15 50,1-6 1,-1-14 3385,8-16-3419,-1 2 50,20-33-33,-14 23 33,19-24 6,-11 19-23,23-8-33,-11 17-17,3 4-5,-18 17-23,1 8-17,0 8-28,6 9 0,0 6-123,6 11-17,-2-5 73,1-3-201,6-8-130,14-12 258,5-3-23,-22-9 1,-1-4 235,23-8 11,-16-4 62,-1-8 50,-17-1 24,-1-9 138,-9-15-38,-10 7-91,-5 0-3128,-16 9 2977,3 19 51,-20 0-16,-15 25-35,17 0 1,0 2-12,-25 15 248,10 6-264,16 5-1,15-7-10,0 14 16,20-21-73,28 2 3477,-6-18-3382,10-6 1,2-4-1,-1-8 40,3-7 0,-1-3 89,-3-14-19,-12 9 0,-3-2 333,-1-23-146,-12 9-150,-4 5 111,-5 13-157,1 12 1,-1 0-135,0 7-62,-1 1-39,-1 11-588,-2 24-604,1 12-250,3-12 0,2 0-3353,5 18 4924,9 5 0,-7-36 0,0-1 0</inkml:trace>
  <inkml:trace contextRef="#ctx0" brushRef="#br0" timeOffset="16279">8978 5456 16672,'28'-38'1257,"0"-1"1,0 1-1,10-17 1,-9 4-417,-13-10 21,-8 5-128,-8 10-275,-14 13-308,-3 14 213,-41 11-241,23 11-1684,-19 12 0,0 4 1589,12 3-14,-1 4 0,4 3-9,19-4-10,-3 29 5,17-27-12,21 29 12,16-32 12,9 4 38,16-17 124,-1-17 27,0-8-139,0-14 235,-22-7 45,-6-3-6,-10 3 3272,-6 8-3401,-7 11-162,-3 9-45,-4 11 298,-5 16-303,-7 21 5,4-10 0,0 3-514,-3 6 1,1 3 504,-2 5 1,1 2-599,0 5 1,0 3 559,5-16 1,0 0-1,1 2-76,0 4 0,0 1 0,0 1-94,0 3 0,0 1 1,0-1-475,0 0 0,0 0 0,-2-1 465,0-4 0,-1-1 0,-2-3 125,-6 12 0,-6-6 115,-7-14 0,-2-8-8,-14 1-20,12-29 0,2-10-445,-7-33 369,16 5 0,4-5-44,3-13 0,6-5-67,7 15 1,2-1-1,3 0 109,0-12 0,8 0-151,7 6 0,6-2 1,3 6-120,4 3 1,4 4 4,-2 3 0,3-1 1,1 4-417,9 1 0,2 5-149,2 1 1,0 4 481,-9 6 1,0 1-236,10-1 1,4 0 440,-7 3 0,1 1 1,0 1 350,13-7 1,0 1-47,-16 6 0,2-1 0,-5 1 234,2-1 1,-5 0 1479,11-9-569,5-2 223,-19 3 342,-15 2-1316,-13 6 1587,-12-4-1324,-6 6 395,-5-3-659,1 2 1266,4 2-1590,4 6-78,6 3-34,1 1 308,1 2-252,-1 5 51,2 4 128,7 18-134,3-3-17,10 9 0,0-12 11,3-4-11,0-6 39,1-5-22,-1-10-51,0-7 6,-1-9-5,-3-8-6,-7-8-6,-6-3-6,-6-4 29,-8 3 5,-6 7 0,-8 10 1,-4 11-46,-6 8-33,5 7 22,-16 18-50,14 5 5,-10 19-22,15 5-28,9 8-17,10-26 1,3 1-102,5 0 0,5 1-103,3 0 0,4-3-632,7 0 1,4-4 496,5-3 0,1-4-50,3-5 0,1-3-329,0-5 0,-1-3 422,20-5 159,-19-10 0,-2-5 338,8-17 12,-15 6 0,-2-3 78,-9 0 1,-3-1 80,-2-2 1,-2 0 64,-2 1 0,0 0 729,4-29-768,-6 25 218,-2 1-341,-3 25 1090,0 1-1264,0 7 701,2 8-707,2 11-16,2 14-17,2 11-6,-3 10 6,-3 4 0,-2-3-6,-4-6 22,1-14 40,-2-14 106,2-13-106,1-9 11,2-20-33,1 4 21,4-27 1,5 4-1716,1 11 1,1 0 1681,7-10 17,15-5-17,-10 28-17,6 0-10,0 9-1,6 16 11,-11 1-5,11 18 0,-16 1 3397,3 12-3397,-3 4-11,-4 0-6,-2-4 16,-1-9 12,-1-9 0,0-11 12,11-9-1,-5-7 6,16-11-6,-8-7 6,9-11-9,-13 11 0,-1 0-24,8-8-7,-6 9 1,0 2 5,0 6 0,4-2-5,-11 12 16,-6 3-16,1 4-23,5 6 56,-1 1-22,10 4-17,4-4 6,5-3-6,2-3 16,-4-2 24,-2-4-7,-12 1 23,-2-4 0,-11 1 6,-1 1-6,-2-1-6,-1-2-16,-1 2-6,1-2 22,-1 2 1,0 0-23,0 2 11,-1 1-112,0 2 123,3 3-5,-3-3-39,2 3 5,-1 0 17,0-2 34,1 5-34,0-1 22,2 4-16,-2-2-18,2 2 18,1 1-23,1 2 17,0 1-33,2 1 10,4 0-156,8 6-661,9-3 291,-4-3-213,1-6-7656,3-8 8418,-14-2 0,7 0 0,-19 0 0</inkml:trace>
  <inkml:trace contextRef="#ctx0" brushRef="#br0" timeOffset="17196">11611 5148 26267,'29'-11'196,"4"0"-162,3 2-23,1-4 6,8-4-6,-4-11 23,-12-1-34,-4-4 22,-12-5 23,-9 8-12,-2-1 91,-24-7-80,7 23 40,-27-9 84,-11 29-151,20-1 28,-15 12-23,32 5 6,-1 19-50,5 6-273,10 17 183,20-5-1645,-1-29 1,2-1 1622,19 14-167,1-16 1,2-4 112,-11-10 1,0-1 24,14 3 1,0-4 33,-12-10 0,-1-4 0,21-12 123,-15-6 96,-3-23 78,-18 7 113,2-19 127,-12 13 197,-4 6-112,-2 11-420,0 13 3320,0 6-3387,0 10 107,3 7-107,3 9-17,4 9 5,3 5 1,0 2-7,-1-1 1,0-4 11,-2-5 0,-3-9 6,-2-7 11,-2-5 50,5-8-50,4-6-6,9-9 11,5-4-11,-5 5-5,13-1-23,-11 12 17,10 1 6,-7 13-6,0 8 0,1 8 0,4 6 5,3 1-10,3-1-6,4-6 16,2-9-5,3-10 0,-1-16 11,-1-11 1,-4-18-370,-22 15 0,-2-3 366,-1-6 1,-1-2 2,0-8 0,-2 0-3,-2 7 1,0-1 8,-1-3 0,0-3 0,-1 3 27,0-1 1,-2 0 25,3-17 0,-1 1-25,-4 27 0,-2 2 212,-5-31-162,-1 38-106,-3-2-11,-4 30 27,1 8-2,-2 14 0,0 7-9,4 0 1,2 2-339,-4 20 1,2 5 239,8 0 1,5 2-15,0-19 1,1 2 0,1-2-48,3 2 1,2-1 0,1-1-268,7 17 1,3-2-415,2-7 0,1-3-1215,-1-9 0,1-4 1471,-4-8 1,-1-5-1,5 3 1,-13-16-1</inkml:trace>
  <inkml:trace contextRef="#ctx0" brushRef="#br0" timeOffset="17390">12855 4810 21153,'-5'-3'3999,"2"0"-3007,3 3-942,70-35-55,-9 27-339,-23-3 0,6-2 0,-3 4-9,6 9 0,-2 4-1165,-3 0 1,-2 0 1517,23 3 0,-28-2 0,-18-2 0</inkml:trace>
  <inkml:trace contextRef="#ctx0" brushRef="#br0" timeOffset="18139">15463 4610 19137,'0'-10'1815,"1"-27"0,2-4-1093,5 14-585,-4-13 0,3 5 3,5 28 56,-3 18 163,-3 30-264,-3-4-25,-3 0 0,-1 2-339,-2-6 0,0 0 291,-2 11 1,1 1-15,-1-10 1,1 2 13,4 21 0,2-2-10,5-6 7,4-2 1,6-4 53,22-14-20,-11-14 0,3-4 11,3-4 1,2-6 64,10-10 0,-2-4-76,-13 3 0,-1-2 65,9-11 0,-4-3 134,-1-12 11,1-9 11,-14 6 79,-11 5-258,-6 15 45,-3 6-106,-1 12-34,0 1 11,3 8-28,4 6 6,2 4 599,7 15-644,0 0-22,0 2-572,9 22-560,-6-17-1341,-2-7 0,0-2-2972,2 2 5523,5 0 0,-18-24 0,1-2 0</inkml:trace>
  <inkml:trace contextRef="#ctx0" brushRef="#br0" timeOffset="18295">16155 4678 20576,'-3'-4'1070,"0"1"-3563,3 3 1,0 0 0</inkml:trace>
  <inkml:trace contextRef="#ctx0" brushRef="#br0" timeOffset="18796">16459 4482 21041,'5'-53'1576,"1"0"0,-2 7 0,-1 7-1341,-1 10-5,-2 12-219,0 13 0,3 15 23,8 20-32,2 8 1,2 3 0,-3-10 0,0 2-433,8 21 1,0 3 426,-6-5 1,-2 0-973,-1-1 0,-2 1 966,0-4 1,-3 0 5,-7-5 0,-3-4-8,-3 1 28,-5 8 45,4-32 330,3-10-174,3-13 574,0-9-658,0-15 2045,0 1-2072,4-16 33,13-9-107,3 2-22,14-2-675,2 23 659,-6 14-18,14 8 23,-16 9-26,11 10 1,3 6-8,8 14-635,-8-3 1,-1 2 628,-1 11-181,1 9 130,-21-13 658,-8 3-585,-24-9-16,-33-8-79,-7-11 16,-2-7-733,-1-18-1064,31-6-6044,-3-16 7937,28 5 0,2 10 0,5 8 0</inkml:trace>
  <inkml:trace contextRef="#ctx0" brushRef="#br0" timeOffset="19162">17264 4564 17652,'2'-3'5731,"0"1"-4359,-2 2-1305,54-2-45,-20 20-11,6-8 1,1 4-753,-15 9 0,-4 3 696,15 14 33,-13-6 1,-2 1-141,-5 10 96,-5-13 0,-5-1 51,-16 7 72,-13-13 56,-11-11 129,-3-13 90,4-10 1104,8-8-1104,11-8-219,7 3 250,16-15-379,9 11-100,21-10-185,14 14 5,-21 13 0,3 2-229,4 2 0,0 2 137,-7 1 0,0 0-1426,19 2 1,-1 1-1328,-15 0 1,-1 2 3130,20 0 0,-3 0 0,-6 1 0,-7 0 0</inkml:trace>
  <inkml:trace contextRef="#ctx0" brushRef="#br0" timeOffset="19546">18352 4719 24435,'-58'-15'80,"0"0"1,6 1-1,9 10-63,13 28 11,12 3 0,8 4-11,6-7 0,11 10-23,5-13 45,11 6 62,5-13 50,2-7 40,2-8 50,-4-8 45,-4-7-6,-7-5-12,-5-4 18,-5 2 28,-3 3-18,-1 6-49,-3 7-225,1 4-100,-1 2 95,0 13-23,0 2 6,0 12-17,2-5-16,4 6-292,8 2-330,2 0-1048,7 2-5954,-1-9 7657,-2-7 0,-7-6 0,-5-6 0</inkml:trace>
  <inkml:trace contextRef="#ctx0" brushRef="#br0" timeOffset="21355">17204 4905 7677,'6'6'5428,"-1"-1"-3771,-5-5 2679,0 0-3171,-4-11-863,4 8 135,-4-7-140,3 10-180,1 0-50,-3 3-33,1-1 22,-1 3 0,3-4 414,0 1 578,1-1-437,2-2-3729,4-3 3197,-1-2 49,5-7 57,-1-10-62,-1-12-89,-4 3 0,-3-2 27,-2 8 51,-2 0 45,1-1 3509,-4 8-3559,2 9-146,0 5-6,-1 8 45,1 3-6,-7 13 17,-6 20-5,2-5-1716,4 2 0,2 1 1704,3-3-188,7 4 1,5 0-770,19 4-690,-1-12 1,7-3 1407,11-6 1,2-6 0,6 5 0,4-9 0</inkml:trace>
  <inkml:trace contextRef="#ctx0" brushRef="#br0" timeOffset="24304">18686 4864 10959,'1'4'4229,"0"-1"1193,-1-3-5092,-4 4 96,1 5-230,-1 1 145,2 7 187,8 4-159,5-1-22,11 2-27,7-9-18,3-7-61,2-10-45,0-8-101,-10-4 112,2-12 45,-9-10-101,-2-7-39,-6-12 6,-10 8 28,-6 5 5,-4 9-27,-3 12-85,3 11-17,3 7 1,4 8-7,2 7-4,5 8-1,7 5 0,14 1 6,16-2-1713,-4-12 0,2-2 1696,19 2 8,-14-6 1,0-4-110,10-8 140,7-6 6,-13-8 5,-12-4 29,-16-1 10,-9 2 12,-7 3 3334,-5 5-3312,-1 4 120,-1 6-142,0 2-96,3 4-5,0 3 0,2 5-11,7 8-28,6 7-79,12 7-5,-3-6-616,23 16-247,-10-12 232,-10-7 1,0-1-978,16 4 527,-3-8 829,-6-12 470,-7-13 247,-7-9 302,-8-5 285,-6-1 74,-3 4-179,-1 6-315,-1 5-330,0 5-151,0 3-28,7 14 17,7 0-17,13 10-28,10-4-5,12-5 16,5-6 28,2-10 11,-5-10 62,-8-10 124,-9-9 195,-9-4 157,-7-2 6,-5 2-90,-5 7-168,-2 11-235,-3 9 16,-2 20-27,-7 20-34,1-1 0,-1 3-748,-3 11 1,-2 3 685,-1 11 1,-1 2-684,4-14 0,0 2 0,1 0-86,-1 5 0,1 2 1,2 1 802,1-8 0,1 3 0,0-2 0,1-5 0,-2 12 0,2-4 0,1-3 0,1 0 0</inkml:trace>
  <inkml:trace contextRef="#ctx0" brushRef="#br0" timeOffset="25030">21817 4440 12674,'7'-55'1681,"0"0"1,0 0-1,-2 3 1,0 1-1,-2 8-1199,-3-9 195,-6 9 115,0 35-703,-2 8-3714,-8 33 3737,2-3 220,1 4 1,-2 4-277,4-5 0,0 0-37,-1 0 1,1 2 11,-3 21 0,2 1-9,6-19 1,1 0-7,1 15 1,3-1-3,6-17 0,4-4 114,21 20-22,17-19-10,12-15-52,-25-16 1,2-5-6,10-8 1,-2-4-238,-13 4 0,-2-3 270,11-9 1,-3-3 124,-1-12 2980,3-9-2835,-14 5-1,-13 10 588,-6 11-878,-6 12 142,-2 5-171,-4 13-22,0-1 675,-8 26-703,7-1-17,-2 6-207,7 9-409,11-7-737,2-9 1,2 0-709,9 9 2106,0-13 0,0-4 0,-9-11 0,6 4 0</inkml:trace>
  <inkml:trace contextRef="#ctx0" brushRef="#br0" timeOffset="25187">22407 4338 11620,'-21'14'0,"5"-3"0</inkml:trace>
  <inkml:trace contextRef="#ctx0" brushRef="#br0" timeOffset="25414">22858 4083 21013,'-17'-44'1064,"0"0"0,3 6 1,0 7-1043,4 18-16,3 20-1,5 6-16,1 31-28,4 13-40,-1-18 1,2 4-915,3 14 1,0 2-168,1-7 1,0 0-3115,2 8 0,0-3 3663,-2-17 1,-1-6 0,1 2 0,-5-26 0</inkml:trace>
  <inkml:trace contextRef="#ctx0" brushRef="#br0" timeOffset="26030">23253 4334 15115,'1'-7'5668,"-1"1"-4772,0 6-318,0 0-332,-80-30-111,33 36-612,-11-12 1,1 3 543,9 31 17,18-9 0,0 2 13,2 1 1,1 1-34,2 0 1,2 0-23,1 2 0,5 1 103,13 9-50,14-8 3,16-8 0,10-2-98,12-3 0,3-2-103,-4 1 0,2 0 32,-5-6 0,2-1 0,-3-1-777,1-2 0,-3-2 699,0 1 1,1-1-289,2-3 0,0-2-2014,-8-2 0,-1-3 1454,21-4-511,-23-3 0,-7-2 443,-11-8 1467,1-6 7,-21-3 2306,-6 8 539,-10-11 1805,1 10-3742,-2 0-236,8 12-414,4 6-292,5 4-269,3 4-89,1 3 0,1 2 22,4 7-16,1 0-12,10 10 67,19 0-61,-10-5 39,19-2 17,-26-12 44,9-7 80,-6-12-135,-4 1 66,-3-23-16,-11 13 0,-3-8 56,-3 12 0,-3 7-72,0 8-35,0 4-22,-11 11-44,2 10-1,-9 18-16,5 13 16,8-3-47,10-9 0,5 1-278,13 15-288,-2-15 0,4-1-3201,4-8 1,2-3 3819,23 16 0,-16-17 0,-14-13 0</inkml:trace>
  <inkml:trace contextRef="#ctx0" brushRef="#br0" timeOffset="27410">25812 4248 22358,'9'-40'912,"-1"0"1,6-22-857,-12 63 28,-1 14-22,0 16-23,0 15 12,-4 10-1,-5 3-11,-6-1 56,-12-5-44,8-20 111,-11-7 40,10-21-1,-5-7-54,4-14-30,8-15-22,8-17-64,8 16 0,4-1-3,3-7 0,4-1-482,4-5 1,4 0 458,4-4 1,1 1 13,2 2 1,1 3 8,-2 4 0,0 4-8,-3 7 0,-1 3-32,13-7 1,-10 17-6,-6 13-5,0 27 22,-8-3-11,-1 31-2435,-13-4 2460,-5-16 0,-3 2-14,-5 2 0,-3-1-4,-6 1 0,-5-1 12,-11 4 0,-4-3-5,6-7 0,-1-2-118,1-2 0,1-3 110,-16 10 7,24-10 4,6 5 5,14-1 0,22 0-74,21-1 57,-5-12 1,5-2-26,9-1 1,4 0-782,9-2 1,1 0 668,-17-4 1,1-1 0,-1 0-303,20 0 0,-1-1-401,-6-1 0,-2-1-1641,-3-4 0,-5-2 2087,9-2 400,-7-17 0,-37 16 0,-1-5 0</inkml:trace>
  <inkml:trace contextRef="#ctx0" brushRef="#br0" timeOffset="28513">26513 4290 22873,'-48'-16'375,"17"9"-218,55 22-112,3 1-9,4-4 1,4-2 24,19 1-2139,-9-5 0,1-2 2128,3-5 916,6-10-854,-35-5-22,-5-8-6,-11-6-11,-13-4-1,-8 0 3416,-8 2-3393,-5 6-6,-3 7-44,4 8 56,-22 11-73,11 9-28,-16 13-6,22 0-5,5 27-28,20-8-389,14 22 327,11-20-470,26-6 0,8-4-51,6-4-484,-14-11 0,9 1 0,-3-4-171,3-8 0,1-3 366,-8 0 0,3-1 0,-1-1 99,0-2 0,-1-1 0,1-2 668,3-3 0,0-2 1,-3-1 221,1 0 0,-3-3 300,6-7 0,-6-4 669,-8-14 789,-1-13-81,-17-2-462,-14 0-296,-18 4-207,-16 6-162,-17 11-421,18 20 0,-2 3 589,-3 1 0,-1 5-676,-8 8 1,1 4 748,-15 4-852,22 4 0,3 4 5,2 14-5,1 13-6,15 1-11,19 0-50,30 2 27,-1-20 187,-2-14 0,3-5-153,18-8 0,-21-8 1,1-4 18,4-9 1,-4-4-3,10-14 0,-17 3 0,-5-4 23,-1-21-262,-8 18 0,-1-2 250,-2-2 0,0-3 53,2-8 1,-1 0-49,-3 18 1,0 1 103,3-8 1,-1 4 226,-2 6-72,-1 3-213,-4 15-101,-2 10 269,0 14-247,-4 27-11,1-5 0,-1 3-12,0 5 1,-1 2 303,0 6 0,1 0-304,3 3 1,1-2-182,1-15 1,1 0 141,4 10 1,4-2-107,11 2-17,13 3 23,6-16-34,11-15 169,-15-13 44,9-17 5,-18-12 18,7-15 33,-1-7 2,-14 19 1,-1 1 109,6-12-94,-4 7 21,-13 22-134,-6 8-17,0 5 61,-1 7 296,-2 17-340,2 6 11,0 3 28,9 4-28,9-8-28,21 11 28,-8-16 0,18-3 34,-20-19 44,6-11 29,-5-20-29,-9-10-16,-5-17-23,-8 2-11,-5 9 17,-2-5 5,-2 12-39,0 5-84,-1 9 45,-1 17-190,1 9-287,2 9-587,2 12-1372,10 12-5501,12 8 7965,3-6 0,-6-14 0,-9-12 0</inkml:trace>
  <inkml:trace contextRef="#ctx0" brushRef="#br0" timeOffset="28834">28925 4286 20089,'0'-5'4167,"0"1"-3663,0 4-487,-28-3-6,8 22-11,-23 5-73,14 26-167,-1 1-404,-2-2 72,7-14-2637,-16-1-1048,14-23-504,-9-9-602,14-21 5559,9-5 3293,6-29 2369,20-8-4471,-3 26 0,3 0-1004,1 4 1,2 3 1039,29-15-427,-7 20-652,-1 3-4,9 11-363,-14 20-1094,13 20 1120,-12 11 0,-12-10 0,-9-11 0</inkml:trace>
  <inkml:trace contextRef="#ctx0" brushRef="#br0" timeOffset="29847">28753 4227 23991,'-11'-58'-249,"17"25"153,27 59 102,5 5-4,-12-13 0,2 1 20,25 13-666,-19-12 1,2 0 619,-3 0 1,0-1-307,-1 2 0,-3-1 4,5 4-736,-9 2-2149,-24-15-3969,-8-1 7189,-3-4 0,2-3 0,2-2 0</inkml:trace>
  <inkml:trace contextRef="#ctx0" brushRef="#br0" timeOffset="30038">29093 4204 13671,'0'-5'6996,"0"1"-3829,0 4-2928,15-52-264,-12 52 227,-1-16-270,-22 66 26,-8 5-777,7-22 0,-2 1-87,0-5 0,0 0 923,-10 13 1,2-2-1,-5 4 1,5-6-1</inkml:trace>
  <inkml:trace contextRef="#ctx0" brushRef="#br0" timeOffset="30962">29107 4231 18028,'-20'21'1137,"-14"16"-806,5-6-158,7-7 1,-2-1 106,-19 14-84,-5-5-95,1-5-79,5-4-72,13-7-981,6 2 11,17-8 1020,14 3 0,-4-10 0,10 2 0</inkml:trace>
  <inkml:trace contextRef="#ctx0" brushRef="#br0" timeOffset="31164">28754 4208 24346,'23'56'-382,"-4"-26"0,5-3 228,15-1 0,8-2-2228,-5-3 0,2 0 0,-2-1 2396,9 4 1,-3-2 0,-3-3 0,-6-2 0,-7-4 0</inkml:trace>
  <inkml:trace contextRef="#ctx0" brushRef="#br0" timeOffset="36493">1447 8093 18112,'-6'-1'532,"1"1"-518,40-14 0,20-4-14,-6 7-694,-2-1 1,10-3 0,-4 4 693,1 5 0,2 2-745,-11 1 1,4-1 0,1-1 0,-3 1 744,-2 1 0,-2-1 0,4 0-2,9 0 1,5-1 0,0 0 0,-6 1 116,7-1 1,-2 0-189,-7 2 0,3 0 0,-7 0-271,-3-1 0,-12 4 394,-15 12-33,-48 6-31,-9-1 0,-8 1-81,-12 3 1,0 0 113,7-3 1,-2 0 56,-1 2 1,-5 1-1,3 0 39,0 0 0,0 2-69,5-3 1,-2 2 0,5 0-30,1 2 0,6-1 1160,11-1 0,5-1-1188,-1 8 1178,35 3-965,31-21-140,-2-4 0,3-4-367,-3-4 0,4-4 353,9-4 1,8-3-1,-3-1-587,-11 1 1,-2-1-1,1 0 557,9-3 1,1 0 0,0-1 22,-3-1 0,-1-1 0,-2-2-144,-6 0 0,-2-2 1,0 0 295,14-11 0,-3-3-297,-7-4 0,-10-1 200,-15-10 134,-31 13 1,-10 1 15,0 12 1,-3 2 95,-13-10 0,-2 4 1093,13 12 0,-1 3-1052,-5 2 1,2 2 1015,3 2-1332,-3 0 797,22 7-903,13 15 572,2-2-533,17 23 0,-2-9-6,3-1 1,3 0-284,0-2 1,2 1 125,16 13 1,-1 4-653,-9-5 1,-5 4-133,-2 10 0,-8 2-299,-15-14 0,-9 1 1246,-8 10 0,-5-5 0,0-7 0,-5 1 0</inkml:trace>
  <inkml:trace contextRef="#ctx0" brushRef="#br0" timeOffset="41746">8924 2206 8276,'-52'-21'549,"-1"-1"1,1 1 0,0 0-1,0-1 1,4 2 0,2 1 0,0 0-1,-2 1-344,0 0 0,-3-1 0,0 2 0,1 0 0,7 2-1572,-15-4 1,0 1 1445,3 2 1,-6-3 0,-2 1 0,3 3-652,-1 1 0,2 3 0,-3-1 600,15 4 0,-2 0 0,-1 0 0,-3 0 0,0 1-9,-3 1 1,-3 1 0,-2 1-1,0-1 1,2 2 0,3-1-224,-8 0 1,4 0 0,-1 1 0,-7 1 229,15 1 1,-6 1-1,-4 0 1,-1 0 0,0 1-1,3 1 1,3-1-1,6 0-354,-8 2 0,8-1 1,0 1-1,-8 1 367,4 0 0,-6 0 1,-3 1-1,-2 1 0,0 0 1,2 0-1,5 1-110,-4 1 1,3 1-1,2 1 1,0 0 0,-4 1 107,9-2 1,-2 1-1,-1 0 1,0 0 0,-1 1-1,1 0 1,0 0-37,1 1 1,1-1 0,1 0-1,-1 1 1,0 1 0,-2 1-1,-2 1 9,3 0 1,-2 2 0,-3 1-1,0 1 1,0 0 0,0 0-1,2 0 1,3-1 0,3-1-38,-4 0 1,4 0 0,3-1-1,-1 0 1,1 1 0,-4 2 25,-1 0 0,-2 2 0,-2 0 1,0 1-1,2 0 0,4 0 0,4-1 25,-7 5 0,6-1 0,2 0 1,-1 1-24,-1 1 0,1 0 1,-1 1-1,-2 2 0,8-2 0,-3 1 0,-1 2 0,0 0 0,2-1 0,3-2 3,-3 2 0,3-1 0,1-1 1,-2 5-10,-1 3 1,-3 5-1,1 1 1,4-2-1,7-5 179,-3 5 1,5 2-168,-2 5 1,0 7 0,9-4 528,16-4 1,10 0-397,5 10 0,14 0 74,13-14 1,12-3 0,3-2 60,4-3 0,4-4 0,7-1-180,-12-10 0,6 1 0,3-1 0,1-1 1,-1-1-1,-4-2-59,6 2 0,-3-3 1,-1-1-1,4-1-12,-2 1 1,1-1 0,3 0 0,0-1 0,2-1 27,-5-2 0,3-1 0,0-1 1,1 0-1,0-1 0,-2 0-121,-3 0 1,-2-1-1,-1 0 1,2-1-1,2 1 1,3 0 87,-8-1 0,3 0 1,3 0-1,1 0 0,0 0 1,0 0-1,-1-1 0,-2 1 1,-4-2-151,9 1 1,-5 0 0,-1-1 0,0 0 0,0 0 0,3-1 158,1 0 0,3 0 0,0-1 0,1 0 0,0 0 0,-2-1 0,-1 1-64,1-1 0,-3 0 0,0 0 0,-1-1 1,2 1-1,3-1 54,-8 0 1,0 0 0,2 0 0,1 0 0,0 0 0,1-1 0,1 0 0,0 0-1,0-1 0,1 0 0,1 0 0,0-1 0,1 0 0,-1 0 0,0 0 0,-1-1 1,-1 1-5,-1-1 0,0 0 0,0 0 0,-2-1 0,0 1 0,0-1 0,0 0 0,-1 0-2,6-1 0,0 1 0,0-1 0,-1 0 0,0-1 0,-1 0 0,-1-1 49,4-2 1,0-1-1,-2 0 1,0-1 0,-2-1-1,-3 0 97,-1-1 0,-4 0 0,0-1 0,0-1 0,2-3 26,-4 2 1,3-3 0,0 0 0,1-2 0,0 0 0,-2-1 0,-3 1-66,8-6 1,-3 0 0,-1-1 0,-2-1-1,1-2-61,-8 4 1,1-2 0,0-1 0,-3 0 0,-1-1 0,-5 1-2,5-10 1,-5 0-1,-3 0 1,-3 1-32,2-2 0,-4 1 0,-6-4-4,-8 0 1,-4-4-1,-5 0 1,-7 4-51,-9 2 0,-6 3 0,-7-1-17,-2-2 0,-7-3 0,-3 1 1,-2 7 43,-7 1 1,-5 7 0,-11 2-111,18 14 0,-7 0 1,-5 1-1,-3 1 1,-1 0-1,1 2 0,2 1 1,5 1-23,-8-1 1,6 2 0,1 1 0,-3 1-1,-8-1-122,14 3 1,-4-1-1,-3 0 1,-3 0-1,-1 0 1,-2 0-1,-1 1 1,1 0-1,0 1 1,1 0-1,2 1 251,-2 1 1,0 1 0,-1 1 0,0 1 0,1 0 0,0 0 0,2 0 0,0 0 0,3 0 0,1-1 0,-7 0 0,3 0 0,2-1 0,1 0 0,0 1 0,1 0 0,-1 0 0,0 2 0,0 0 0,1 0 0,-1 0 0,1 0-1,-1 0 1,0 0 0</inkml:trace>
  <inkml:trace contextRef="#ctx0" brushRef="#br0" timeOffset="62079">9915 2684 18110,'9'-50'1359,"1"0"1,0-1 0,-3 8-686,-5 11-271,-2-1-342,-2 15-314,-1 9 14,-4 26 691,-4 29-486,0 2 6,1-7 0,0 4 207,1 0 0,0 0-1655,0 1 0,0 0 1668,2-1 0,-1-3-1069,3-6 0,0-5 1549,0 1-406,-7 18 367,5-31 674,-7 5-28,3-23 2499,-7-11-3321,-2-15-564,6-3 1,1-5-130,3-1 1,1-2 1309,0-1 0,3-2-1304,3-7 0,4-1 27,4 7 0,3-1 30,3-10 1,2 0-156,5 3 0,3 2 637,2 3 0,2 3-972,1 4 0,2 4 1735,0 4 0,2 3 165,8 5 1,1 4 396,13-2-1634,-14 11 0,0 6 0,8 11 0,6 9 0,-11 16 0,-20 24 0,-15-15-444,-14-8 1,-7 0-115,-5-9 1,-5-1 439,-19 13 1,-5-1 313,5-6 1,-2-3 342,-8 3 0,2-4-156,19-13 0,3-2-383,-2 0 0,3-3 0,6-3 0,-3 2 0,23-4 0,4-1 0,5 3 0,12 1 0,14 3 0,21 1-200,-19-6 1,2 0-229,16-1 1,2 0 12,-4 0 1,-1-2 493,0 0 1,-1 0 758,-1-2 1,-2 0-716,-8 0 1,0-1-124,8-1 0,2-1 0,0-1 0,-1-2 0,-12-1 0,-2-2 0,20-7 0,-29-15 0,-16 7 0,-7-12 0,-10 8 0,-3 8-1728,-7 1 127,3 8 255,-5 2 132,0 5 956,6 6 1573,5 5 623,7 2-533,4 7-862,7 0-1221,14 6 40,7-5 287,14-5 82,-1-9-343,-8-7 302,6-9 1685,-6-13 454,-7-4-1229,-6-1-600,-22-10 0,-6 19 0,-23-22-539,1 25-714,-17-5-184,14 15 609,-13 8 717,18 9 981,-5 1 1258,8 16-958,5 14-1170,5 5 0,7 13 0,14-20 0,7-2-1259,24 5-199,-10-21 1,2 0-69,8 2 0,2-1 23,6-3 0,2-5 303,-1-3 1,0-4 912,-7-1 1,0-2 66,13-2 1,0-2 914,-8-3 0,0-2 703,18-4 1,0-4 40,-16 2 1,-4-3-261,-2 3 1,-5-4 2503,4-26-3148,-25 9-535,-1-16 0,-14 16-238,-9-5-1197,-28 2-360,9 11 1027,0 10 0,-2 4-492,-12 8 1202,-12 11 1108,3 9 558,6 13 381,9 9-314,13-6-1675,6 22 0,13-28 0,8 21-10,33-30 0,9-8-576,4-1 237,3-5 0,-1-7 240,-10-26 634,-10-6-165,-9-2 168,-11 1-528,-5 11 0,-9 3 0,-3 14-1081,-6 1-105,-5 15 1546,-2 7-7,0 13-260,6 8-251,15 14-519,6-15 238,10 4-1421,22-3-448,1-7-252,-8-8 1,1-3-1014,15 3-408,-7-12 0,-1-4 4160,-2 0 0,13-3 0,-42-2 0</inkml:trace>
  <inkml:trace contextRef="#ctx0" brushRef="#br0" timeOffset="62582">12229 2722 32767,'-8'-41'-2077,"-1"-1"0,0 4 1,-4 11-694,-21 33 6538,-4 11-949,-4 15-1503,1 12-1072,22-18 1,2 1-260,2 2 1,3 1-754,-4 17 1273,12-13 0,4-2-110,5 0-1358,6-1 0,6-1-1538,19-5 1906,-7-8 1,4-2 434,1-7 0,1-4 387,4 0 1,1-3 244,2-4 0,0-3 296,0-2 0,-1-2 308,-10 1 1,0-3-653,13-11 0,-3-1-424,0-6 0,0-12 0,-2-6 0,-18 11 0,-3-1 0,0 1 0,0-3 0,-1 1 0,2-15 0,-2 1 0,-3 0 0,-2 3 0,-3 11 0,-2 1 0,-4-8 0,-4 3-1456,-8-4-419,-6-9 170,-3 34 830,1 14 1057,-1 19 1244,1 16-812,-1 22-454,10-15 1,2 2-19,1 6 0,3 2 28,3 6 0,3 2-82,3 3 0,3 0-403,2 1 0,4 2-350,-3-15 0,2 1 0,0-3-746,0 1 1,0-1 330,7 9 1,-1-3-877,4 2-621,1 4-1074,-8-16 1642,-10-16-7297,-13-16 9761,-7-10 0,0 0 0,2-2 0</inkml:trace>
  <inkml:trace contextRef="#ctx0" brushRef="#br0" timeOffset="62729">12582 2961 32767,'-36'-49'-1267,"-1"0"1,8 3-1,17 7-2572,56 11 5521,-12 14 0,5 1-475,7 2 1,2 1-730,3 2 0,1 2-318,-11 2 1,1 1-87,24 2 0,-6 0 0,-18 1 0,-5 0 0,0 1 0</inkml:trace>
  <inkml:trace contextRef="#ctx0" brushRef="#br0" timeOffset="66962">14623 2879 14202,'-1'-47'1067,"1"1"0,-1-1 0,1-17 1,-6 11-199,-21 15-142,-8 2-339,10 15 1,-3 3-48,-2 2 1,-2 3-548,-3 4 0,0 3 464,-2 4 1,0 4 129,1 4 1,0 4 417,2 4 0,2 3-15,3 4 1,3 3-33,3 2 0,4 2-290,3 0 0,4 2 136,-1 28-308,21-6-545,15-8-696,20-13-80,14-13 702,-8-11 639,-9-15 0,-1-7 1049,13-19-734,-17 4 0,-2-5-233,-10-1 1,-6-3 73,-4-3 1,-3-2-508,-3-4 0,-2 0 88,-2-2 0,-2 0-396,0 2 0,-2 0-1189,0-2 1,-1 3-100,-2-11 360,-5 2 215,1 38-55,0 3 414,3 10 888,0 27 330,4 12-462,0-2 1,0 2 48,4 25-120,3-4 0,2 4 4,1-16 1,2 2 92,-2-3 0,2 3 0,0-2-110,6 9 0,2-2-426,1-4 0,1-2-46,1-5 1,2-3 287,-1-7 1,0-4 88,20 9 530,-6-17 681,-6-18 1053,-2-25 92,-10-14-618,-3-7-1076,-11 15 1,-1-1-10,3-24-250,-2 0-216,-1 23 1,-1 1-511,-2 0-987,0-7-150,-3 26 473,1 7 186,0 13 1094,9 17-1096,-1-2 79,18 21 280,14 0 534,8 0 211,2-3 367,5-10 558,-13-15-460,-1-2 1288,7-15 635,-20-14-95,7-13-1722,-15-10-753,-7-6 0,-13-4 0,-9 0-395,-9 4-1296,-7 5-378,-4 10 203,-3 11 768,-1 10 1334,-1 12 1123,0 13 891,1 14-139,4 11-948,7 9-1163,11 5 0,7 4 0,12 0 0,8-2-2317,11-6-392,-2-16 1781,3-13 0,2-4 265,-1-5 640,4-1 1,0-5 786,6-15 1236,9-11 573,-6-16-352,-7-12-2189,-6-7-32,-9 0 0,-5 8 0,-8 14 0,-3 14-773,-3 13-1526,0 8 1096,-1 14 104,1 8 225,7 14-176,9 6-148,10 2 443,8-3 414,3-6 546,2-9-71,6-9 818,-9-11 434,1-12 1067,-13-14 126,-4-13-1101,-7 1-1073,-1-14-405,-6 6 0,1-8-176,3 2-867,-2 17-961,9 4 254,5 18 909,11 8-1362,8 9-1810,-9 7 1,-1 1 2197,8 6 2061,10 13-175,-16-12-212,-13-11-667,11 9 204,-19-16 2529,-3-2 481,-6-5 5063,-3-1-6688,-4-7-487,2 3-1058,-2-2 745,4 2-346,0 0-210,5-3 1373,5-5 99,15-10 783,-6 4-181,10-12 549,-15 3-1191,-1-11-695,-9-9-162,-13 11-1121,-2 4-917,-16 16 1178,-3 10 735,-19 6 528,7 11 1017,-1 13-36,21 0-447,4 15-937,12-1 0,7 16 0,13 2-261,1-24 0,5-1-707,0-6 1,4-1 15,14 3 1,3-3 749,-7-10 1,1-3 156,8-1 0,2-4 579,-1-10 0,-1-5 745,16-4-26,-21-6 0,-4-4-1253,2-22 0,-15 11 0,-3-2 0,-2-6 0,-3-4 0,-3 4 0,-2-3 0,0 1 0,2-17 0,-2 1 0,0 1 0,-1 1-401,-3 5 1,-2 4-746,-1 15 1,-1 2 216,-2-4 0,-2 1-394,-6-15 21,0 25 570,0 14 898,4 19 756,-4 22-579,-1 16-251,5 0 1,0 5-73,3-9 1,1 1 0,0 0 82,1 13 1,0-1 54,2 2 1,1-2-228,2-13 0,3-2-675,8 7 0,5-1-167,1-2 0,5-4 558,7-1 1,5-8 503,-3-15 1,0-5 1051,20 0 265,7-14 636,-19-13-910,-13-4 1,-1-6-153,-6 0 0,-2-3-689,1-8 1,-3 0-354,2-15 0,-6-1 0,-17 19-873,-13 7-1196,-16 10 1013,-10 22 1834,5 3 639,-3 17-471,13 3-288,1 27-459,11-16-199,13-4 0,5-1 0,14 3-942,15 12-1241,11-19 569,6-11 1148,3-9 915,-2-13 1088,-6-12 658,-12-4-1171,-4-17-1024,-17-24 0,-8 26 0,-2-1 0,-2-1 0,-4 0 0,-10-10 0,-6 3-1134,-8-1 114,9 13 0,-2 3-1210,-8 8 923,6 20 2061,5 4 1165,-1 23-1064,13-4-678,-1 30-1424,7-18 1,2 2-1347,0 1 1,3 1 2446,4 12 1,2-3 0,-1-3 0,5-8 0</inkml:trace>
  <inkml:trace contextRef="#ctx0" brushRef="#br0" timeOffset="67445">17665 2925 32418,'2'-7'-520,"8"-29"0,2-8-462,0 2 694,1-2 1,-1-1 376,0 6-149,-7 20-363,-1 3 108,-3 20-1962,0 19 1722,0 23 263,0-16 1,0 4-44,1 14 1,0 0 11,-1-14 1,0 0-9,0 28 0,0-2-247,-1-6 270,-1 4 0,0 1 4268,-5 4-3892,3-27 1,-1 0 71,-8 10 320,3-27 385,-6-7 499,-3-24-513,-7-19-471,-6-24-589,14 20 1,1-3 79,2-8 0,2 0-55,2 7 1,4-2 36,4-3 1,3-4 0,2 3-714,4-5 0,4 0 539,-2 4 1,2-3 0,1 4 137,7-6 1,3 3 14,3 1 0,2 5 513,-4 11 1,0 5 819,21-17 239,-11 27 258,22 13-7,-25 5-706,31 12-929,-34 9-1241,-1 11 674,-10-2 359,-18 21-1022,-18-16 693,-3-5 1,-4-3-393,-14 3 596,9-13 1,0-3 267,-3-5-112,-4-3-1901,14-9 2265,12-10 1,8 4 0,5-3 0</inkml:trace>
  <inkml:trace contextRef="#ctx0" brushRef="#br0" timeOffset="67839">18260 2621 27505,'9'8'-330,"-2"-2"940,-7-6 4141,0 0-4520,6 28-231,-1-20-4226,21 18 4147,0-33 989,16-9 881,-7-10-616,-4-11-1521,-8-6-878,-10-6 2110,-6 3-924,-12 5-985,-1 13 2331,-18 3-3173,1 16 1180,-13-1 626,1 18 1013,-1 10 81,1 14-204,5 13-176,9 10-1942,14-24 1,4 2 1037,5 0 0,4 1-492,4 0 1,3 0 28,6-2 0,4-2-265,3-1 0,3-3 150,4-2 0,-1-3 208,22 11-2211,-12-17 0,0-2 3157,4-2 1,6 0-1,-34-9 1</inkml:trace>
  <inkml:trace contextRef="#ctx0" brushRef="#br0" timeOffset="68422">19063 2685 24418,'6'0'8349,"-1"0"-8349,-5 0 0,20-52 0,-27 25 0,16-35 0,-53 35 0,3 17-88,10 4 0,-2 2-93,-24 14 538,1 9-3232,7 12 4420,10 8-215,15-5-1330,8 19 0,17-17 0,12 14-1490,16-15-49,17-7 608,7-8 897,3-10 781,-4-16 7,-23-8 0,-2-5 608,9-12-1174,-13 0 1,-2-4-189,-8 4 0,-2-1 0,5-12 0,-1-3 0,0-4 0,-1-1 0,1-1 0,0 0-734,-1 3 0,-1 1-225,-1 6 1,-2 2 370,-2 8 0,-1 2-224,0-11 282,-5 19 89,-3 22 961,-3 9-337,-7 27-159,-4 13 23,0 4-45,2-1 1,0 4-94,5-13 1,0 2-3,2-2 1,-1 3 0,2-1-250,1 11 0,4 0-1021,3-2 0,4-1-440,3-3 1,4-2-1186,4-4 0,3-3 3005,-1-7 0,0-4 0,7 7 0,-10-19 0</inkml:trace>
  <inkml:trace contextRef="#ctx0" brushRef="#br0" timeOffset="68571">19771 2975 32767,'-18'-36'-890,"0"0"0,-1-12 0,24 53 0,5 5 1</inkml:trace>
  <inkml:trace contextRef="#ctx0" brushRef="#br0" timeOffset="69579">11185 3099 27676,'9'-14'-829,"10"3"2444,24 11-1019,-5 0 748,11 0-2736,-19-1 1,3 0 1935,3-2 1,2 0-41,11-1 1,2-1-7,1 0 1,0 0 197,-9 0 1,3 1-477,7 1 0,5 2 0,-1-1-220,-12 1 0,0 1 0,0-1 0,8 1 0,2 0 0,2 1 0,-5 1 0,2 0 0,0 0 0,-2 1 0,0 0 0,-3 1 0,2-1 0,9 2 0,2-1 0,-1 0 0,-2 1 0,-1 0 0,-2 0-64,-10-1 0,0 0 1,3 0 36,4 0 0,4 0 0,1 0 0,-1-1 14,-7 0 1,-1 0 0,0 0-1,2-1 21,8 1 0,3 0 1,-1-1-1,-5 1 10,-1-2 1,-5 0 0,3 1 27,-4-1 0,1 1 0,1 0 0,0 0-27,3-1 0,1 1 0,1 0 0,-1 0-19,2 0 0,0 0 0,0 0 0,0 0 0,-3 0 0,-1-1 0,1 1 0,1 0 0,-2 0 0,3-1 0,1 1 0,-4-1 0,-7 0 0,15 1 0,-1-1 0,-12 0 0,5 1 0,0-1 0,-6 1-940,10-1 1,-4 1 1488,3 0 0,2 0-672,-1 1 1,4-1 0,-2 1-8,-7 0 0,-2-1 1,0 1 412,-2-1 1,0 1-1,-1-1-418,1 0 1,-1 0-1,-1 0-67,14 0 1,3 0 85,-17 0 0,5-1 0,1 1 1,-4-1-54,-2 1 1,-3-1 0,4 0 46,6 1 0,6 0 0,-1 0 0,-5 0 87,10 0 0,-3 0 10,-11 0 0,1 1 0,-2-1-4,15 0 0,-3 1-48,-2 0 0,-1 0-19,2 0 0,0 0 45,-15-1 0,1 0 0,-2 0-262,14 0 0,-4-1 255,-10 1 1,1-1-41,3 0 1,4 0 0,-5 0-22,-8 0 1,0 0 36,8 0 0,6 0 0,-2 0 444,5 2 0,-1 0-455,-1-1 0,1 1 2,0-1 0,-3 0-114,3 0 406,-20-1 0,-1-1-284,12 0-272,-6 0 0,1 1-3516,19 2 3831,2 0 1,-31 0-1,-14-1 1</inkml:trace>
  <inkml:trace contextRef="#ctx0" brushRef="#br0" timeOffset="81979">3916 4090 10473,'61'-5'151,"0"0"1,0 0-1,0 1 1,0-1 0,-1 0-1,1 0 1,-6 1 0,-4 0-1,-2 0 1,2 0-1,6-1-539,-6 2 1,5-2 0,5 1 0,1-1-1,0 0 1,0 1 0,-4 0 0,-4 0 0,-6 0 315,7 0 0,-7 1 0,-2 0 0,7 0 55,3-1 1,7 0 0,2 0 0,2-1-1,-1 1 1,-4 1-139,1-1 0,-2 1 0,-1 0 0,0 0 1,0-1 198,2 1 0,0 0 0,0-1 0,-1 1 1,0 0 79,-5 0 1,0 0 0,-1 0 0,1 1 0,0-1-97,8-1 1,3 1 0,0-1 0,-5 0 0,-6 1-46,-8 0 0,-5 1 1,4-1 11,2 0 1,6-1 0,2 1 0,-4-1 0,-7 0 77,8-1 0,-4 0 61,6-1 1,-2 0 46,-19 1 0,-3 1 597,12-4-40,-31 4-1222,-32-2 137,-6 3 106,-26 1 1,-6 1 912,24 0 0,-2 1-783,-10 0 1,-7 0 0,-1 1 302,2-1 1,-1 2 0,-1-1-253,-2 0 0,-2 0 0,-1 0 11,6 1 0,-1-1 0,-1 1 0,2-1-25,-13 1 1,2 1-1,2-1 71,9 0 1,2 0 0,-2 1 9,3-1 0,-2 1 0,-1 1 0,-1-1-355,-5 2 0,-1 0 0,-2 0 0,1 0 353,9-1 1,-1 0 0,0 1-1,-1-1 1,-1 1-8,3 0 0,-2 0 0,-1 1 0,0-1 0,0 1 0,2-1-6,-5 1 0,1 1 1,0-1-1,1 0 1,2 1-161,-3-1 0,3 0 1,-1 1-1,-3-1 154,4 0 1,-3 1 0,-2 0 0,-1-1-1,3 0 1,3 0-315,-7 1 0,5-2 0,-1 1 0,-3 0 335,7-1 0,-4 0 0,-1 0 0,0 0 1,2 0-1,5-1 79,-1 1 1,4-1 0,2-1 0,-4 1-74,-10-1 1,-3 0-1,1 0 1,6 0-4,7-1 0,5 0 0,-3-1-17,-13 2 1,-2-1 0,6 0-19,11-1 1,4 1-465,-22 2 1452,42 1-529,22 0-616,18-1 353,13-3 1,7-2 75,6-2 0,7-2-45,-7 1 0,6-1 0,3 0 1,1 0-25,-2 0 1,1 0 0,3 0 0,0-1 0,1 1-108,-7 0 1,2 0 0,0 0 0,0 0 0,-1 1 0,0-1-276,4 0 1,0 1 0,-2-1 0,1 1-1,1 0 210,3 0 0,1 0 0,0 0 0,0 0 0,-2 0 84,-6 1 0,-2 0 0,0-1 1,1 1-1,2-1-319,1 1 0,1-1 0,1 1 0,2-1 0,-1 1 0,-1-1 216,0 1 1,0-1-1,0 1 1,0-1 0,0 1-1,0 0-127,0 0 1,-1 0-1,0-1 1,1 1-1,-1 1 1,0-1-33,-1 1 1,0-1-1,0 1 1,0 0 0,0 1-1,0-1 146,3 1 1,0 0 0,1 1 0,-2-1 0,-2 1 0,-5-1 0,15 1 0,-6-1 0,-1 1 0,-7 1 0,0 0 0,1 0-1</inkml:trace>
  <inkml:trace contextRef="#ctx0" brushRef="#br0" timeOffset="83940">20504 2013 15199,'2'-6'1938,"-1"2"-835,-1 4-711,-28 40-268,9-6-1336,-7 12 0,-2 7 1273,9-7 1,1 0-51,-3 13 1,2 3-45,7-16 1,3 1 0,2 0-226,5-3 0,3-1 0,2-1 20,-1 10 0,5-4-23,6-8 1,6-5-1134,31 3 100,-18-20 0,4-3-2428,25 3 1,0-3 3721,-20-5 0,-2-3 0,5-1 0,-9-3 0,-20-2 0</inkml:trace>
  <inkml:trace contextRef="#ctx0" brushRef="#br0" timeOffset="84806">21397 2324 17787,'-46'-26'1373,"14"8"-1211,38 21 196,7 8-180,1 0-52,2 6-72,-5-3-11,-3-1 40,-6-7 276,-1-3 225,-1-3-144,7-8-305,2-7-24,7-16 17,4-8-51,-3 4 93,5-6-27,-9 19 340,17-15-148,-11 21-5,11-3 74,-14 16 366,6 13-132,1 25-514,-3 13-212,-3 7 48,-26-1 1,-9 1-410,0-18 0,-3-1 574,-2 3 1,-2 3 0,-2-3 63,-3-7 1,-2-3 0,2-3-59,-3 3 0,1-3 170,-8 5 0,2-6 999,2-5 658,2-4-515,18-9-609,9-5-241,18-11-455,2 0-67,30-16-25,13 0 76,-18 9 0,4 1-122,17-3 0,-1 1 0,-18 6 0,1 0 0,5-1 0,4 1 0,-7 0-44,19-3 14,-5 0 0,2-2-25,-22 6 0,0-2 13,22-10 0,0-1-31,-20 6 0,-2 0-20,6-4 1,-6 0-56,-10-1-320,-14 5-435,-17 5-286,-10 6 195,-15 6 59,-5 10-27,3 2 48,-13 24-5,18-4 961,-4 9-145,15 12 203,13-16-154,11 15-130,13-15 115,14-8 257,11-8 257,6-10 170,-10-8 181,13-17 278,-23-3-144,6-17-168,-21 7-184,-8-22-568,-9 13-333,-12-24-343,-6 21-105,-4 6-371,-8 10 83,15 16-287,-8-1-444,14 15-1107,2 8-3252,6 12 6126,6-1 1,-2-8 0,2-8-1</inkml:trace>
  <inkml:trace contextRef="#ctx0" brushRef="#br0" timeOffset="85645">22908 2389 26319,'-9'-38'-2501,"-1"13"1730,-1 41 1310,-2 3-163,-5 0 22,-1-3 124,-3-5 122,1-6-182,1-9 151,5-9-195,6-10-606,11-10-17,12-8-11,12-4-344,13 3 225,2 8-16,0 10 587,-6 12 606,-5 10 53,-7 6-263,8 23-464,-15 5-337,3 23-184,-19 4 236,-7-25 0,-4-1-408,-5 4 1,-5-1 289,-6 3 0,-6-1 146,2-6 1,-3-1 0,1-1 66,-2 1 1,-1-2 218,-14 7 0,4-4 877,6-11 99,5-3-34,20-18-380,14-6-1126,22-24 465,13-1-44,-5 7 0,3 0-45,3 4 1,2 3 103,2 1 0,1 3 12,0 2 1,2 2-126,7 3 0,-1 1-2,-15 1 0,0 2 503,3 0 0,0 1-443,1 1 1,-2 0-68,26 0-33,-18-1 1,0-1-309,20-7 17,-9-7 142,-7-9-33,-9-8-139,-11 7 56,-4-9-271,-16 17-58,-7-2 852,-17 14-793,-16 9 145,-12 9 182,-4 11 56,5 8-15,9 15 240,18-13 154,10 13-108,19-17-348,10 5-60,14-6 185,11-8 237,5-10 253,10-20 276,-23 0 114,5-23-151,-29 1-254,-3-14-215,-10-4-381,-5 11-258,-14-12-142,-1 24-159,-11-7-5,3 19 248,4 7 143,4 7-390,7 9-4,6 2-8121,16 20 8971,3-12 0,1 5 0,-5-15 0</inkml:trace>
  <inkml:trace contextRef="#ctx0" brushRef="#br0" timeOffset="85878">23952 2028 27960,'-2'-47'-241,"1"0"1,-2 3 0,5 16-247,6 29 2417,11 21-4123,6 8 1,3 3 2120,-7-6 0,3 0 13,4 5 1,4 4 0,0-2-172,6 7 0,0 0-61,-7-6 1,1 1 0,-1 1 62,-2-3 0,-2 1 1,-2 0-631,6 14 0,-5 1-2141,-8-3 1,-6-2 2507,-8-7 0,-2-4 1,0 1-1,-4-23 1</inkml:trace>
  <inkml:trace contextRef="#ctx0" brushRef="#br0" timeOffset="86245">21243 3127 14926,'-42'9'978,"-1"0"0,1 0 0,-2 0 1,0 1-1,4-2-935,7 0 0,3 0-7,-31 6 606,29-4-258,24-6 843,71-9-1051,-14 0 1,8-3-710,-12 4 0,6-1 0,4-1 0,1 1 0,-2 0 462,-2 0 1,0 1-1,0-1 1,2 1-1,2-1-277,1 1 1,3 0 0,1 0-1,1 0 1,-2 0 0,-4 1 349,8-1 1,-3 1 0,-1 1 0,2-1-142,-2 1 1,2 0 0,1 0 0,0 0 0,-3 1 240,2-1 0,-2 1 0,0 1 0,5-1-327,-8 1 1,4 0 0,2 0 0,0 0 0,-3 1 0,-3-1 284,4 1 1,-4-1-1,0 1 1,1 0-103,-2 1 0,1 0 1,1 0-1,-2 1 1,-4 0-845,6 2 0,-4 0 1,-3 1-574,11 0 0,-6 3-1733,-10 1 0,-19 2 1620,-42 0 1188,-43 2 0,29-9 0,-1-1 1</inkml:trace>
  <inkml:trace contextRef="#ctx0" brushRef="#br0" timeOffset="86513">22356 3264 628,'-50'1'1048,"0"0"0,0-1 1,-1 1-1,-10 0 0,1 0 1,-2 1-625,6-1 0,-3 2 0,1-1 1,5 0-344,-12 0 0,5 1 741,1 1 0,10 1-760,23-1 1766,7 0-148,23 1 2160,25-3-3370,15 0 1,9-1-256,7 0 1,3 0-97,-17-1 0,1 0 0,2 0-29,10-1 0,2 1 0,0 0-20,-6 0 1,0-1 0,4 1-542,-8 0 0,5-1 0,2 1 0,-1 0 1,-1-1 496,5 1 1,-1-1-1,0 1 1,1-1-14,-6 0 1,2 1-1,-1-1 1,-1 0-1,-5 0-260,8-1 0,-6 1 1,1-1 257,4 0 0,1 0 0,-3 0-254,2-1 1,-2 1 256,7-2 0,0 1 450,-8 0 0,-5 0-632,13-1-101,-18 2 1432,-35 2-1163,-28 5 0,13-3 0,-15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BD5EF-0592-10F1-F594-91B739C3C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C9C0B-FBAF-6355-8581-3EE6FCC9B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53427-B2A6-69BB-1A25-45549ED4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F97A-DFA0-1945-A773-14AFED38E29C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F570-2331-50F9-0E95-14E152AC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54F33-7D16-67A4-65FE-C9C14A99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E7B5-D02A-4C49-9E39-3B5CD3E77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40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1970-6202-05F2-EB1B-5E26DC56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CDB9-DC07-B4FE-729A-F0FC3A288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0E9D5-7FCC-B10E-6049-145683E4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F97A-DFA0-1945-A773-14AFED38E29C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AE3FC-2546-5C69-B509-0367A9825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7F650-D43F-DDFF-30E9-F01189A8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E7B5-D02A-4C49-9E39-3B5CD3E77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6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B112-08E1-5B9B-99A1-0BFA0F6D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E5057-64B1-F22A-8224-C86EC1B18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D2F2A-3880-DF68-CA61-11F69B242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F97A-DFA0-1945-A773-14AFED38E29C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DCD3F-1FCB-18D5-B2F0-B1663379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5546-A941-C128-C504-DB6B87BF0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E7B5-D02A-4C49-9E39-3B5CD3E77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8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886D-C0E5-FC2D-8283-E6AB3048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AE7AB-3FAB-60B5-36F8-7FDF8DD29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45610-4B62-CC74-2731-2CE45639B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910FF-1946-F656-217E-A633301B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F97A-DFA0-1945-A773-14AFED38E29C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86358-69A5-6D09-D3D6-9D01A9D85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73A1F-4B2C-0363-8049-6DD64CCAE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E7B5-D02A-4C49-9E39-3B5CD3E77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2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E104-8848-DABF-16F7-A900DDCB6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CD2B2-6A90-CBB7-A29D-BEA3A3035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86C63-05BF-AC6C-4FA7-C53F340C1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2996BD-A9B1-FE08-C4D6-044ED0705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3C1C6-39DC-3201-740D-7DB011FC6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1170E0-DC8C-DA55-BBC9-C55C75F0E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F97A-DFA0-1945-A773-14AFED38E29C}" type="datetimeFigureOut">
              <a:rPr lang="en-US" smtClean="0"/>
              <a:t>1/17/26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5359C9-1904-8760-5867-54F747AB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AD025D-F8A8-47F4-B366-4D01EE76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E7B5-D02A-4C49-9E39-3B5CD3E77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3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60C44-083D-2DB1-7E55-0503E704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E87BDE-E194-2B6A-6818-DAF0B280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F97A-DFA0-1945-A773-14AFED38E29C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F08D3-7221-CCA0-4EE3-DBAB940C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86024-D1F9-1D14-327B-5C6B1331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E7B5-D02A-4C49-9E39-3B5CD3E77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8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3B711-F7B8-8F76-52FE-786198EEE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F97A-DFA0-1945-A773-14AFED38E29C}" type="datetimeFigureOut">
              <a:rPr lang="en-US" smtClean="0"/>
              <a:t>1/17/26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1CE2B-8269-73BA-2BFB-EF0C33F1B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8DB21-351E-2480-D23F-2F565401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E7B5-D02A-4C49-9E39-3B5CD3E77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87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23C6-6B52-FC97-5C62-364F96FC5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36CD2-28C1-0360-355C-254DD9454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E56E1-54A1-1D10-D194-7613040DC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ABB28-77BC-0D05-441F-0CDE07E5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F97A-DFA0-1945-A773-14AFED38E29C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16647-1447-67D8-465D-5C4D4DEC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93096-A4CD-E8E1-6EC8-B43A62FC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E7B5-D02A-4C49-9E39-3B5CD3E77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6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84B5A-0091-6639-04DB-A59EB3D6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EE2F42-15D2-0622-AE07-0B4CC6D57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0872C-9082-3247-FD32-8123F7D30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B19BE-9B39-2B3C-5732-E14203DB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F97A-DFA0-1945-A773-14AFED38E29C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922CD-5249-1652-FD34-CDD6D5E0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D5DC1-0163-A083-42F0-715B4DD2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E7B5-D02A-4C49-9E39-3B5CD3E77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76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E2FC1-4A20-C839-3D3C-C86272661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4BA92-FCC1-29DA-3837-F5AA0643B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AFB04-76F3-40CE-53B9-C1A95DD99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F97A-DFA0-1945-A773-14AFED38E29C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FDD4C-A4C8-9F39-21FD-CF660FB51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20F70-CC32-FFA8-0C6A-FF2B880C4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E7B5-D02A-4C49-9E39-3B5CD3E77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7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E20B2-665E-8484-F9A6-6217DC0BF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8A172-1F15-D65F-F22E-F2E4A8027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8D5F9-7E9A-6FDC-67F7-913B750B3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F97A-DFA0-1945-A773-14AFED38E29C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2B080-CF45-B98D-4111-326EB8979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72060-C6F4-7908-9685-DAE0D940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CE7B5-D02A-4C49-9E39-3B5CD3E77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3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22E6D9-3918-24F6-9D90-3BCCB7BD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6411D-B1C9-25BD-0A9E-764D73F4B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CEC9C-3B81-4B47-2FF1-52408E17A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6F97A-DFA0-1945-A773-14AFED38E29C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70DF8-6498-6BF4-C5A2-A0999A0428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ACE7B-54B7-887B-1020-931D64109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FCE7B5-D02A-4C49-9E39-3B5CD3E77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17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BC6EC-3490-EE8A-F331-4EDDD16F3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F6E15E2-3BD2-F1DF-6090-EE6C3F1F0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4BEA2B0F-46B5-3758-B232-992A12AB39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E04CD2-2085-4610-7461-6AE4643FAB11}"/>
                  </a:ext>
                </a:extLst>
              </p14:cNvPr>
              <p14:cNvContentPartPr/>
              <p14:nvPr/>
            </p14:nvContentPartPr>
            <p14:xfrm>
              <a:off x="319680" y="669600"/>
              <a:ext cx="9915480" cy="4595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E04CD2-2085-4610-7461-6AE4643FAB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320" y="660240"/>
                <a:ext cx="9934200" cy="461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2490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439CA-86E2-3511-416E-508AF73D3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94CF7EF-FD3E-C377-B5F2-009B9D2E8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CE02913E-6D26-31F4-F09D-44493B95D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39C10E-117A-3831-80FA-2D7BAE5A73AF}"/>
                  </a:ext>
                </a:extLst>
              </p14:cNvPr>
              <p14:cNvContentPartPr/>
              <p14:nvPr/>
            </p14:nvContentPartPr>
            <p14:xfrm>
              <a:off x="288000" y="666720"/>
              <a:ext cx="8942040" cy="4691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39C10E-117A-3831-80FA-2D7BAE5A73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640" y="657360"/>
                <a:ext cx="8960760" cy="471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8839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C5829-28BE-D678-2F1F-D90F2A8FD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8730492-2741-DCAA-7998-E66F91442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3040198A-5CE7-B18C-5F29-6857BB609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31421B-CF54-1675-E972-744B9899CF08}"/>
                  </a:ext>
                </a:extLst>
              </p14:cNvPr>
              <p14:cNvContentPartPr/>
              <p14:nvPr/>
            </p14:nvContentPartPr>
            <p14:xfrm>
              <a:off x="205200" y="716040"/>
              <a:ext cx="11279880" cy="583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31421B-CF54-1675-E972-744B9899CF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840" y="706680"/>
                <a:ext cx="11298600" cy="585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288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5EABF-86BA-E86D-DE6A-855EE4D50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6E8B57-F0CC-57FC-0F81-9FF264C3B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812B0A3C-9339-FA91-54F5-F65A98A76F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43BC17-0B1A-4969-402B-E585920C703D}"/>
                  </a:ext>
                </a:extLst>
              </p14:cNvPr>
              <p14:cNvContentPartPr/>
              <p14:nvPr/>
            </p14:nvContentPartPr>
            <p14:xfrm>
              <a:off x="88920" y="453600"/>
              <a:ext cx="11232000" cy="5063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43BC17-0B1A-4969-402B-E585920C70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560" y="444240"/>
                <a:ext cx="11250720" cy="508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1198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5C296-9156-50F3-7136-3254A159F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C0F85C-4F47-CE13-E2B4-C6DA69FFE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FA8C44F0-5D0C-3541-F64F-37AC56DA51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A824D2E-C1D7-14A2-6CB2-32940CC6CDB8}"/>
                  </a:ext>
                </a:extLst>
              </p14:cNvPr>
              <p14:cNvContentPartPr/>
              <p14:nvPr/>
            </p14:nvContentPartPr>
            <p14:xfrm>
              <a:off x="4922640" y="812520"/>
              <a:ext cx="7261560" cy="3429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A824D2E-C1D7-14A2-6CB2-32940CC6CD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13280" y="803160"/>
                <a:ext cx="7280280" cy="344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0372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5B5C7-B7B8-CD26-5DD6-132A7086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358040-99BA-0D96-86A2-7265D31B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3B5F176E-A256-EECD-88D2-1284E3C7AD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C3F688-3FCA-DD39-EBD5-6BB6771EA2BC}"/>
                  </a:ext>
                </a:extLst>
              </p14:cNvPr>
              <p14:cNvContentPartPr/>
              <p14:nvPr/>
            </p14:nvContentPartPr>
            <p14:xfrm>
              <a:off x="516960" y="617400"/>
              <a:ext cx="10013040" cy="2413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C3F688-3FCA-DD39-EBD5-6BB6771EA2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7600" y="608040"/>
                <a:ext cx="10031760" cy="243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230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2</cp:revision>
  <dcterms:created xsi:type="dcterms:W3CDTF">2026-01-17T11:29:11Z</dcterms:created>
  <dcterms:modified xsi:type="dcterms:W3CDTF">2026-01-17T15:29:26Z</dcterms:modified>
</cp:coreProperties>
</file>