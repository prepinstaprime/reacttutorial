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6T13:49:01.2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1505 2712 13015,'45'-11'404,"1"1"1,-1-1 0,6-1-1,-1 1-247,-4 7 0,2 3-1049,15-1 1,1 0 1327,-3 0 1,4-1-734,-17 1 1,3 0-1,2-1 1,-1 1 374,-1-1 0,1 0 1,-1 0-1,3-1-243,5 0 1,2-1 0,2 1-1,0-2 207,-6 2 1,2-1 0,0 0-1,-1-1 1,-1 1-408,5 0 0,-3-1 1,1 0-1,7 0 409,-11 1 1,5-1 0,3 0 0,1 0 0,1 0 0,-2 0 0,-3 0-117,-2 1 0,-3 0 0,-1 0 0,1 0 0,2 0 0,3-1 106,-7 2 0,2-1 0,3 0 1,0 0-1,2-1 0,0 1 0,-1 0 1,0 1-1,-3-1-19,3 0 1,-1 1-1,0-1 1,-1 1 0,0 0-1,0 0 1,1 0 0,0-1 11,2 1 0,2 0 1,0 0-1,0 0 0,0 0 1,-1 0-1,-1 0 0,-2 0-13,-1 0 0,-2 1 1,-1 0-1,-1-1 1,2 1-1,1 0 1,5-1 11,-9 1 1,2 0-1,3-1 1,2 1-1,0 0 1,1-1-1,0 1 1,0-1-1,-2 1 1,-1 0-1,-2 0-38,7 0 0,-2 0 0,-2 0 1,-1 0-1,1 0 0,0 0 0,3 0 1,3-1 15,-9 2 0,2-1 0,2 0 0,1-1 1,1 1-1,1 0 0,0 0 0,0 0 0,0-1 1,-1 1-1,-1 0 0,-1 1-1,-1-1 0,0 0 0,0 1 1,-1-1-1,-1 1 0,1-1 0,-1 1 1,0 0-1,1-1 0,0 1 0,0 0 1,2-1 0,0 1 0,0 0 0,0-1 0,0 1 0,0 0 0,0-1 1,1 1-1,-1 0 0,1 0 0,0 0-1,0 0 0,1 0 0,0 0 0,0 0 0,0 0 0,0 0 0,1 1 0,-1-1 0,0 0 1,1 1-1,-1-1-3,-4 1 0,0-1 1,0 1-1,1-1 1,-1 1-1,0 0 1,1-1-1,-1 1 1,0 0-1,1 0 1,-1 0-1,1-1-5,-1 1 0,1 0 1,0 0-1,-1 0 1,1 0-1,0 0 1,0 0-1,0 1 1,0-1-1,-1 0 1,1 0-1,0 0 7,0 0 1,0 1 0,0-1 0,0 0 0,0 1 0,0-1 0,0 0-1,-1 1 1,1-1 0,0 0 0,0 1 0,0-1-2,4 1 1,1-1-1,-1 0 1,1 1-1,-1-1 1,1 1-1,-1-1 1,0 1 0,1-1-1,-1 1 1,0-1-1,0 1 1,0 0-1,1-1 1,0 1-1,0 0 1,-1 0-1,0-1 1,-1 1-1,-1 0 1,-1 0 0,-1-1-2,2 1 1,-2 0-1,-2 0 1,-1 0 0,0-1-1,1 1 1,1 0 0,1 0-1,4 0 4,-9 0 0,3 0 1,1-1-1,2 1 0,1 0 1,0 0-1,1 0 0,-1 0 1,0 0-1,-1 0 0,-2 1 1,-1-1-1,-2 0 4,8 0 0,-4 0 0,-1 0 0,-1 1 0,-1-1 0,0 0 1,2 0-1,2 1 0,3-1-6,-9 0 0,3 1 0,1-1 0,1 0 0,1 0 1,1 1-1,0-1 0,0 0 0,0 1 0,-1-1 1,-1 0-1,-1 1 0,-2-1-4,7 1 1,-1-1 0,-1 1 0,-1 0 0,-1 0 0,0-1 0,0 1 0,0 0 0,0 0 0,0 0-4,-1-1 1,1 1-1,-1 0 1,0 0-1,0 0 1,-1 0-1,1 0 1,0 0-1,-1-1 1,0 1-2,5 0 0,0 0 1,0 0-1,0 0 1,-1 0-1,1 1 1,-1-1-1,0 0 1,0 0 1,-2 0 1,1 0 0,0 0 0,0 0 0,-1 0 0,0 0 0,-1-1 0,-2 1 0,-1 0 0,4 0 1,-3 0-1,-1 0 1,-1 0 0,1 0-1,1 0 1,3 0 5,-3-1 0,3 1 0,2 0 0,0 0 0,1 0 0,0 0 0,-2 0 1,-3 0-1,-2-1-9,5 1 0,-3 0 1,-2 0-1,-1 0 1,2 0-1,4 0-29,-4 0 0,3 0 0,2 0 0,1 0 0,0 0 0,-1 0 0,-2 1 0,-3-1-171,3 0 1,-1 1 0,-2-1 0,-2 1-1,0 0 1,0 0-729,7 0 1,0 0 0,-2 0 0,-1 1 0,-2-1 933,4 1 0,-2 1 0,-2-1 0,-5 0 0,-4 0 0,-3 0 0,-6-1 0,-6 1 0,0 0 0</inkml:trace>
  <inkml:trace contextRef="#ctx0" brushRef="#br0" timeOffset="1132">1267 2720 9666,'0'-3'5309,"0"0"-3836,0 3-1036,-13 45-39,10 0-843,-3 1 0,0 4 568,6-1 0,2 0-31,0 8 1,-1 2-421,0-15 1,0 2 0,0 0 349,-1 4 1,1 1-1,-1 1 11,0 3 1,1 2 0,-1-1 14,0 4 1,1 1 0,-1 1-431,0-14 0,1 1 0,-1 1 0,1 0 434,0 1 0,0 1 0,0 1 0,0 2-6,0 0 0,1 2 0,0 2 0,0-2 0,0-3-427,-1-3 0,1-3 0,0 0 0,0 3 416,0 5 1,1 4 0,1 1 0,-1-1 0,0-4 21,1-3 1,0-2-1,-1-1 1,1 2-243,0 1 1,1 1-1,-1 1 1,0 1-1,1 0 251,-1 0 0,1 1 0,0-1 0,0 2 0,0 2-26,0 0 0,0 2 0,0 1 1,0 0-1,0-1 0,0-4-33,-1-5 1,0-3 0,0-1 0,0 1 0,0 4 10,1 4 1,0 5 0,-1 1 0,1 0 0,0-1-1,-1-5-138,0-4 0,0-3 0,-1-2 0,1 1 0,-1 3 132,1 1 0,-1 1 0,1 2 1,-1 0-1,1 1 0,-1-1-73,1 1 1,0 0-1,0 0 1,-1 0-1,1 1 1,0-1 71,-1 2 0,1-1 0,0 1 0,0 0 1,-1 0-1,1 0-36,0 1 0,1 0 0,-1 0 1,1 0-1,-1 1 0,1-1 34,-1 1 0,1 0 1,0 0-1,0 0 1,-1 0-1,2 0 9,-1 0 1,0 0-1,1 0 1,-1 0-1,1 0 1,0 0 13,0 0 1,0 0 0,1 1-1,-1-1 1,0 0 0,1 0 21,0 0 1,0 0-1,-1 0 1,2 0 0,-1 1-1,1 2-47,-1-8 1,0 2 0,0 1 0,1 0 0,0 0-1,-1 0 1,1-3 0,-1-3-7,0 3 1,0-4 0,-1-2 0,1 1 0,0 1 0,0 3 0,0-2 1,0 3 0,1 2 0,0 0 0,-1 1 0,1-1 0,-1-3 0,0-2-1,1 11 0,0-4 0,0-2 0,-1 1 1,1 4-2,-1-11 1,-1 3-1,1 0 1,1 1 0,-1 1-1,0-1 1,-1 0-3,1-2 0,0 1 0,0-1 1,-1 0-1,1 1 0,-1-1 0,1 0-7,-1-1 1,1 0 0,-1 1 0,0-1 0,0 0 0,0-1 0,0 1-84,1 8 1,-1-1 0,1 0 0,-1 0 0,0 0 0,0 0-272,0-2 1,1 0 0,-1 0 0,0 0 0,0 0 0,1 0 361,-1 2 0,1 1 0,0 1 0,0-2 0,0-4 0,-1-3 0,-1-2 0,0-4 0,1-2 0,-1 0 0,2 7 0,0 1 0,1 0 0</inkml:trace>
  <inkml:trace contextRef="#ctx0" brushRef="#br0" timeOffset="2665">20717 2349 16751,'47'-7'210,"1"1"0,-4-1 0,2 1 0,-6 0-171,19-2-905,0-1 1,3 0 859,-18 3 0,1-1 10,3-1 0,4 0 0,-4 1-2,3-1 1,2 0 6,5-1 1,6-2-1,-8 2-4,-17 3 1,0 0-1,7-2 1,6 0 0,-5 0 5,-4 1 1,-1 0 10,9 0 0,0-1 26,-5 2 0,-2 0 44,-4 2 0,-3 1 261,-4 1 1,-2 1-281,16 3 305,-16 5-171,-15 5 68,-11 7 263,-16 23-432,5-13 905,-8 15-832,9-7 12,2 7-18,0 17-89,2-27 0,1 1-290,1 4 1,1 1 280,0 3 1,0 1 8,1 3 0,0 0-427,0 4 0,1 1 419,-1 1 0,0 2-30,-1-7 1,1 1 0,0 0-8,0-3 0,-1-2 0,1 0-15,-1 1 0,1-1 1,-1 1 19,1 0 1,0 0 0,0 1 18,1 4 1,0 1 0,-1-1-585,0-8 0,0 0 0,1 1 541,0 17 1,1 4 0,0-3-5,-1-17 1,-1-2 0,1 2-2,0 12 0,1 2 0,-1 0-2,1 1 0,-1 0 0,-1 0 7,1 1 1,-1 0 0,0 1 5,-1 0 1,-1 0-1,0 2-1,0-5 0,-1 3 1,0-1-1,-1-3-14,1-2 0,-1-3 0,0 3 14,-1 2 0,0 4 1,-1-1-1,0-3 10,0-2 1,-1-4 0,-1 3-371,2-4 1,-2 3-1,1 1 1,0-1 360,-1 0 1,1 0-1,-1 0 1,1 3-345,0-4 1,-1 2-1,1 1 1,0-2-1,0-3 323,-1 12 1,0-5 0,1 6 10,0-5 1,0 7 0,0 1 0,0-4 0,1-7-6,0-7 0,1-7 1,0 6-124,-1 1 1,0 5 0,0 2 0,1 0 0,-1-5 131,0 10 1,0-4 0,0 4-6,0-9 1,-1 5 0,0 1-1,0 0 1,0-2-8,-1 6 1,1-3-1,-1 1 1,0 1-132,0-4 0,0 1 1,-1 1-1,0-3 0,1-3 128,-1 9 1,-1-5 0,1 2 2,-1-5 1,1 1-1,-1 1 1,1-3-91,-1 7 0,0-2 0,0 2 91,0-6 1,0 3 0,0 0 0,0 0 112,1-2 0,-1 1 0,1-1 0,-1 3-101,2-5 0,-1 2 1,0 1-1,1-1 1,0-4-15,-1 11 1,0-4-1,1 6 9,0-6 1,1 5 0,-1 3 0,1-4 0,1-8-8,1-7 1,0-6-1,0 5 3,0 8 0,-1 8 1,0 3-1,1-1 1,0-7 3,-1 6 1,1-6 0,0 4-11,0-10 1,0 3 0,0 1 0,-1-1 0,1-4-4,0 7 1,0-4 0,-1 3 7,0 4 0,0 6 0,0-2 1,-1-7-12,1 7 0,-1 0 11,0-8 0,0 7 0,0 1 1,1-6 8,-1-3 1,0-4-1,-1 4 5,1 4 0,-1 4 1,0 2-1,0-3-13,1-7 1,0-2 0,0 0-1,0 0-9,0-2 0,0-1 0,0 0 0,0 0 8,0 12 0,0-1 0,0 1 1,1-13 1,-1 0 0,1 1 0,0 0-15,0 0 1,0 2-1,0-1 1,0-1-22,-1 15 1,1-1 0,-2 0-453,2-10 0,-2 2 1,1-2-1,0-5-1009,-2 5 0,-1-1 1484,1 6 0,-2 4 0,1-12 0,-2-2 0,0-4 0</inkml:trace>
  <inkml:trace contextRef="#ctx0" brushRef="#br0" timeOffset="4274">2116 13660 13575,'7'-48'1745,"1"0"1,-2 6 0,1 4-558,12-1-987,-8 19 34,5 3-117,-8 14 22,4 7 56,-1 10 50,0 15 6,-2 18-174,-6-15 1,-2 2-614,1 7 1,-1 3 562,-1 7 0,-1 2-14,0 5 0,0 2 0,0 2 0,1 0-9,1 0 1,2-1-3,2-1 0,1-1 2,2-1 1,1-1-1,1 0 1,0-1 2,-1 1 1,0-1-6,1-1 0,-1-1-6,0-3 0,1-1-223,0-3 1,2-3 230,1-5 1,2-2 11,2-5 0,2-2 2,1-5 1,5-3-1410,13-2 0,2-4 1423,19 5-25,-7-13 1,3-2-335,-11-4 0,1-2 340,15 0 0,3-2-5,-19 0 0,1-1 1,2 0 8,0-1 0,3 0 1,-1-1-1,-2 1-212,0-1 1,-3 1 0,4-1 197,4 0 0,5-1 0,0 1 1,-3 0-2,2 0 1,-2 0 0,2 0-7,-2 1 0,2-1 0,1 1 1,0-1-298,2 1 0,0 0 0,1 0 0,-1 1 300,3-1 0,0 1 0,0 0 0,1 1 4,-12 0 1,0 0-1,1 1 1,-1 0 0,1 0 1,1 0 1,0 0 0,0 0 0,0 1-1,0-1-7,1 1 0,0 0 0,0 0 0,1 0 0,-1 0 1,2 0 0,0 0 1,0 1-1,1 0 1,-1-1 0,2 1 0,0-1 0,0 1 0,1-1 1,0 1-159,1-1 0,1 1 0,0 0 0,1 0 0,0-1 158,-10 1 1,1-1 0,0 1 0,1-1 0,0 0 0,3 0 0,1 1 0,3-1 1,2 0-1,0 1 1,0-1-1,-3 0 1,-3 0-82,5 1 1,-3-1-1,-3 0 1,3 0 0,3 0 74,-3 0 1,3 0 0,3 0 0,0 1 0,0-1-1,-2 0 1,-4 0-18,4 0 1,-3 0-1,-2-1 1,1 1 0,3 0 20,-8 0 0,1 0 0,2-1 0,0 1 0,0 0 0,1-1 0,-1 1 0,0-1 0,0 1 1,0-1-1,1 0 1,-1 1-1,1-1 0,-1 0 1,2 0 1,-1 0 0,1 0-1,-1 0 1,1-1 0,0 1 0,0 0 2,1 0 0,0-1 0,0 1 0,0 0 0,1-1 0,-1 1 0,1-1 0,0 1 1,1-1 0,0 0 0,0 1 0,0-1-1,1 0 1,-1 0-5,-6 0 0,0 1 0,0-1 0,0 1 0,1-1 0,-1 0 0,1 0 0,-1 1 0,2-1 0,0 0 0,-1-1 0,1 1 0,0 0 0,0 0 0,0 0 0,1 0 0,0-1 0,0 1 0,0 0 0,0 0 0,0 0 0,2 0 0,0 0 0,2 0-2,-5 0 1,2 0 0,1 0 0,2 0 0,-1-1 0,1 1 0,-1 0 0,-2 1 0,-1-1 0,-3 0 1,7 0 0,-4 0 0,-1 0 0,-1 1 0,0-1 0,3 0 0,2 1 0,-6-1 1,2 1-1,1 0 1,2-1 0,1 1-1,0 0 1,-2 0-1,0-1 1,-3 1 0,-3 0 0,6 0 1,-3 0-1,-3 1 1,0-1 0,0 0-1,1 1 1,3-1-2,2 0 1,2 1 0,0-1-1,2 1 1,0-1 0,0 1 0,0-1-1,-1 1 5,0-1 0,-1 1 0,0-1 0,1 1 0,-1 0 0,0-1 0,0 1 0,0 0-3,-1-1 1,0 1 0,0 0 0,-1 0 0,1 0-1,0 0 1,-1 0 0,0 0-5,-1 0 1,1 0-1,-1 0 1,0 0 0,-1 0-1,1-1 1,-1 1 0,1 0 0,-2 0 0,0 0 1,-1 0-1,1 0 0,-1 0 1,1 0-1,-1 0 0,0 0 0,7 0 0,1 0 0,-1 0 1,0 0-1,-1 0 0,1 0 1,0 0-3,-2 0 1,1 0-1,-1 0 1,1 0 0,-1 0-1,0 0 1,1 0-3,-2 0 0,0 0 0,0 0 0,0 0 1,0 0-1,1 0 0,2 0 1,-2 0 1,2 0-1,0 0 1,2 0-1,-1 0 1,0 0 0,-2 0-1,-1 0 4,2 0 1,-2 0 0,0 1 0,-1-1 0,0 0 0,-1 0 0,0 0-1,-2 0 0,1 0 0,0 0 0,-1 0 0,-1 0 0,-2 0 0,-3 0 75,5 0 1,-4 0-1,-1 0 1,1 1-1,3-1-74,3 0 1,5 0 0,1 0 0,-1 0 0,-3 0 0,-5 0-2,-4 0 0,-5 0 0,1 0 0,6 0 1,0-1 1,9 1 0,4 0-1,0-1 1,-2 1 0,-6-1 0,-9 1 1,-1-1 1,-9 0 0,4 0-7,10-1 0,5-1 0,0 1 1,-7-1 309,9-2 0,-4-2-343,-11 2 1,1 0 0,-1-2 485,14-2 1,-2-1-521,-4 0 0,-1-2-11,-3 0 0,-1 0 30,0-1 1,-1 0 39,-1 1 0,-1-1 911,-2 1 1,0 0-893,-5 1 1,0 0-439,1-2 0,-2 0 458,9-6 343,-14 4 1,-2 1-389,-7-1-1349,24-15 1399,-28 15 266,19-22-204,-16 10-16,10-16-56,-10 12-1257,11-21 1318,-16 22 756,-2 1 0,-1-2-571,3-18-135,-7 17 1,1-3-214,1-5 0,0 0 222,1-6 0,2-2-20,3-5 0,2-2-54,-1 9 0,2-1 0,-1 3-41,1-3 0,2 1 2,1 3 0,2-2 0,-3 8-36,4-5-1008,-5 6 1,-3 3 1013,-10 10 0,0 0 0,-9 16 0</inkml:trace>
  <inkml:trace contextRef="#ctx0" brushRef="#br0" timeOffset="6458">1473 3897 13911,'-5'0'1182,"1"0"-420,4 0-73,-57 9-4207,41-7 3736,-42 7 731,56-8-764,3 1 106,6 2-196,0-1 73,17 4 12,24-1 2740,14 1-2881,-18-3 0,2 0-667,4-2 0,0 0 642,-7 0 0,2 0 8,-2-2 1,3 1-1,3-2-4,-1-1 1,2-1-1,1 0 1,2-1-618,4 1 1,1-1-1,2 0 1,3 0 608,-12 0 0,3-1 0,0 1 1,2-1-1,-1 0 0,0 0-333,-2 0 1,-1 0 0,1-1 0,-1 1 0,2 0 0,0 0 334,4 0 0,2-1 0,0 0 0,0 1 0,-1-1 1,-1 1-235,1 0 0,-3 0 0,0-1 0,2 1 0,5 0 251,-8 0 0,5 1 1,2-1-1,2 0 1,0 1-1,-2-1 1,-3 1-1,-5 0-132,2 0 0,-7 1 1,-1 0-1,3-1 1,8 1 137,-7 0 0,5-1 0,5 1 1,3-1-1,2 0 0,0 0 1,-1 1-1,-1-1 0,-3 1 0,-4 0-33,2 0 1,-4 1 0,-2-1 0,0 1 0,-1 0 0,3 0-1,4 0 12,-6 0 1,3-1-1,1 1 1,2 0 0,0 0-1,1-1 1,0 1 0,-1 0-1,-1 0 1,-2 0 6,8 0 0,-2 0 0,0 0 0,0 1 0,-1-1 0,0 1 0,1-1 0,0 1-9,-5 0 0,-1-1 1,1 1-1,0 0 1,0 0-1,0 0 1,1 0-1,-1-1 1,1 1-5,1 0 1,0 0 0,0 0 0,0-1-1,1 1 1,-1 0 0,1 0 0,-1-1-1,1 1 0,1 0 1,0 0 0,0 0 0,1-1 0,-1 1-1,1 0 1,-1 0 0,1 0 0,0-1-4,-6 1 0,0 0 0,1 0 0,-1-1 0,1 1 0,0 0 0,-1-1 0,1 1 0,0 0 0,0-1-1,1 1 1,-1-1-1,1 1 1,0 0-1,0-1 1,0 1-1,0-1 1,0 1-1,1-1 1,-1 1 1,1-1 0,0 0 0,1 1 0,0-1 1,0 0-1,0 1 0,-1-1 0,-1 0 0,-1 1 1,-1-1-6,4 0 0,-2 1 1,-2-1-1,0 0 1,-1 1-1,3-1 0,1 0 1,3 1-2,-8-1 1,2 1 0,2-1 0,1 0 0,2 0 0,0 1 0,0-1 0,0 0 0,-1 0 0,-1 1 0,-2-1 0,-2 1 1,11-1 0,-4 1 0,-1 0 0,-1-1 0,0 1 0,1 0 1,2-1-1,3 1 0,-10 0 0,2 0 1,2-1-1,1 1 0,2 0 1,-1-1-1,1 1 0,0 0 1,-1-1-1,0 1 0,-3 0 1,0 0-2,1 0 1,0 1 0,-1-1-1,-1 0 1,0 1 0,-1-1-1,0 1 1,0-1 0,0 1 0,1-1 1,-1 1 1,1-1 0,-1 1 0,0 0 0,0-1 0,0 1 0,0 0 0,0-1 0,0 1 0,0 0 3,0 0 0,0 0 0,0 0 1,1 0-1,-1 0 0,0 0 1,-1 0-1,-1 0 0,0 1 1,-2-1-5,11 0 0,-2 0 0,-1 0 0,-1 1 1,1-1-1,0 1 0,3-1-1,-9 1 1,2 0-1,0-1 1,0 1-1,1 0 1,1 0-1,-1 0 1,1 0-1,-1 0 3,1 0 1,0 1 0,0 0-1,0 0 1,0 0 0,0 0-1,1 0 1,-1 0 0,1 0-5,1 0 1,0 0 0,0 0 0,0 0 0,0 0 0,0 1 0,1-1 0,1 0 0,-1 1 1,-1-1 0,2 0 1,0 1-1,0 0 0,1-1 1,-1 1-1,0-1 0,-2 1 1,0 0-1,-2-1-2,4 1 0,-2 0 1,-1 0-1,0 0 1,-2-1-1,1 1 1,-1 0-1,0 0-1,-1 0 0,-1-1 0,0 1 0,0 0 0,-1-1 0,0 1 0,0 0 0,0-1 4,5 1 0,-1-1 0,1 1 0,-1-1 0,-1 1 0,0-1 0,0 1 0,5-1 1,0 1 0,-1-1 0,-1 1 0,0-1-1,0 0 1,-5 0 1,1 0 0,-2-1-1,0 1 1,0-1 0,-1 0-4,6 1 0,0-1 0,-1 0 1,-2-1-1,-2 1-4,-1 0 1,-4 0 0,0-1 0,3 0 49,-3-1 0,2 0 0,1 0 0,-2-1 1,-4 1-38,7-1 0,-5 0 0,4-1 94,-2 1 1,4-1 0,0 0 0,-4 0-101,0 0 1,-3 0 0,-1 0 336,-3 0 1,-2 0 0,0 0-343,14 0 0,-3-1 2,-5 1 1,-2 0-6,-6 0 1,-3 0 921,-4 1 0,-2 0-902,21-2-17,-8 2 1967,-13 1-1973,25 1-5,-4 0 635,-12 2 0,3 0-641,-1 1 0,-1 0 11,1 1 1,1 1 2,3 0 1,-1 1 2,-12-2 0,-1 0 712,21 3-707,-24-2 1,-15-3 16,1 0 1,-6 0-6,-1-1 762,1-1-774,7 1 12,7-1-11,-2 0-17,21 0 16,-20 1-33,29 0 39,-25 0 6,8-1-11,-17 1 22,4-1-28,-4 0 0,4 0 33,18-1-38,0 1 7,-6 0 1,0 0-3,20 0-31,-8 2 1,0 0-672,15 0 704,-24 1 1,-1-1 149,19-1 16,-34-1-1003,0-4-8996,-29-3 9220,-1 0 1,-2 1 0,7 4 0</inkml:trace>
  <inkml:trace contextRef="#ctx0" brushRef="#br0" timeOffset="9183">3386 3044 13748,'3'-48'1871,"-1"0"0,0 6 0,1 5-488,3 10-1220,-2 10 144,3 9-290,-3 7 238,6 20-160,-5 11-17,0 27-50,-8-22 1,-3 2-44,0 5 1,-3 2 11,-2 2 0,1 1 3,0-2 0,2 0-3,1-5 1,3-1-10,9 20 24,11-20 27,13-20 6,10-23-6,9-14 0,6-16-265,-26 13 1,0-1 289,-1-1 1,-1-1 7,-2 1 1,-1 1 522,13-20-410,-11 8-73,-10 11 123,-7 8-263,-5 10 17,-2 10 39,-4 12 538,-1 4-577,-1 25 17,3-11-6,7 16 5,11-14 12,13-8 17,10-9 16,6-9 45,1-13 51,-5-11 0,-6-10 10,-9-10-55,-10 5 291,-6-19-134,-15 16-57,-9-14-72,-12 13-22,-7 5-46,-1 7-27,3 7-34,3 6-28,5 7-23,4 10 7,3 11-24,3 10-72,5 8-123,5 3-258,13 1-207,11-4-84,15-7 207,15-11 325,10-9 221,-28-11 0,1-4-78,-1-2 1,-1-4 172,-1-2 1,-1-4 41,-2-2 1,-2-2 240,19-22 169,-9-2 77,-11-1-22,-12 2-33,-7 6-107,-12 7-184,-5 10-113,-11 8-61,-7 9-34,-2 10 268,-1 8-296,5 10-5,5 7-1,8 2-27,7 0 22,8-6 6,7-7 44,6-9 79,4-7-17,2-14 17,1-6 55,1-8 13,-3-3-1,-2 2-84,-2 5-56,-5 7-17,1 5 0,-1 14 23,0 13-28,-1 21-15,-5-11 1,-2 3-406,-2 9 1,-3 3 410,-1 8 0,-2 3-1,0-13 0,-1 0 1,0 1-499,-1 4 0,-1 0 0,0 0 401,-2 4 0,1 0 0,-1-1-631,0 0 1,0-1-1,0-1 487,0-4 1,0-1 0,-1-3 204,-2 8 1,0-6 207,-8 4-72,7-51 38,6-44-42,6 6 1,4-6-209,3-11 1,3-5 135,0 17 1,1-1-1,2 0-9,2-3 0,2 1 1,2 0-30,1 0 0,1 2 0,0 0 25,2 3 1,0 1-1,1 1-7,9-14 0,2 2 341,-1 8 1,1 2-342,0 6 0,0 3-14,1 6 0,0 2 0,0 5 0,0 2-6,-2 5 1,0 3-15,23-3-5,-13 10 61,-16 22 18,-13-3 1052,-18 28-1042,-9-2-22,-9 13-28,1 0 17,8-4-23,12-9 1592,14-8-1524,9-12 880,9-9-835,8-12 5,4-12-12,3-15-4,-3-11 44,-5-9 112,-13-4 51,-12-1-7,-18 3-49,-9 5-74,-14 6-21,-4 9-46,-2 9-72,0 8-23,2 7-134,2 11-1300,3 11 575,6 6 0,9-4 0,8-7 0</inkml:trace>
  <inkml:trace contextRef="#ctx0" brushRef="#br0" timeOffset="12553">13733 2909 20884,'1'-57'1139,"-1"0"0,1 7 0,-1 9-842,0 20-286,0 11-50,0 13 56,0 14-6,-3 18 6,-1 20-12,1-21 1,-2 2-296,1 3 0,0 0 296,-1 2 0,0-1-4,0-2 1,1-1-1595,0 0 0,0-3 1614,0 7 180,0-10-51,3-26 163,1-13-272,0-13 467,4-18-453,6-7-22,8-3-23,9 4-17,7 5-5,7 7 0,8 8 3152,5 6-3163,2 7-6,-3 4 11,-6 3 11,-8 2 23,-9 1 17,-9-2 5,-7-3-22,-6 0 22,-2-10 296,-3-9-229,-1-4 57,-1-7 61,-3 8-23,-1 3-72,-1 8-95,1 6-158,2 7 130,0 31-6,4 6-6,1 32-28,-1-32 1,2 1-243,-1 2 0,1 0 68,1 2 1,1-1-127,-1-1 1,2-1-90,1-3 1,0-1-4,7 12-554,12-10 801,-5-24 257,11-12 62,-4-20 101,1-13 123,-1-10 56,-2-3 39,-2-1 28,-5 4-22,-7 6-100,-6 11-152,-5 10 194,-3 10-447,-3 8 40,-3 10 12,-7 10-24,-2 13 24,-3 9-35,4 5 6,6 0 6,10-6 0,9-5 11,9-12 0,8-10 34,2-15-6,3-12 0,-2-15-12,-8 1 35,4-24-6,-11 3-23,-2 0 56,-7 0 1,-8 26-62,-4 0-12,-6 11 29,-6 9-34,-6 11-39,-4 8 39,1 12 0,4 5-68,8 6-83,6 2-134,10-2-147,11-3-235,12-8-44,12-8 213,13-10 268,5-14 230,3-9 73,-6-12 50,-10-6 101,-12-2 118,-10 0 100,-7 2 12,-4 3-90,-3 5-84,-3 4-151,-1 8-129,-1 7-5,0 2 27,0 9 0,1 6-10,1 11 10,-1 8-5,-1 7-28,-1 5 11,-1-2 0,1-2 0,-2-9 61,2-10 46,0-10-23,2-13-3426,7-17 3342,-2 1 28,10-19-6,-3 8 1,6-8-6,0 4-29,2 5 7,-1 7 3391,0 8-3397,0 7 5,0 5 23,-1 8-11,0 5-23,-3 8 11,-3 4 23,-6 4-28,-3 1 5,-3 0-5,0 0 6,1-11 16,0-3 17,3-11-11,3-6-12,8-6 1,6-8 5,5-4-11,0 0-6,-2 2 12,-4 5-6,-4 6-6,-4 5 12,-3 3-6,1 4 6,-1 2-6,1 4-17,2 0 17,2-2 11,8-3 0,-1-5 0,1-3 6,3-9 17,-2-6-1,7-8 7,-5-6 83,-2-8-56,-13 12 118,-3-6 11,-12 17-51,-2 0-72,-4 6-45,-5 7-22,3 5-17,-5 11 5,3 8 0,-2 12-134,2 20-509,10-2-710,7-18 1,5-1-3885,12 9 5243,16 0 0,-20-26 0,1-1 0</inkml:trace>
  <inkml:trace contextRef="#ctx0" brushRef="#br0" timeOffset="14101">16976 2993 21478,'7'-42'817,"0"0"1,1 0 0,2-15 0,-3 9-381,-8 14-264,-1 13 7,-4 6-141,-2 11-55,-14 13-18,5 2 28,-27 34 23,13-6-22,-6 9 2,19-17 0,4-1-14,1 12-5,-2 16 5,20-19 6,10-11 11,13-12-11,-1-11 61,26-23 12,-13-7-48,-10 4 0,-1-2 19,15-22-22,-12 7 1,1-6 55,-9 8-17,-4 4 6,-6 7-28,-10 17-78,-3 5 50,-1 3-11,-9 17 11,4-6-12,-9 21-16,4-6-11,0 14 6,4-10-102,3 8 29,4-20-550,9 14 186,3-15 139,10 2 107,3-17 151,-3-8 29,19-21 77,-11-1 29,13-16-239,-11 1 244,-9 8 174,5-15-140,-15 25 330,7-21-185,-14 28-117,-1-3-107,-3 14-100,-3 5 61,2 7 289,1 8-277,4 13 5,-1 11-6,-2 12-3380,-2 4 3391,-3-9-62,-2-12 0,-2 0 68,-5 8 12,-5 13 55,2-24 118,5-12-50,3-12 3232,4-14-3345,5-7 208,2-10-157,5-4 0,2-2 11,2 1-22,0 4-50,1 4-18,3 7-5,2 5-5,4 5-12,3 4 0,2 9 17,0 7-11,-4 10 11,-4 7-11,-8 2 11,-7 5 5,-8-13 6,-12 4-5,-7-14 11,-11 0-6,-3-5-28,-1-5-5,9-3-62,-1-8-477,11-6-122,4-5 5,13-6 376,8 7-516,31-10 522,-2 9 240,-7 4 0,1 0-397,24-8 413,-9 5 40,-15 3 0,1 0 90,8-3 134,13-7 235,-24 8 196,-14 4-16,-8 2-203,-10 3-178,-6 2 240,-7 3-408,-5 5-46,-2 6-38,5 1-1708,1 17 1,2 6 1695,5 1 0,0 2 1,4 0-6,16-3 0,8-6 11,8-8 61,4-8 6,2-13 3399,1-11-3354,-2-11 33,-2-9 23,-6-6-33,-6-3-12,-6-1 6,-6 0 5,-4 6 6,-1 7-39,-5 9-67,-1 8-34,-4 7-23,-3 4-38,-4 13 21,4-1-111,-1 14-302,9-2-668,4 7-1192,11 3-2224,10 2-3198,12-4 6887,1-7 0,-11-11 0,-8-8 0</inkml:trace>
  <inkml:trace contextRef="#ctx0" brushRef="#br0" timeOffset="14416">18342 3020 24161,'29'-41'646,"0"0"0,-3 4 0,-7 9-6161,-15 21 5471,-3 5 1469,-10 21-1408,-3 6-45,-9 23 17,4 2 17,5-1 847,11-7-830,9-10 117,11-14-45,-2-11 28,11-16-22,-3-11 0,10-12-28,-1-7 22,-2-3-17,-6-1-55,-5 2-12,-5 2 3370,-3 7-3482,-4 8-454,-2 10-912,-2 7-2029,0 10-6335,0 7 8172,-1 0 1,-2-1 0,-1-6-1</inkml:trace>
  <inkml:trace contextRef="#ctx0" brushRef="#br0" timeOffset="14769">18776 3131 25931,'46'-37'201,"0"0"1,-3 1 0,-7-1-135,-8-16-518,-15 22 1,-1-1 464,0-3 0,-2 0 8,-1 0 1,-2 0 366,2-25-271,-5 12 175,-7 14-153,-1 12-39,-2 9-112,1 7 470,1 5-459,-2 11 0,-4 11 6,-3 18-6,-3 17-163,9-22 1,2 1 156,0 2 0,2 0-36,2 1 0,2-1-92,4 21-499,5-17 0,3-1-1602,12 10-622,-5-16 1,0-2 2856,13 1 0,-12-16 0,-9-11 0</inkml:trace>
  <inkml:trace contextRef="#ctx0" brushRef="#br0" timeOffset="14977">18994 2891 24788,'-35'-53'325,"18"10"-297,43 42-6,10 0-33,4 1-274,-1 0-1967,-1 3 2252,-4 0 0,-15-1 0,-5 0 0</inkml:trace>
  <inkml:trace contextRef="#ctx0" brushRef="#br0" timeOffset="15890">19989 2907 16460,'1'-5'4783,"1"1"-1535,-2 4-3192,3-54-22,-7 43 0,-2-34-18,-12 63 1,-13 21-34,1 4 6,11-10 0,2 2-6,-1 17 17,9 7-67,43-5 56,-10-25 5,26 2-16,-12-27 22,2-5 22,8-10 29,-2-9-18,-4-8 29,-5-5 72,-6-2 29,-6 3 268,-7 3-251,-10 11 38,-3 6-179,-5 11-72,-1 1 33,-5 7 11,-3 6 0,-7 18 0,4 1-11,3 0-39,7 0 22,10-9 12,5 3 21,11-8 1,8-8 22,-3-14 1,-3-2 16,-4-16-12,-6-2 35,2-10 16,-5-2 146,-6-9-146,-4 17 90,-8-8-34,-3 20-78,-5 0-51,-2 6-44,-2 7 11,6 5-17,-2 7-73,5 10-157,3 4 23,1 1-1698,19 9 651,-4-16-3065,24 16 4347,2-13 0,-11-5 0,-1-5 0</inkml:trace>
  <inkml:trace contextRef="#ctx0" brushRef="#br0" timeOffset="16207">20688 3065 25528,'-1'-43'73,"-2"16"-73,1 49 0,0-1 0,2 9-11,6 1 5,-1-6 6,17 8 39,-4-23 51,12 1-23,-10-12 140,17-25-162,-20 9 0,10-16 72,-17-2-38,-4 1-62,0-1-1,-3 5-16,-2 20-72,0-3-248,0 9-531,2-1 72,0 6-9052,13 12 8204,-8-7 1,5 6 0,-11-10 0</inkml:trace>
  <inkml:trace contextRef="#ctx0" brushRef="#br0" timeOffset="17783">20956 2973 18347,'0'-3'6441,"0"1"-5303,0 2-1133,30-47 6,-10 36-22,28-28 11,-13 54-39,1 11-56,-1 6-163,-5 6-230,-10-1-105,-8-3 27,-10-8 90,-11-8 241,-7-10 218,-2-5 73,-4-7 79,6-7-40,2-2-45,4-2-100,6 3-62,6 3-62,7 0-212,8 2-12,1 1-1585,19 1 807,-7 1 604,13-1 460,-10 1 291,-6 0 444,-8 0 396,-7 0 90,-8-1-67,-2 1-594,-2 0 622,-2 0-779,1 2 403,-1-1-358,2 1-139,0-1-130,0 1 95,3 0-83,-2 0-1,3 0-33,-2 2 358,-1-1-330,1-1-28,0 0-23,1-3 45,1 1 17,-1-1-11,-1 1 0,-1 1-17,0 0-78,-1 2 44,-4 4-22,2 0-11,-3 3 16,3-3-10,1 0 5,0-1 0,1-1 17,0 0-17,1 1 11,0-2 6,1 1-23,1-1 28,-1 0-10,-1 0 44,0 0-62,1-1 56,-1-1-38,0 0-18,-1 1 0,0 0 18,0-1 4,1 0-21,0 0 5,1 0-6,0-1-11,-1 1 29,0 0 21,1 1-33,-2 0 0,1 0 6,-1-1-1,1 1 7,0 0-7,0-1 18,0 2-29,-1-3 6,1 1 6,0-1 5,1 0-6,0-3-10,1 0 10,1-1 7,0 0-18,-2 0 6,1 4 11,-2-1-11,-1 2 6,0 0-6,0 0-101,0 0 112,0 8-22,0 3 11,0 10 0,0 7-17,0 6 12,2 15-7,0-14 7,7 15 10,1-21 18,3 5-40,-2-9-3571,-6-8 3459,-2-7-414,-4-5-1110,-3-10-4934,-3-3 6587,-1-6 0,2 5 0,3 4 0</inkml:trace>
  <inkml:trace contextRef="#ctx0" brushRef="#br0" timeOffset="18183">21656 2949 24407,'-23'6'364,"5"1"-188,23-2 15,11 0-132,-1-3 25,13 0-16,-6-6-5,5-3 25,-3-7 2,-4-4-18,-7-3 52,-6 0 77,-7 1 6,-8 5-11,-5 4-22,-10 6-107,2 8-44,1 4 27,-1 12-11,4 8-50,-2 11 28,6 7-12,12 4-173,19 1-1960,19-2 2128,7-11 0,-12-15 0,-13-11 0</inkml:trace>
  <inkml:trace contextRef="#ctx0" brushRef="#br0" timeOffset="23644">2173 3166 13275,'-2'-57'1640,"0"1"0,0 0 0,-8 3 0,-4 2 0,-3 8-1402,-4 4 0,-7 9-53,-17 9 0,-2 10-95,-5 18 10,12 10 1,3 8-1493,10 3 0,2 5 1462,-8 11 0,2 7-33,8-3 0,1 6 1,3-1-25,4-4 0,1 0 0,3 2-11,0 10 0,2 2 0,3-5-11,3 1 1,8-3 6,8-10 0,7 2 0,0-8 5,-1-10 0,6-4 4,16 3 1,11 0-1,0-9 21,5-12 0,1-7-17,-11 1 0,1 0 1,0-4 6,1-7 1,-1-4 0,0-5 22,1-6 0,0-5 0,-2 0-21,-8 7 1,0 0 0,0-5 29,2-7 0,3-5 1,-3-3-1,-6 4 31,1-14 1,-5-2-28,-2 3 0,0-4 0,-5 3-15,-6 0 1,-5 1 32,-4-11 1,-7 1 128,-8 14 1,-7 0-90,-6 5 0,-5-1 0,-3 4-20,-16-8 0,-7 8-310,7 12 1,-5 3 0,2 5 245,-6 5 0,1 5-11,2 3 0,-2 6-292,4 9 1,-1 6 0,3 3 271,-2 6 0,1 6-12,-1 2 0,-3 6 1,8 3-282,15 0 1,6 2 0,3 0-663,-6 14 1,4 1 957,7-14 0,2 2 0,2-6 0,-2 10 0,3 1 0</inkml:trace>
  <inkml:trace contextRef="#ctx0" brushRef="#br0" timeOffset="27261">2296 2990 21254,'-27'-27'470,"0"-1"1,-2 4 0,2 9-225,-2 26-156,-1 3 67,-2 14-51,4 5-39,-4 13-45,16-15 1,3 1-6,-2 19 5,7-3 17,17-12 51,12-14 89,28 0-128,-9-10 33,3-14 0,1-6-377,-1-3 354,-1-5 1,0-3 72,7-14-61,-21 11 0,-2-2 72,-3-6 1,-4-1-3226,2-22 3158,-10 3 107,-22 7-79,-13 11-50,-19-3-5,-13 11-43,18 15 0,-2 3-81,8 5 0,0 2 56,-27 4 38,18 13-1975,20 17-186,4-6 2140,13 28 0,5-40 0,2 10 0</inkml:trace>
  <inkml:trace contextRef="#ctx0" brushRef="#br0" timeOffset="28133">2058 3357 9677,'0'-5'8519,"0"1"-4503,0 4-3881,-26-13 111,12 15-151,-17-9 112,10 30-100,5 0-29,-8 12-16,5 0 5,0 0-45,2-1-16,4-5 5,4-6-11,4-7 28,3-8-145,10-7-852,10-11-1821,17-8-3584,13-9 5720,-1 1 0,-16 10 0,-14 7 0</inkml:trace>
  <inkml:trace contextRef="#ctx0" brushRef="#br0" timeOffset="28467">2164 3329 21063,'5'-40'-442,"4"7"358,1 32 34,3 1 33,-4 0 56,-1 0 129,-4 0 482,-1 0 1210,-3 0-1631,3 0 40,4 1 33,8 2 18,8 2-46,6 4-78,1 4-78,1 6-34,-2 5-34,-2 4-28,-5 4-660,-4-1 638,-3 2 0,-9-16 0,0-3 0</inkml:trace>
  <inkml:trace contextRef="#ctx0" brushRef="#br0" timeOffset="38691">2274 5615 11760,'5'-46'4215,"0"0"0,-2-4-3597,1-5 1,-2 3 189,-7 13-282,-1 10-403,0 14-229,2 12 139,2 10 29,0 20 0,0 13-40,-1 21-22,2-27 0,0 1-239,2 1 0,1-1 236,3-1 1,2-1 2,17 22 22,10-15 62,6-17-11,-8-13 252,14-27-135,-14-10-92,-9 3 0,-1-4-168,-3-1 0,-1-1 168,-1-3 0,-2 0-14,-1 0 0,-3 0-3,-1 2 0,-3 0 507,2-21-369,-6 14-3307,-6 17 3093,-1 16-5,-9 23 17,-2 17-11,-2 16-1,5 7-10,7-3 5,16-5 28,9-12-6,11-11 249,6-13-221,-1-12 33,-3-14-21,-3-10 3397,-4-10-3414,-4-7-6,-3-7-17,0-7-276,1-5 260,1 0 10,-1 6-32,-6 11-237,-6 16-654,-4 13-1148,-4 9-3698,-2 14 5753,0 3 0,-1-4 0,3-5 0</inkml:trace>
  <inkml:trace contextRef="#ctx0" brushRef="#br0" timeOffset="39424">3223 5615 18005,'0'-2'5254,"0"-1"-4610,0 3-627,2-42-22,-1 32 21,4-32-4,1 43-1,3 1 11,4 1 1,1-1 55,3-3 0,0-7-38,2-7 4,0-7 1,-3-8 17,-5-12-12,-5 5-27,-6 2 27,-5 9-22,-2 13-6,-2 1-33,-3 7 11,4 6-22,-6 10 5,4 8 34,-4 10-12,1 8-10,3 3 10,4 3 1,9 12-6,2-17 34,9 14-18,2-23-4,10 4 4,5-8 29,7-10-11,-6-7 50,27-20-39,-12-9-321,-11 1 1,0-3 303,-3 0 0,-2-5 25,3-12 0,-2-3-36,-9 13 0,-2-1 11,3-21 0,-5-1-3,-9 13 0,-4-1-413,2-10 1,-2-2 421,-1 4 0,-4 0-1396,-5-2 1,-3 4 1462,-2-13 2,-3 27 1,-2 6 8,-3 9-96,-3 3 342,2 24-352,3 15 28,-1 25-23,4-1-39,5-9 1,1 2 18,2-1 1,0 2-3,-1 13 0,2 2-1,1 1 1,3 1-42,5-14 1,2 2 0,1-5 10,-1 3 0,4-2-112,12 10 0,5-4-143,-6-24 0,2-3 1322,7 3 1,3-3-2435,6-7 1,0-6-468,14-3 1876,-13-13 0,-6-4 0,-15 1 0,10-7 0</inkml:trace>
  <inkml:trace contextRef="#ctx0" brushRef="#br0" timeOffset="40382">4494 5350 12046,'1'-5'6262,"0"1"-3579,-1 4-1653,-3-69-279,-6 44-471,4-14 0,-4 3 62,-13 25-236,2 5 101,-20 13-156,17 2 7,-7 9 1,0 6-25,-9 22-650,11-10 1,1 1 612,9-9 1,3 1-4,-3 13 1,4 2-421,3 14 423,9-17 1,5-1-49,24 17 1,-3-32 0,4-3-6,23 10 8,-13-18 0,3-3 20,-6-5 0,2-4 6,17-2 0,2-4 27,-11-3 1,-1-3 5,4-6 0,-3-4 6,5-11 16,-20 3 1,-5-1-17,-2-2 19,-4-2 1,-2-2 58,-9 1-5,-4-11-34,-15 25 1143,-10 9-1176,-2 11 489,-18 16-501,12 5-17,-9 13-5,19 1 6,9-7-12,13 13 6,11-17 11,10 8-6,10-16 6,6-6-6,-7-7 23,9-7 11,-11-7 17,5-10 61,-5-17 1,-13 2-29,-5-2 51,-15 1 50,-12-1-33,-4 3-1,-10 3-49,1 18-68,-1 7-28,7 8-23,-4 12-22,10 5-324,-3 23 33,11-13-1143,8 19-1724,11-12 3203,15 11 0,-11-19 0,3-6 0</inkml:trace>
  <inkml:trace contextRef="#ctx0" brushRef="#br0" timeOffset="41415">5483 5495 21360,'18'-59'1161,"0"1"1,-1 6-1,-5 7-819,-10 14-123,-2 10-130,0 9-117,-1 7-16,-4 8 38,-4 8-11,-4 9 5,-2 7 7,1-1 17,3-3 4,6-10 35,2-7 16,2-5-39,0-3-17,-1-2-5,0-1 16,-1-5-16,1 3-1,0-3-5,2 5 6,-1 1 11,1 1-12,0 1-21,0-1 16,-2 7 0,-3 6-6,-6 8 6,-4 11 0,-5 9-11,-3 6-6,-2 6 6,2 3 16,5-2-21,6-4 21,7-10-5,3-10 6,3-13 44,2-9-33,4-14 17,5-7 16,3-13-16,2-6 16,-1-7-39,-1-4-33,3 0 22,2 1 0,5 6-11,0 7 11,3 7-6,3 5 6,2 6-17,4 7-11,-1 12 17,0 9-28,-4 13 39,-5 6 11,-10 6 0,-8 0 6,-10 0-6,-7-4 17,-5-6-5,-2-9 10,2-10 23,4-8-50,4-11 16,3-9 29,7-12-40,5-8 11,8-6-5,6 1-23,3 3 12,1 7-17,-1 9 5,-1 7 6,-3 8 0,-1 7 28,0 11-33,-2 9-7,-4 14 12,-7 9-5,-4 7 5,-4 0-17,-1-4 11,5-7 34,4-8-5,7-11 22,6-11-1,10-15-38,7-11 39,8-15-1,-22 13 1,-2-2-180,1-2 0,-2-2 149,-1-2 0,-2-1 14,-3 0 0,-2-1 50,6-24 6,-10 7 28,-11 12 39,-6 10-28,-5 9-50,-2 7-22,-1 9-46,5 5 316,-6 13-332,2 9 0,-4 19 0,3 12-278,8-24 1,3 0-56,2 3 0,4 0-1499,5 1 0,4-2 1843,2-3 0,1-4 0,8 9 0,-5-17 0</inkml:trace>
  <inkml:trace contextRef="#ctx0" brushRef="#br0" timeOffset="42249">7899 5416 17400,'2'-10'2364,"1"-24"0,0-3-1664,-2 16-126,2-16 0,-4 5-423,-2 28-83,-6 15-29,0 6 11,-7 27-27,-3 4-35,2-7 1,-1 1-481,1-4 1,1 0-64,-5 7 1,0-1-88,7-15 1,0-1-3134,-4 6 0,0-3 2982,-8 8 1,4-6-1,9-16 1</inkml:trace>
  <inkml:trace contextRef="#ctx0" brushRef="#br0" timeOffset="42809">7480 5643 11659,'-1'-55'1966,"0"0"0,0 0 0,1 5 0,0 2 0,2 4-1347,0 3 0,3 6 277,8-22-677,1 28-146,3 12 61,7 22-28,4 14-22,14 19-333,-5 1 260,-10-7 0,0 1-8,-4-4 0,1 1-54,14 15 1,0-1 8,-12-14 0,1 0-278,19 13 1,-1-3-123,-6-12-799,-1-5 0,1-4-4650,-3-15 4474,5-5-997,-9-23 1249,-2-29 1358,-15 22 1,-1-1 121,0 0 1,-2-2 1557,1-19 1,-3 3-703,-2 5-79,-1 2 0,-1 3 628,-5 15-488,-1 4-1075,0 12 3280,-1 8-3308,5 9-17,5 5-23,9 7-27,6 4-45,-1-3 16,14 9-16,-9-11-22,14 5 10,-14-14 40,17-8-28,-23-7 39,22-14 67,-17-15 51,0-3 173,-2-7 118,-11 9 0,-5 7-84,-3 5-152,-4 10-122,-1 6-79,-13 37-23,-5 13 3,6-14 1,-2 4-130,-8 19 0,-1 2 101,6-11 1,1 1-411,1-1 0,-1 3 0,2 0 192,-1 16 0,3 0-1156,5-17 0,2 1 0,0-1 1394,0 15 0,2-3 0,1-18 0,1-4 0,0 5 0</inkml:trace>
  <inkml:trace contextRef="#ctx0" brushRef="#br0" timeOffset="43658">9227 5138 23495,'-37'-5'288,"0"0"0,-21-3-120,68 8-44,14-3-29,21-4-59,-13 2 1,2 0-483,4-2 1,1 1 456,1 1 1,1 2-18,-4-1 0,-2 3 231,22 7-231,-19 7 34,-21 12 22,-22 10-5,-21 11-314,5-19 0,-3 1 277,-6 2 1,-2 2-1282,-10 7 1,-1 0 1272,14-13 0,0 1 8,-10 7 1,2-2 13,3 1 6,1 4 34,17-13 145,17-10 425,19-11-492,23-15-101,-11 2 1,4-1 1148,9-6 0,2 0-1196,8-1 0,2 0-514,3 2 1,1 2 521,1 4 0,-4 2 0,-22 3 0,-4 1 0,19 3 0</inkml:trace>
  <inkml:trace contextRef="#ctx0" brushRef="#br0" timeOffset="44361">10685 5370 23913,'1'52'-27,"-1"0"0,1-1 0,4-2 0,-3-6 0,-13 17 0</inkml:trace>
  <inkml:trace contextRef="#ctx0" brushRef="#br0" timeOffset="46332">2548 7431 12886,'-4'0'4582,"1"0"1165,3 0-5227,53-33-167,-30 20-250,9-6 1,-1 1-31,-14 12-73,-4 4 17,-2 9-28,-1 6-34,4 13-39,4 5-28,7 4-73,6-1-156,8-4-163,6-6-208,3-6-347,0-8-430,0-5 492,-13-7-3042,11-12 1978,-21-5 1697,7-14 1227,-17-5 1007,-5-3 600,-5-4-11,-2 1-482,-3 4-655,0 8-498,-4 10-410,0 10-302,-2 7-78,0 12 44,-2 15-11,-4 21-48,4-10 1,-1 3-330,-1 10 0,0 3 299,-2 8 0,0 4-579,4-16 1,0 2 0,0 0 477,1 3 0,0 2 0,0-1-319,2 3 0,0 0 0,2-1-977,0 0 0,2 0 1,2-1 1079,3 1 0,3-1 0,-1-5 0,-2-4 0,1-4 0,3-8 0,0 0 0</inkml:trace>
  <inkml:trace contextRef="#ctx0" brushRef="#br0" timeOffset="47094">3734 7516 21786,'-2'-48'1019,"-1"1"1,1 5-1,-4 10-772,-15 22-236,5 9 6,-11 16 5,1 16 0,-8 18-494,16-17 1,2 1 460,1 3 0,3 0-23,3 0 1,3 0 46,5-3 1,4-1-59,13 20 17,14-14 22,10-17 23,4-13 45,3-21 5,-2-14-259,-3-18 237,-24 18 0,-1-2-6,-3-3 0,-1 0 17,-3-2 1,-2 0 38,-3-1 0,-1 2 11,-1-17 906,-12-7-838,-2 29 37,-10-4-194,3 23-45,1 10-5,3 14 287,1 13-288,5 15 1,3 11-79,12 7-108,0-30 0,3 0 60,3-1 1,4-2-26,3-2 0,2-2-123,27 14 123,4-14 135,0-15 156,5-29-67,-21 2 17,-13-4 0,-3-2 79,2-15 22,2-12 39,-4 3 252,-6 6-285,-7 18 16,-4 8-185,-6 14 23,-2 9 0,-5 11 198,0 13-226,2 9 0,6 3-12,13-1 6,7-4 1,13-10 16,8-10-34,7-9 28,4-15 51,1-12-22,-2-16 33,-6-10-3,-25 12 0,-3 0-14,3-14 17,-11 14 0,-5 1 45,-10-5-11,-7-4-57,-8 11-106,-6 10 17,10 11-252,-1 4-369,13 11-735,1 4-1730,8 9 3142,12 7 0,-7-12 0,6-1 0</inkml:trace>
  <inkml:trace contextRef="#ctx0" brushRef="#br0" timeOffset="47408">4808 7385 25853,'-4'-48'255,"0"0"1,1 2 0,5 12-234,8 27-10,15 12-46,1 14 34,2 8-6,-1 21-22,-11 3-39,-7-9 0,-3 2 5,2 17 12,-7-10 0,-2-3 89,0-17 17,-3 15 45,0-44-40,2-17 23,2-19-23,7-3 1,5-4-23,0 1 1,1 0-249,3-3 0,4 2 206,3 0 0,3 4-78,-2 11 0,2 2-639,4-3 0,3 2 720,2 7 0,-3 4 0,4 0 0,-7 8 0</inkml:trace>
  <inkml:trace contextRef="#ctx0" brushRef="#br0" timeOffset="49998">6539 7202 11514,'0'-6'4649,"0"2"1630,0 4-5450,-2-56-4678,0 42 4000,-1-42 933,1 55-905,1 1-44,0 0-46,-2 0-50,-2 1-11,-4 1 3387,-7 4-3387,-12 6-11,6-2 50,-27 18-39,23-12 0,0 1 0,-2 2 11,-9 13-22,-7 12-1727,22-12 0,3 0 1699,-3 13 2,10-12 1,7 0-136,22 18 60,0-10-1261,15-11 1,5-5 1098,4-5-74,0-4 1,5-1-1347,-6-9 0,0-1 223,2-1 1,0-2 1163,-2-1 0,-1-3-2939,4-9 0,-4-3 1958,1-4 1178,0-5 1,-3-3 2216,-5-1 1504,5-9-1869,-25 19 2908,-11 7-3306,-7 7 3593,-9 8-4085,-1 3-177,-4 8-473,8-4 111,2 2-61,7-5 84,0 1 398,13-5-448,6-6-235,7-4 61,28-22-56,-4-6-459,-10 6 1,2-2 393,-1-1 1,-1-3-642,4-4 0,-2-1 624,-7 6 1,-1-2 3,5-10 0,-2-5 10,-3-4 1,-3-2 5,0 0 1,-3 0-1,-8 14 1,-2 0-1,-3 3-173,-2-3 1,-5 4 223,-2-15-2496,-17 6 2445,2 29 434,-19-1-479,8 29-5,-14 16 22,17-3 1,2 3 515,-14 24-522,12-13 1,2 5-6,4 7 1,2 3-32,1 0 0,3 1-378,3 9 1,6-3 352,2-22 1,4-2-133,9 2 0,6-3 725,12-3 1,5-5-894,4 0 1,2-4 173,0-1 1,3-6-404,14-10 0,-1-8 327,-20-6 0,-1-3 205,16-5 0,-2-4 95,-22 4 1,-4-4 43,3-10 0,-3-3 340,-1-12-98,-9 13 0,-4-2-1226,-5-21 1240,-8 20 828,-7 4-711,-20 15 390,1 10-760,-15 5-49,6 16-12,1 13 28,2 11-44,9-5-4,10-4 1,2 0-20,2 14 195,-2 7-246,21 0 3426,5-22-3375,15 4 56,2-20 34,2-17 22,2-12 12,-1-14-29,-10 1 123,4-20-111,-15 14 33,4-10 11,-9 18-28,-5 11-50,-3 9-39,-2 8 33,-6 9-11,-6 18-34,-1 6 12,1 3-45,6 5 27,12-16 24,6 6-1,12-15 0,-2-8 73,20-14-34,-9-10 23,15-14-6,-12-8 40,-5-6 5,-7-5-500,-9-2 467,-6 10 195,-3-17-106,-5 23 17,1-11-11,-2 22-46,0 10-116,-1 7 498,0 6-521,-2 4 39,-6 17-6,1 6-22,-2 20-28,7 2-5,16 3-29,14 1-11,-6-26 1,4-2-420,3 1 1,2 0 244,-1-2 1,0 1-71,-2-2 1,-4 0-328,8 17-57,-23-5-458,-24-7-2661,-12-6 3030,-3-8 0,12-6 1,8-5-1</inkml:trace>
  <inkml:trace contextRef="#ctx0" brushRef="#br0" timeOffset="50341">8993 6911 21198,'-2'-5'3977,"1"1"-2448,1 4-1456,-50-46-40,25 45-30,-9-16 0,2 6-3,7 46-11,6-3-3,12-1 0,3 2 8,13 19-242,0-14 0,3 1 242,7-7 1,3-1-15,1 0 1,3-1-18,-1-2 1,1-1-23,-3-1 0,-2-1-13,9 10-264,-11 0-28,-20-16-348,-11 2-985,-13-12-3680,-11-7 4648,2-7 1,12 2 0,10-2 0</inkml:trace>
  <inkml:trace contextRef="#ctx0" brushRef="#br0" timeOffset="50525">8743 6999 18173,'3'-6'5674,"-1"1"-3562,-2 5-1905,51-36-50,-38 52-101,31-14-76,-46 28 1,-12 9-177,1 1 0,-2 1-1073,-3 3 0,-1 0 1269,-1 6 0,1-4 0,-3 7 0,6-6 0</inkml:trace>
  <inkml:trace contextRef="#ctx0" brushRef="#br0" timeOffset="51508">9276 7206 26715,'3'5'84,"4"-4"-45,13 12-22,-3-10 28,7-10 5,-2-5-5,8-11 0,0-8 33,-1-16-44,-12 12 33,-5-17 0,-14 21 12,-7-3-29,-9 11-22,-7 11 11,-5 8-22,1 10 6,2 9-1,2 11-22,4 12 11,2 8-28,5 7-16,5 4 10,7 2-8,7-23 1,4-2 19,5 12-15,8-13 1,4-3 3,1-9 10,0-4 1,3-3-17,11-7 6,11-8 33,-1-13-22,-3-13 28,-4-10 22,-8-5-11,-8-2 6,-9 5 5,-9 6 11,-8 9-22,-6 4 6,-2 6 11,-2 3-34,2 4 28,3 1-11,1 1-17,2-3 6,3-1 0,0-1 28,3-1-17,0-1-28,0-1 22,1-4 6,-1-2-6,-2 1 40,0-5-28,-1 3 10,-1-5 18,0 2 50,-2 3-73,-1 8 17,-2 1-5,1 7-18,-2 1 23,1 1-45,1 1 85,1 1-113,0-1-39,0 1 28,-1 1 33,-2 4 1,1-1-6,-2 5-6,4 0 6,1 4 23,10 15-51,5 6 28,4 4-11,9 13 5,1-7-3,-6-10 1,0 2-349,8 12 326,-10-16 0,-4 0-199,-4 6-27,-2-1-3188,-42 13 3445,-2-23 0,-7 4 0,16-20 0</inkml:trace>
  <inkml:trace contextRef="#ctx0" brushRef="#br0" timeOffset="54111">11602 6821 16717,'-1'-44'1478,"0"0"1,-1 0 0,-2-14 0,-4 7-1051,0 18 1,-4 5-26,-18-4-280,-2 26-50,-2 27 6,-2 29-65,15-11 0,2 5-721,-2 11 0,2 4 699,6-14 1,0 2-1,2 1-558,-1 4 1,1 1 0,2 1 488,0 2 0,1 1 1,0 1-104,1 2 1,1 0 0,1 1-105,0 1 1,0 0-1,0 0-157,1 0 0,-1 0 1,0-1-206,-1-4 0,-1-1 0,-1-2 233,-1-6 1,-2-3-1,-1-3 603,-7 5 0,-4-8 908,-26-3-1591,18-45 0,1-10 981,-9-17 21,12-7 1,6-6-82,12 7 1,4-2-227,0-13 0,5-4-116,7-1 1,7-1-61,-1 22 0,1 1 1,4 0-20,3 2 0,3 1 1,3 1-14,1 2 1,3 2-1,1 1-17,3 1 1,1 2 0,1 1-4,1 2 0,2 2 0,0 0-16,0 2 1,1 1 0,1 0-2,6-2 0,1 1 1,-3 1 36,2 0 0,-2 0 12,12-6 0,-4 2 1123,-1-2-894,-2-2 239,-20 9-127,-19 7 2821,-9 4-3022,-8 4 1186,-5 4-1316,-6 9 140,-3 11-161,-1 15-7,6 10-4,6 6 10,15-2-3386,19 3 3381,-2-19 28,19 2 50,-14-23 67,5-5 85,-7-14 22,-8-13 5,-6-14 3376,-6-9-3437,-8-8-12,-8-5-66,-5 1-40,-3 7 6,0 11-51,4 15-111,3 10-281,6 14 79,2 5-998,5 18-2682,8 9 3971,4 5 0,-2-13 0,-4-10 0</inkml:trace>
  <inkml:trace contextRef="#ctx0" brushRef="#br0" timeOffset="54433">12442 6995 22895,'-2'-6'3333,"1"1"-3227,1 5-134,13-22 28,0 26-84,33 12 45,-21 16-12,-1-1 1,-2 2-62,-5 7 73,-4 4 50,-19-10 23,-15-16 67,-13-13 33,-2-17 45,6-14 29,12-15-29,16-11-107,12 18 1,5 1-59,2 5 0,2 2-17,1 0 1,2 3-261,30-8-807,-7 14-4626,16 2 4848,-7 6 0,-28 6 0,-16 2 0</inkml:trace>
  <inkml:trace contextRef="#ctx0" brushRef="#br0" timeOffset="55327">14348 6761 21756,'-1'-61'1073,"1"0"1,-2 15 0,-1 5-945,-5-8 284,-1 35-458,5 33 62,2 0 17,0 44-48,5-15 0,1 3-389,-2-9 0,0 2 336,1 2 0,1 4 0,-1 0-808,-1-1 1,0 0-1,-1-1 668,2 11 0,-1 4-653,-1-12 0,0 5 0,1 1 1,-2-7-1810,-2 12 0,0-3 1651,1-11 1,-1 2-1,-1-5-1141,-6 8 0,-5-10 1331,-20-10 2504,0-26 1199,-1-46-1142,24 3 1,5-4-401,0-6 0,2-2-423,4-3 0,3-2-503,1 1 0,1 3-152,0 10 0,2 1 145,3-7 1,1 3 1564,2 3-1965,7 0 0,5 2-118,12 8 210,-12 8 1,1 3-160,16 3-31,-10 9 0,1 1 42,10-3-3,5 2 1,0 0 46,-7 1 148,-3 1 0,-2 1-119,-9 2 1554,2 2-1425,-22 3 487,-18 12-404,2-4-2614,-23 19 2458,18-14 22,-12 22-16,22-13-12,9 12-11,16-9-34,6-7 29,20 0 21,13-11-27,-11-2 75,-11-12 1,-1-6 76,-2-8 21,9-21-106,-23 10 3644,-7-28-3543,-10 14 0,-8-17-57,-8 18-100,-5 13 84,-17 3-89,6 16-57,-12-1-33,12 16-73,8 7-190,7 14 27,7-1-1310,11 26-694,10-11 267,-1-11 1,2 0-7820,26 14 9777,-8-14 1,-9-13 0,-17-13 0</inkml:trace>
  <inkml:trace contextRef="#ctx0" brushRef="#br0" timeOffset="56466">15439 7184 12253,'6'-6'9830,"-2"1"-9138,19-25 0,2-9-149,-5 0-137,9-7 0,-2-2 238,-17 7-15,-4 10-489,-8 12 93,-9 9-149,-23 15-72,-9 12-4,14-2 0,-1 4-125,2 5 1,3 2 111,-14 17-21,18-8 1,3 0-42,4 11 0,4 16 5,22-23 275,13-15-196,14-11 0,8-21 27,5-17-324,-24 5 1,-1-4 296,16-19 16,-12 0 1,-3-4-17,-8 8 0,-1-1-4,-1 0 0,1-3 0,-3 3 4,0-4 0,-2 0 16,-1 2 1,0-2-1,-1 2 37,-1 2 0,0 1-3,3-13 1,-2 1 66,1-3-78,-8 23 0,-3 16 152,-2 14-203,-5 14-16,-4 18 28,-9 23-6,7-18 0,1 3-143,-3 7 1,1 3 78,2 3 0,1 2-601,1 3 1,4 0 496,3-1 0,4-1-34,4-4 1,5-3-146,5-6 0,3-4 260,-3-10 1,3-4-76,13-2 0,2-6 89,12-9 59,-14-8 1,1-5 2,14-23 16,-24 8 1,-2-3 11,0-3 0,-1-2 25,-1-2 1,-2 0 13,10-21 59,-11 16 0,-2 1 137,-1-7 23,1-10-62,-15 26 592,-9 11-788,-2 8 1158,-18 13-1186,6 9 343,-12 14-337,7 8-17,4 9-17,6 3-6,7-1 1,8-6 5,10-9 28,8-12 39,11-12-39,8-16 22,4-13 29,3-16-290,-3-9 323,-6-5 16,-7 2 29,-7 4 22,-6 10-11,-5 10-56,-5 11-78,-3 9-12,-3 11 1,-5 10 277,-4 14-283,1 11-11,2 8-12,6 1 1,11-2-23,7-8 0,14-10 22,10-9 6,8-10 39,4-14 0,-2-13 6,-4-12 22,-8-9-11,-9-4 12,-9 2 27,-9 10-56,-5 12-11,-10 11 11,-7 14-11,-8 9 17,-1 10-28,5 1 5,13 2-5,7-12 0,16-3 11,9-13-23,18-6 35,11-8-1700,-20-3 0,0-2 1694,14-9 19,-19 3 0,-3-2 20,1-11 62,3-8 94,-10 5 74,-9 10-18,-5 10-149,-6 11 3284,-2 5-3392,2 13 0,1 16 0,-1 8 0,0 4-636,2 22 636,-5-3 0,-3 4-1173,-4-8 1,-2 1 477,1-4 1,-1 2 0,-2 3 694,1-5 0,-2 3 0,1-2 0,0-4 0,-1 11 0,0-5 0,0 3 0,-1-1 0</inkml:trace>
  <inkml:trace contextRef="#ctx0" brushRef="#br0" timeOffset="60265">3980 9352 5046,'-52'0'385,"0"0"1,0 0 0,-1 0 0,1 0 0,-8 1-1,1 0 1,1 0 0,5 1-181,0 0 0,4 0 1,3 1 66,-13 2 0,5 0-188,14-1 0,5-1 1346,-4 2-1145,37-2 417,34-2-618,-1-1 0,4 0 22,12 0 1,4-1-274,-10 1 0,2-1 0,2 1 415,5-1 0,3 0 1,3 0 92,2 0 1,5-1 0,1 1 0,-4-1-705,1 1 0,-3 0 0,5-1 431,-8 0 0,6 0 0,1-1 1,0 0-1,-3 0-574,2 0 0,-3 0 1,1 0-1,3-1 549,-10 0 0,2 1 0,1-1 0,1 1 0,1-1 0,0 0-263,3 0 0,0 0 1,1-1-1,0 1 1,1-1-1,0 1 249,-7 0 1,1-1 0,0 1-1,0 0 1,0-1 0,1 1-1,0-1-103,2 1 1,0-1 0,1 1 0,-1-1-1,1 1 1,0-1 0,0 1 107,1-1 0,1 1 1,0-1-1,0 1 1,0-1-1,0 1 1,0 0-51,1-1 0,0 1 1,0-1-1,0 1 1,1 0-1,-1 0 1,1 0 31,-9 0 0,1 1 0,0 0 0,0-1 0,0 1 0,0 0 1,0 0-1,0 0-2,0 0 0,0-1 0,0 1 0,0 0 0,0 0 0,0 0 0,0 0 0,0 0 6,7 0 0,1 0 0,-1 0 0,1 0 0,-1 0 0,0 0 0,0 0 0,-1 0 0,0 1 0,0-1 0,0 0 0,0 1 0,0-1 0,-1 1-2,-1 0 0,0-1 1,1 1-1,-2-1 1,1 1-1,0 0 0,-1 0-3,-1 0 0,0 0 1,0 0-1,0 0 0,-1 0 1,0 0-1,0 0-3,-1 0 0,-1 1 0,0-1 0,0 0 0,0 0 0,0 0 1,-1 1-4,8-1 0,0 0 1,-1 0-1,0 0 0,0 0 1,-1 0-22,-2 1 1,0-1 0,-1 0 0,0 1 0,0-1-1,1 0-192,4 1 1,2-1-1,0 0 1,-1 0-1,-2 1 1,-3-1-315,5 0 0,-4 0 0,-1 1 0,1-1 518,7 0 0,4 0 0,-6 0 0,-12 0 0,-16 1 0,-7 0 0,30-1 0</inkml:trace>
  <inkml:trace contextRef="#ctx0" brushRef="#br0" timeOffset="60891">3094 9527 18683,'40'-4'2050,"-11"21"-1885,-27 16 0,-8 8-39,3 5 0,-1 3-1261,0 9 1,0 2 1182,1-14 1,0 2-1,0 2-676,0 6 0,1 3 0,-1 1 647,1-10 1,0 2 0,-1 1-1,1 0-7,0 6 1,0 1 0,0 1 0,-1 1-213,2-8 1,-1 0 0,0 2 0,0-1 0,1 2 204,-1 2 1,0 1 0,0 1-1,1 0 1,0 1-265,0-9 1,0 1-1,0 0 1,1 1 0,-1-1-1,0 1 260,1 1 0,-1 0 0,1 0 0,-1 0 0,1 1 0,0-1-2,0-1 0,1 1 0,0 0 0,-1 0 0,2-1 0,-1 0-37,1 8 0,-1 0 0,2 0 0,-1 0 0,2 0-630,1-6 1,0 1 0,0 0 0,2-1 0,-1-1-1,0-3 668,1 9 0,1-3 0,0-3 0,-1-1 0,3 10 0,1-3 0,-2-10 0,-3-20 0,1-1 0</inkml:trace>
  <inkml:trace contextRef="#ctx0" brushRef="#br0" timeOffset="61959">11583 9062 20711,'-20'-8'716,"0"22"-565,13 19 1,3 9-29,-3 6 0,-2 3-1423,-1 10 1,-1 2 1327,1-17 0,0 1 0,0 2-480,-1 4 1,-1 1 0,1 1 451,-2 3 0,1 1 0,0 1-5,3-13 1,0 0 0,1 1 0,0 0 5,1 2 1,1 1-1,0-1 1,0-1-2,1 3 0,0-1 0,0 4 0,2 1 0,1 5 0,0 1 0,1-5 9,-1 1 0,2-4 1,-1 4-223,0 1 0,0 5 1,0 1-1,1-4 210,-1-8 0,0-2 1,1 0-1,-1 0 7,-1 1 0,1 0 0,-1-1 1,1-1-5,-1 2 0,-1-1 0,0 2 2,-1 2 1,-2 2 0,0 1 0,0-4 6,-1-4 0,0-2 1,-1 2-6,0 0 0,-1 4 0,0-1 1,0-3-276,-2 2 1,1-3-1,-1-1 260,1-3 0,-1-1 0,1-1 111,-2 16 1,0-1-115,2-6 0,1-2 421,0-5 1,1-1-431,0-4 1,0-2 2,-2-4 1,-1-1 10,-1-3 1,-2-2 1799,-11 13-1806,-1-15 1,-4-3 20,-23 6 264,11-8 0,-4-2-304,0-3 1,-2-3-32,-7 1 1,-2-2-90,14-3 0,-1-1 0,-1-1 73,-4 1 1,-1 0 0,-1-1-390,-5 0 1,0 0-1,-2-1 419,-3 1 1,-2 0 0,-1-1-444,13-2 0,-1 0 0,-1 0 1,0 0 466,-3 0 0,0 0 1,-1 0-1,-1 0 3,-3-1 0,-2 0 1,1 0-1,2 0 14,10-1 0,3 0 0,-2-1 1,-3 1-1,2-1 1,-4 0 0,-1 0-1,-2 0 1,3 0 0,2 0-292,-9-1 0,3 1 0,0-1 0,-4 0 293,6 0 1,-3 1-1,-2-1 1,0 0 0,0 0-1,3 0-164,-4 0 0,3 0 0,-1 0 0,2 0 0,-2 0 145,1 0 0,-1-1 0,0 1 1,0-1-1,0 1-76,0-1 1,0 1 0,0-1 0,-1 1 0,1-1 86,1 0 0,-1 1 1,1-1-1,-1 0 1,1 1-1,0-1 1,0 1 0,0-1 0,0 0 0,0 1 10,1 0 1,-1-1-1,1 1 1,-1 0-1,1 0 0,0 0 1,1-1 0,-1 1-1,0 0 1,1 0 9,-1 0 1,1 0 0,-1 0-1,1 0 1,0 0 9,0 0 1,1 0 0,-1 0-1,1 0 1,-1 0 0,2 0 1,-1 0 0,1 1 0,-1-1 0,1 0-6,1 1 0,0 0 1,-1 0-1,2 0 0,-1 0 1,1 0 0,1 0 1,-1 1-1,1 0 1,0 0-1,-12 1 1,1 0 0,0 0-1,1 0-5,1 1 0,1 0 0,0 0 0,1 0-10,2 1 0,-1-1 1,2 0-1,3 0 187,-3 1 0,3-1 0,-2 1-235,4-1 1,-2 0 0,1-1 0,5 0-214,-10 1 1,2-2-518,7 0 1,-1-1 0,7-1-883,-16-4 1663,25-5 0,28 7 0,2-1 0</inkml:trace>
  <inkml:trace contextRef="#ctx0" brushRef="#br0" timeOffset="63552">3525 11662 18924,'59'-8'317,"0"-1"0,-12 2 0,4-2 0,3 0 0,-1 0-1622,4-2 1,1-1-1,2 0 1,2 1 1354,-10 1 1,3 1-1,2-1 1,0 1-1,-2 0 1,-3 1-236,10-1 1,-5 0-1,2 1 1,5 0 170,-10 2 0,6-1 1,3 1-1,0 0 1,0 0-1,-4 0 1,-6 1-190,6 0 0,-6 0 0,0 1 0,6-1-13,-4 1 0,6-1 0,3 0 0,2 1 0,-2-1 0,-1 1 0,-6 0-1023,0 1 0,-4 1 1,-1-1-1,-1 1 0,1 0 1239,4 0 0,2-1 0,-1 1 0,-3 0 0,-3 0 0,8 0 0,-4 0 0,-7 1 0,-7 0 0,-1 0 0</inkml:trace>
  <inkml:trace contextRef="#ctx0" brushRef="#br0" timeOffset="63825">3693 12327 15765,'63'-6'489,"0"-1"1,-1 1-1,0-1 1,0 1-1,-4-1-336,-15 2 0,-2 0 0,1 0-1567,6-1 0,1 1 0,-2 1 1439,11-2 0,3 1-38,-13 2 1,5 0-1,2 0 1,-4 0-155,3 1 1,-2 0 0,4 0-477,3 1 0,5-1 1,-1 1-1,-4-1-539,-3 1 0,-3 1 1,0 0 1181,5 1 0,0 0 0,-13 0 0,-7 0 0,-10 1 0</inkml:trace>
  <inkml:trace contextRef="#ctx0" brushRef="#br0" timeOffset="64059">4230 12904 20224,'-45'18'16,"1"1"1,4-3 0,17-3 162,39-5-89,10-7 78,18-7 0,8-2-79,-1-1 1,1-1-658,-11 2 1,1 0 0,4-1 562,6-1 1,4-1 0,2 1 0,-4 0-495,6 0 0,-3 0 0,4 0 436,-10 2 0,5-1 1,1 1-1,-2-1 1,-3 1-116,10 0 1,-4 0 0,2 0-1441,-6 1 1,3 0 0,-2 0-1,-4 0 1281,-3 1 1,-3 1 0,-2 0 0,17-4-1,-6 2 1,5-1 0</inkml:trace>
  <inkml:trace contextRef="#ctx0" brushRef="#br0" timeOffset="66552">13627 9615 15745,'5'-52'1304,"1"1"1,-1-1 0,2-14 0,-1 13-962,-2 24 227,-3 27-307,-1 24-16,-5 25-133,2-11 1,-2 5-681,-4 13 0,-1 2 602,2-9 1,-2 6-522,0-7 1,-2 6 0,-1 4 0,-1 0 0,2-4 474,-1-2 0,0-2 0,0 0 0,0 3-4,-1 1 1,0 2 0,0 3-1,0 0 1,-1-1-105,-2 6 1,0 2-1,0 0 1,1-4-1,2-5 8,0 0 0,2-5 0,-1 4-51,1 0 1,-2 6 0,0 1-1,2-1 1,3-6-348,1 0 0,3-5 0,1 3-174,2 10 1,1 3 0,3-5-1596,4 1 0,4-6 2277,2-8 0,1-9 0,4-13 0,-9-17 0</inkml:trace>
  <inkml:trace contextRef="#ctx0" brushRef="#br0" timeOffset="67402">13431 9333 8604,'49'-12'225,"-1"-1"1,1 0 0,-1 1-1,2 0 1,-1 0 0,0 1 0,-1 2 123,9 2 0,-1 2 0,-1 1-1127,-7 0 0,-1-1 0,4 1 1030,0 0 0,3-1 0,2 1 0,2-1-40,-2 0 1,1 0 0,2 0 0,0 0 0,-3 0-569,5 0 1,-4-1 0,3 1 0,6-1 406,-14 2 1,5-2 0,4 1 0,1-1 0,1 0 0,-1 1 0,-3-1 0,-4 1-150,12-1 0,-5 0 0,-1 0 0,0 0 0,2 0 106,-10 1 0,1 0 0,0 0 0,2 0 0,-1 0 0,0 0 0,0 0 5,1 0 1,-1-1 0,0 1-1,0 0 1,1 0 0,0-1-1,1 1-137,4 0 0,0 0 0,1 0 1,0 0-1,0-1 0,1 1 1,0 0 144,-7 1 0,1-1 0,-1 0 0,1 1 0,0-1 0,0 1 0,2-1 0,0 1-33,-2-1 1,2 1-1,1-1 1,1 1-1,-1-1 1,1 1-1,-2 0 1,0 0-1,-2 0 47,6 0 0,-1 0 0,-1 0 1,0 0-1,-1 0 0,-1 1 1,2-1-4,-2 1 0,0 0 0,0-1 0,0 1 0,0 0 0,-1 0 0,0 0-11,-1 1 1,0-1-1,0 0 1,-1 1 0,0 0-1,0-1 1,-1 1-11,8 0 0,-2-1 0,1 1 1,-1 0-1,0 0 0,-1 0-10,-2 0 1,0 1 0,-1-1 0,0 1 0,-1 0 0,0 0-2,7 0 0,0-1 0,-1 1 0,-1 0 0,0 1 2,-4-1 0,-1 1 1,-1-1-1,0 1 0,-1 0 73,8 0 1,0 0-1,-3 0 1,-2 1-69,1-1 1,-3 1-1,0 0 307,0 1 1,-1 0 0,-2 1-170,7 2 1,-4 1 58,-4 0 0,-3 1-19,-6 0 1,-6 2 1658,-5 7-1715,-15-3 2471,-6 5-2371,-5 7 2130,0 5-2292,-2 7 890,-2 2-924,-3-7 37,-3 4 0,-1 1-36,-1 3 13,-1 3 1,-1 4 19,4-15 0,1 1 23,-1 12-1,1 3-574,1 5 1,1 1 576,2 6 1,1 2-544,2-17 1,0 2-1,1 0 481,1 3 0,1 2 0,0 1-594,2 3 1,1 1 0,-1 1 581,2 2 1,-1 2 0,1-1-19,0 2 0,0 1 0,-1-3-4,-1-12 0,-2-2 1,0 3-27,-1 1 1,-1 4 0,-2-1-1,-1-4-349,-4-1 1,-2-4 0,-2 2 371,1 1 0,-2 2 0,-1 1 0,-4-5 9,-6 3 0,-4-4 0,-2-2 3,-4-2 1,-3-2 0,-1-4-12,-7 7 1,-5-4 1,6-10 0,-3 0 0,-3-3-9,-8 1 0,-2-2 0,-2 0 4,13-5 1,-2-1 0,0 0 0,-2-1-147,-9 3 1,-3 0 0,0-1-1,0-2 156,5-2 1,0-2-1,0 0 1,-1-1-195,-5 0 1,-1 0 0,0 0 0,-2-1 202,10-2 0,-1 0 0,0 0 0,-1 0 0,-1-1-83,-3 1 0,0-1 0,-1 0 1,-1 0-1,0 0 79,7-1 1,0-1-1,0 0 1,0 1 0,-1-1-1,-1 0-86,-1 1 0,-1-1 0,0 1 0,0-1 0,0 0 0,-1 0 88,-2 0 1,0 0-1,-1 0 1,1 0-1,1 0 1,2-1-5,-1 1 0,2 0 1,1-1-1,-1 0 1,-2 1-4,2-1 1,-1 0 0,-1 0 0,0 1 0,-1-1 0,0 0-53,-1-1 1,0 1-1,-1 0 1,0-1-1,0 1 1,-1 0 52,8-1 0,1 0 1,-1 0-1,-1 0 1,1 0-1,-2 0 0,0 0-5,3 0 0,-2 0 0,-1 0 0,1 0 0,-1 0 0,1 0 0,1-1 0,1 1 9,-9 0 1,2 0-1,1-1 1,1 1-1,0-1 1,-1 1-2,-1-1 1,1 0-1,0 1 1,-1-1-1,1 0 1,0 0-13,-1 0 1,1 0-1,0 0 1,0-1-1,-1 1 1,1 0 4,-1-1 0,0 0 0,-1 0 0,1 0 0,2 0 0,1 0 1,1-1 0,2 1 0,2 0 0,-2-1 0,-4 0-25,5 0 0,-4-1 1,-1 1-1,-2-1 1,2 0-1,2 0 1,3-1-121,-2 0 0,4 0 1,2-1-1,-2 0 1,-3 0-508,-4 0 1,-4-1-1,-1 1 1,0-1-1,2-1 1,6 1 652,-5-2 0,3-1 0,5 0 0,3 1 0,3-1 0,4 1 0,5 0 0,7 0 0,1-1 0</inkml:trace>
  <inkml:trace contextRef="#ctx0" brushRef="#br0" timeOffset="68059">14466 9783 20610,'-41'-1'322,"0"0"0,-15-4-233,88-2-78,1 1 1,6-1-119,19-1 1,6-2-1527,-8 3 1,4-1 0,2 0 965,-7 1 0,1 0 1,2 1-1,2-1-724,-7 1 1,2 0 0,0 0 0,1 0 0,-2 0 1200,10-1 0,1 0 0,-2 0 1,-8 1-1,14-1 0,-14 1 0,-10 1 1</inkml:trace>
  <inkml:trace contextRef="#ctx0" brushRef="#br0" timeOffset="68459">14108 10885 19249,'60'-12'-54,"0"0"1,0 0 0,-12 3 0,-1 0 0,2-1 0,1 2 15,1-1 1,3 1 0,0 0 0,0 0 0,-4 1-1252,-1-1 1,-3 2 0,0-1 0,3 0 1008,6 0 0,4 0 0,1-1 0,-1 2 0,-4 0-1091,-2 1 0,-4 0 0,0 2 0,1-1 1371,4-1 0,1 1 0,-1 0 0,-4 0 0,-2 1 0,-4 0 0,-4 1 0,-5 0 0,0 0 0</inkml:trace>
  <inkml:trace contextRef="#ctx0" brushRef="#br0" timeOffset="68711">14040 11531 18268,'48'-1'97,"0"1"1,0-1 0,0 1 0,2-1 0,2 0-1,-2 0 1,-2-1-81,0-1 0,-4-1 0,4-1-1004,0 2 1,3-1 0,2 0 0,-2 1 954,11-1 0,-1 0 1,3 1-286,-15 0 1,1 1 0,1-1-1,2 1 1,1 0-11,0 0 0,2 0 1,2 1-1,-1 0 1,-2 0-1,-2 0 6,6-1 0,-3 1 1,-1 1-1,3-1-282,2 2 1,4-1-1,0 1 1,-2 0-1,-7 0-1051,4 1 0,-6 1 0,0 0 1654,3 0 0,1 1 0,-6 0 0,-2-1 0,-8 1 0,-1 1 0</inkml:trace>
  <inkml:trace contextRef="#ctx0" brushRef="#br0" timeOffset="68952">14497 12048 17468,'-58'11'1226,"0"0"1,5-1-961,6 1 0,17-3-98,40-8-51,23-4 1,9-1-15,8-2 1,5-1-1175,-4 2 1,4-2 0,2 1 1158,-9 1 0,2-1 1,1 1-1,3 0 100,2 0 0,4-1 1,1 1-1,-1 0 1,-3 0-104,-3 0 0,-3 1 1,0 0-1,4 0 15,4-1 1,4 1 0,1 0 0,1-1 0,-3 2-35,-6 0 0,-1 0 0,0 0 0,-2 1 1,0 0-60,3-1 0,-2 1 0,1-1 0,4 1-217,-5 0 1,5-1 0,2 1 0,-1-1 0,-4 1 0,-6 1-3068,6-1 0,-7 0 0,2 0 2856,11 0 0,1 0 1,-10 0-1,-14 1 0,-11 0 1,-12 1-1</inkml:trace>
  <inkml:trace contextRef="#ctx0" brushRef="#br0" timeOffset="72015">20693 3713 5105,'-6'-3'7377,"1"0"-2914,5 3-3556,-30 61 160,9-20 1,-1 3-1003,-6 11 0,-1 3 114,1-1 0,3-5-33,1 4 795,9 0-482,12-24 1512,10-2-1186,7-19-281,13-24-202,12-21-182,-14 7 1,1-3 189,4-4 0,2-4-250,-5 4 0,2-2 0,-3 2-49,3-2 0,0-1 9,3-4 1,2-4 0,-4 6-7,-10 13 0,1 0-9,17-21 1,2 1-4,-14 19 1,1 3-14,16-9 0,1 3-6,-15 11 0,2 3-305,18 0 0,-2 7-462,-11 12-6705,18 19 6697,-42 5 0,-4-3 0,-8-8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6T13:50:23.2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2603 2864 17249,'0'-10'2974,"2"-39"1,-3-5-2348,-7 22-473,3-21 0,-4 7-59,-10 38 84,-16 19-75,8 9 0,-2 5-657,-2 5 1,0 4 585,-9 13 1,1 4-455,7-1 1,4 0 426,2 2 0,5 0-20,6-2 0,3-1-39,4-12 0,5-1-3,12 10 0,9-5-241,23 6-669,-3-17 0,3-5 711,-9-12 1,3-6-455,26-6 0,-1-5 608,-28 0 1,0-4 79,12-5 1,5-4-1,-7-2 182,-8-2 1,-4-3 3,11-9 0,-4-3 96,-16 6 0,-6-1 1346,2-27-739,-11 0-616,-6 23 195,-6 6-279,-7 24 1348,-3 5-1382,-23 24-89,9 7-37,8-6 1,1 2-26,-3 23 6,10-1 672,21-6-661,15-10 0,20-14-34,14-11 31,-25-10 1,1-4-134,1-1 1,-1-4 146,-3-3 0,-1-4 45,20-23 11,-13-5 51,-15-2 28,-9 1 6,-14 4 10,-7 5 0,-8 9-27,-4 10-57,-4 10-61,4 7 321,-19 16-349,6 14 5,0 0-61,10 14-224,21-10-634,12 9-1701,17-4-5295,20-7 7921,3-12 0,-14-8 0,-14-7 0</inkml:trace>
  <inkml:trace contextRef="#ctx0" brushRef="#br0" timeOffset="593">3461 2998 26099,'-5'-30'62,"-1"19"-40,-2 60-11,-3 10-22,4-28 0,0 0-23,-5 30 40,2-10 11,5-14 39,3-15 33,3-14-16,3-18 6,4-13-1,3-17-22,2-12-278,0-8 233,-6 28 0,-1 0 8,2 1 1,-1 0 36,11-23-33,1 12-7,2 13-10,1 14-6,3 9 0,3 14-17,2 7 17,-5 5 6,8 23-17,-14-5 300,3 18-289,-12-9 0,-7-3 11,-9-8 17,-1-9 79,-4-13-29,2-11-16,1-15 22,1-13-51,3-14-5,3-9 6,9-6-23,6 2 12,9 5-7,5 8-16,3 11 6,2 10 11,2 9 0,2 9-12,2 12-33,-2 11 6,-2 13-51,-7 11-112,-9 7-901,-10 5-746,-6 0-3562,-5-3 5394,1-13 0,0-17 0,1-14 0</inkml:trace>
  <inkml:trace contextRef="#ctx0" brushRef="#br0" timeOffset="1625">4275 2884 26155,'30'-24'120,"0"0"1,21-3-20,-41 56-51,-2 16 1,-3 7-18,-8 5-10,-5 2 5,-5-5-12,-1-10 46,1-14 72,3-15-33,3-13-62,2-15-22,2-14 34,0-15-12,3-11-11,4-6 17,3 0-1722,1 26 1,1 1 1693,3-8-12,10-4 1,-6 24 16,6-1-16,4 8-23,3 6 6,5 11 3397,4 10-3397,-1 12 5,-6 13 1,-8 6 16,-10 5 0,-8 8-22,-5-20 11,-5 7 34,0-28 10,-1-3 1,2-12-22,2-15-1,2-12-5,3-12-6,4-7-11,6-1 0,5 1 6,10 0-12,-3 13 6,0 7 0,-2 13 0,-4 8-11,7 4-12,-1 9 7,-1 10-29,-5 12-73,-4 6-207,-3 5-509,1 1-1849,10 3-325,2-15 907,2-5-3118,4-19 547,0-14 2790,11-7 2666,5-11 1790,-20 5 0,-1 0-496,10-9 1372,7-14-985,-16 10-639,6-6 957,3-3-2290,-17 20 67,-2 3-436,-17 18-1,-7 5-6,-8 6-16,-9 11 0,-12 20-62,7 0-39,3 1 28,13-1-17,8-11-16,10 6-1,17-4 6,10-14 6,4-5 33,9-14-11,-6-10 67,17-18-56,-13-7-464,-21 10 0,-4 0 459,0-11-95,-7-9 168,-9 9-3006,-15-15 2939,2 19 94,-31-8-78,7 27-39,-7-1 614,-1 15-664,13 11 137,-4 10-126,9 11-40,10 8-195,8 4-454,15 0-802,14-2-1506,19-8-1897,-6-19 1,1-4 4257,20 2 0,-7-7 1,-30-7-1</inkml:trace>
  <inkml:trace contextRef="#ctx0" brushRef="#br0" timeOffset="1953">5764 2949 24554,'36'-46'705,"0"0"1,-4 6 0,-9 10-33,-19 21-634,-5 10 112,-4 10-140,0 1 54,-10 18-54,0 3 170,-3 12-209,0 10 16,9-10 1,2-4 39,8-13-5,5-17-1,5-4-33,15-28 16,2-10 7,3-9-10,-9 9 1,-1 1-3,2-2 0,3-1 0,2 0 39,2 4-22,7-5-6,8 17-5,-17 18-28,13 8-46,-13 26-307,-9 9-555,-10-14 1,-3 1-3239,0 17 4168,-3 4 0,-3-31 0,0-1 0</inkml:trace>
  <inkml:trace contextRef="#ctx0" brushRef="#br0" timeOffset="2409">8246 2920 25937,'-54'30'-23,"11"11"-243,39-7 0,6 4-1849,0-1 1,1-2 2114,4 25 0,0-24 0,-1-18 0</inkml:trace>
  <inkml:trace contextRef="#ctx0" brushRef="#br0" timeOffset="2792">8530 2588 22873,'-11'-45'735,"0"0"1,2 2-1,-2 16-690,1 32-22,1 4 83,-11 31-61,2-1-31,5-9 0,0 1-9,-4 21 23,7-5 18,10-10-7,6-14 247,14-10-107,0-18-56,11-13-5,-1-15-57,-7 2 202,2-17-83,-17 16-52,1-12-21,-14 17-74,-3 8-55,-3 9-6,0 8 11,0 12-22,0 12-207,-1 15-544,2 13-1451,4 13 2241,4-23 0,1-2 0,1 5 0,-1-1 0</inkml:trace>
  <inkml:trace contextRef="#ctx0" brushRef="#br0" timeOffset="3159">8692 2969 26390,'23'-38'173,"0"0"1,-2 1 0,-6 17-135,-15 36 6,0 15-20,-2 6 1,0 4-7,0-6 1,-1 0-240,-1 14 0,0 0 220,1-15 0,0-3 6,-1 22 137,3-19-37,4-20-16,6-24-29,10-19 40,10-21-65,-12 18 1,1-2-335,1-1 1,0-1 341,0 0 1,0 1 8,-1 4 1,1 2 321,13-18-381,-2 16 18,-5 14-1,0 14-17,2 16-5,3 13 0,1 18-62,0 10 20,-15-22 0,-2 1-905,1 2 0,1 0 958,1 4 0,-1-3 0,3 6 0,-1-7 0</inkml:trace>
  <inkml:trace contextRef="#ctx0" brushRef="#br0" timeOffset="4049">10168 2789 24273,'-12'-52'819,"-1"1"1,6 11 0,-4 8-652,-33 21-78,9 37-51,13-1 0,1 6-1038,1 15 0,3 5 1014,6-7 0,1 2 0,1 2-431,1 8 1,1 3-1,0 1 417,3-9 1,0 0-1,0 2 1,0 0-311,0 3 0,1 2 0,-1-1 0,0 1 241,-1 1 1,-1 0 0,0 1 0,-1-1-199,-1-1 0,0 0 0,-2 0 0,-1-2-524,-2-1 0,0-1 1,-2-1-1,-2-1-322,1-4 0,-2-1 0,-1-2 0,-1-2 192,-6 7 1,0-4 0,-2-4 1246,-10 5 1,0-11 876,8-17 1,2-12 1030,-9-39-1459,26-3 0,8-8-440,6-6 0,6-6 0,0 2-238,0-7 0,3-1-45,0 15 0,2-4 0,2 1 1,0 3-8,1 2 1,1 4 0,0-2-16,5-9 1,1-1 0,1 1-14,0 3 1,1 1 0,0 2-4,-1 2 0,0 1 0,1 1 242,-1 3 0,0 0 1,1 1-250,12-15 1,0 3 5,-1 6 0,1 3 0,-4 7 0,0 2 483,0 6 0,-1 3-346,11-7-61,-10 12 117,-17 10 1602,-12 6-1517,0 1 1562,-6 6-1490,-6 6-152,-5 10-139,-4 8-28,2 9-11,6 5-34,9 5 16,11-1 1,8-3 17,9-8 5,3-11 56,1-11 107,5-22-107,-7-14-17,2-20-38,-15 4 10,-1-20 23,-7 3-26,-5 20 1,-1-1 13,0 2 1,-3 0 201,-8-29-89,-16 19-118,-8 15-67,-10 17-6,-2 22-22,19-1-51,0 11-537,19 4-1737,6 6 1516,7 18 0,-3-22 0,5 0 0</inkml:trace>
  <inkml:trace contextRef="#ctx0" brushRef="#br0" timeOffset="4809">12721 3224 23399,'-1'-48'976,"0"1"1,0-6 0,-1 5-507,-1 11-307,-2-3-163,2 31-12,1 17 12,-2 15-3,0 12 1,0 3-119,1-5 1,0 0-592,-2 14 0,2 0-1257,2-13 0,2-2 1146,2 19 1,0-21 0,0-15-1</inkml:trace>
  <inkml:trace contextRef="#ctx0" brushRef="#br0" timeOffset="5166">12945 2851 19938,'-6'-46'1575,"0"-1"1,1 7 0,-2 7-1139,-7 12-202,-1 14-50,-2 15-45,-3 11-50,-2 13-56,3 5-18,5 3-16,7 0 23,8-6 5,10-4-11,7-10 27,5-9 35,1-9-12,-1-12 6,-3-9 5,-5-11 6,-7-4-45,-4 4 90,-6-12-45,-3 17-22,-4-7-40,2 19-67,2 7-16,3 5-23,1 9-252,5 8-790,5 12-1877,8 9 3003,8 7 0,-10-20 0,-1-2 0</inkml:trace>
  <inkml:trace contextRef="#ctx0" brushRef="#br0" timeOffset="5526">13247 2990 20499,'6'-7'4532,"0"1"-3521,-6 6-630,0 0-269,-7 17-56,1 12 33,-7 22-83,5 8-6,0-1 11,5-5-5,1-10 202,1-13 33,1-15-67,2-16-113,4-19 29,9-17 44,8-19-549,-8 21 0,1-1 468,2-2 1,0 0 7,2-1 1,0 3-130,0 3 0,1 2 118,21-16-33,-1 17-28,1 15 22,5 16-22,4 15 2,-23-1 1,0 2-288,0 7 0,-1 3 8,-2 6 0,-3 2-768,-3 6 0,-3 3 488,-4 9 1,-2-1-1,0 6 1,-5-2 0</inkml:trace>
  <inkml:trace contextRef="#ctx0" brushRef="#br0" timeOffset="6600">15542 3333 21316,'20'-49'753,"0"0"0,0 0 0,-3 4 0,-1 1 0,-3 3-305,-4-5 0,-4 5 80,0-10-299,-3 9-55,-2 34-169,0 4 105,2 16-88,3 16-33,2 3 8,-2 6 0,-1 3-258,-1-8 1,-1 0 262,1 17 1,-1 0 5,-1-9 1,-2-1-9,0-4 0,-1-1 0,-1 21 39,-1-20 23,1-16-1,3-23-21,6-21-29,4-22 0,-1 13 0,0-3-361,3-5 1,0-3 357,0-4 1,2 0-9,0 0 0,1 1 11,-1 4 0,2 3 0,-1 7 0,1 3 637,14-13-648,-3 20-17,0 14 23,2 13 11,2 12-23,10 29 315,-13-9-315,-10-3 1,-2 2 5,-1 19 0,-7-20 0,-2 2 11,-2-3 0,-1-1 0,0 23-5,-3-12 0,0-19 5,1-9 6,2-16-40,6-10 6,7-11 506,6-12-472,11-17-11,-10 16-6,11-13-6,-13 25 6,6-1-17,4 8 6,-9 9 0,9 5 22,-9 11-11,6 6-5,0 11 5,-3 6-12,0 13 18,-9-14 5,1 6-11,-4-21-5,5-4 5,2-10-3381,13-22 3381,-10 3 33,13-23-21,-13 6-1,4-11-6,-4 2 7,-3 0 16,-7 16-34,-3 8 3404,-6 14-3393,-3 4 12,3 6-28,-2 5 16,1 6-5,0 0 6,-2 3-12,-1-3 12,0 2 22,0-7 11,0-4 28,0-5-61,2-8-51,0 1 34,0-5-11,-1 5-298,-1 0-503,-3 3-1832,-2-2 2655,-5 2 0,5 1 0,-1 2 0</inkml:trace>
  <inkml:trace contextRef="#ctx0" brushRef="#br0" timeOffset="7095">16883 2957 20100,'-5'0'4576,"2"-1"-2419,3 1-2034,-11-56-95,9 43-6,-9-41-16,12 58 33,1 20 40,-2 8-29,-3 22-39,-1-11-11,-3 11 23,4-15-1,6 5 40,12-9 33,5-16-34,4-7 63,4-17-29,0-9-17,12-14-11,3-12-36,-20 16 0,-1-2 0,-1-3 0,-1 0-6,-2-2 0,-2-1 0,-2 1 0,-2 0 59,2-24 17,-9 6-73,-5 22 23,-7 0-51,4 22-45,-3-2-56,4 6-784,-1 13-2935,1 4 3820,1 9 0,0-10 0,2-6 0</inkml:trace>
  <inkml:trace contextRef="#ctx0" brushRef="#br0" timeOffset="8076">17414 3356 26497,'21'-39'163,"0"0"1,0 0-1,0-1 1,0 1-1,-4 4-39,7-15-792,0-3 710,-9 14 0,0-1-326,-2 2 0,-1-2 301,3-11 0,0-4-263,-5 11 0,0-2 0,0 2 277,0-10 0,-1 2-15,-2 2 1,-1 4 51,-3-13-24,-3 29 262,-1 5-340,-2 17 651,-3 24-606,0 7-3,-5 27 1,-1 12-20,3-3 0,1 3-149,0-8 1,0 2-1,2 0 160,3-7 0,0-1 0,4-3 0,4 9 0,3-4-90,-2-13 0,4-3 64,13 8 1,5-5-25,21-2-273,-12-14 1,3-5 322,16-13 3,-12-19 0,-1-8-1275,-12-1 0,-3-3 1275,7-4 0,-1-4 8,-4-7 0,-6-4 49,-2-10 1,-4-3-53,0 1 1,-1-2-2,-6 15 1,-1-2-1,-2 5-2,-1 2 1,-3 4 85,0 0 1,-2 2 110,-2-10 391,-3 7-526,1 13 2890,-2 18-2957,2 5 1520,-1 8-1520,-1 13 17,-7 39-20,3-13 1,0 5-188,1-5 1,0 3-1,1 1 180,0 6 1,0 0 0,2 0-1091,1-5 0,0-1 0,2-3 1049,1 13 1,2-6-46,2-15 1,1-3-543,5 2 0,1-2-487,4 12 458,3 6-2172,-12-41 716,-7-24 1233,-6-16 643,-9-15 3887,-9-5-2671,-6-1 649,-2 4 425,1 6-772,4 8-391,6 7-286,7 7-393,7 6 68,4 1-263,9 5-29,9-1 1,16 2-68,14 1-66,15 1-12,4 0-161,-30 0 1,-1 0 316,16-3 1,6-3 110,-10-9 58,-4-1 84,-8-6 128,-19 4 85,-7 1-51,-4 3 489,-2 3-657,-1 3-121,0 5-18,0 3-91,-1 4 6,-2 9-22,-2 10 0,-1 15 22,1-2-59,4-1 1,1 1-390,5 19-437,0-14 1,2 0-4043,2-6 1,1-4 4165,5 14 1,-3-17 0,-8-20 0</inkml:trace>
  <inkml:trace contextRef="#ctx0" brushRef="#br0" timeOffset="8253">18679 2605 25410,'-17'-47'136,"0"0"1,-1 3-1,10 14-539,14 27-7506,21 38-1182,-9-13 8815,11 23 0,-23-33 0,-3-5 0</inkml:trace>
  <inkml:trace contextRef="#ctx0" brushRef="#br0" timeOffset="8744">18918 3089 27992,'18'26'61,"0"1"1,-1 6 0,-5 4-51,-10 15 0,-5 3-1106,2 6 0,-1 1 1098,0-18 1,0 0 0,0 0 1,0 0 1,-1 1 0,0-2-18,-1 20 1,-1-2-12,0-7 1,1-4 283,-1-12 1,0-3-257,-4 4 354,2-30-353,2-17 61,2-43-50,4-9-592,0 10 0,1-4 575,1-4 0,0-1 7,-1 13 1,1-1-1,0 1-4,0-13 0,1-1-1,1 0 0,1-5 0,0 5 6,3-3 0,1 2-108,-1 5 0,1-2 1,2 4 93,5-4 0,3 5-2,1 7 0,3 5-161,1 6 1,3 4 151,-1 7 0,1 4 17,28-2-33,-7 20-1,-8 21 17,-11 22 8,-19-12 1,-5 3 5,-2 7 1,-5 2 2,-9 12 0,-5 0 206,5-16 0,-4-1-209,-12 10 0,-6-5 3,5-19 0,-3-4-39,-9 3 0,-3-3-157,-2-6 0,0-3-345,2-5 1,1-3-1392,7-6 0,3-3 1932,-9-10 0,22 3 0,14 5 0</inkml:trace>
  <inkml:trace contextRef="#ctx0" brushRef="#br0" timeOffset="9459">19527 3172 22214,'23'-40'43,"0"-1"1,1 0 0,-2 0-1,0 0 1,-4 1-25,1-9 1,-3 0-9,1-8 1,0-4 102,-3 9 0,-1-3 1,1 0-100,-1 1 0,0 0 0,-1 0-10,0 4 1,-1 0-1,0 2 9,2-8 0,-3 7 20,0 1 1251,-6 25-1319,-3 15 753,-3 15-697,-4 14-5,-7 25-23,2-12 1,-1 4-6,-2 9 1,0 3 1,0 8 1,1 2-2,6-17 1,0 1 0,1 1 3,2-1 1,1 1 0,1 0-25,2-2 0,2 1 0,1-2-82,4 17 0,4-3 70,2-7 1,4-4-253,0-8 0,4-5-424,23 8 179,1-26 338,2-30 178,-3-20 34,-23 10 1,-2-2 41,-2-3 0,-1 0 81,-2 0 1,0 2 364,6-20 1525,-6 17-1677,-7 16 880,-17 18-1070,-3 10-112,-5 5 62,3 8-85,10-2 6,3 5 56,11-3-3347,17-6 3302,-3-10 23,19-9-40,-6-12 34,7-12 0,-2-16-216,-8-13 180,-20 22 0,-2-1 5,-3-2 0,-3 0 20,-3-27 56,-12 12 117,-19 15-100,-5 18-35,-11 16-38,12 8-11,-7 20 5,7 7-28,13-10 0,0 5 1099,1 13 0,2 2-1124,5-13 0,3 1-157,-1 16 0,6 2-686,8-16 1,5 0 856,7 14 0,3-2 0,3 6 0,9-7 0</inkml:trace>
  <inkml:trace contextRef="#ctx0" brushRef="#br0" timeOffset="10359">22631 2931 21528,'-1'-63'1183,"-1"0"1,3 9 0,-4 11-769,-11 23-213,0 19-163,2 5 45,-9 20 23,-9 23-79,6-5-12,3-7 1,0 3-131,7-9 0,2 1 122,-3 8 1,3 1-18,4 6 1,5-1-464,7-9 1,3-2 471,13 26-68,28-19 68,-15-28 0,2-4 0,2 0 0,1-3-296,7-5 1,-1-4 300,12-11 20,-18-4 1,-2-4-143,0-2 128,-5 0 1,0 0 891,0-9-752,8-12 113,-16 14-73,-6 6 531,-12 19-633,-14 13 361,1 2-383,-18 18-17,-3 12-61,3 5 0,5-1-3336,23 3 3397,6-24-33,32 15-6,-2-27-5,11 2 22,1-17 0,-19-7 0,-2-2 0,13-8-20,-11-1 1,-5-4 35,-8-12 18,-2-16 33,-11 0-33,-8 14 83,-11-3 7,-7 16 3408,-18-4-3499,2 15-27,-6 6-23,18 12-11,-2 12-11,15-2 11,-4 18-123,13 10-225,10 5 18,4 2-969,21 2-1194,-8-24 0,3-1 2245,5 1 1,1-1 0,14 11 0,-11-17 0</inkml:trace>
  <inkml:trace contextRef="#ctx0" brushRef="#br0" timeOffset="10932">23555 3178 24038,'10'-47'877,"0"0"1,-1 0-1,-2 11-457,-7 23-224,0 0-128,0 10-52,0 18 24,4 16-12,-2 0 28,6 28-28,-3-21-34,3 16-5,-3-15 11,0-7 22,-2-10 68,-2-11-17,0-8-29,0-20-32,0 2-7,4-24-5,7-14 23,4-6-167,-6 22 0,1 1 166,9-19-10,0 11-7,0 13 18,-2 12-29,-1 11 12,4 6-12,-3 7 305,20 18-282,-10 6-40,12 18 6,-14-1 34,-10-1 0,-8-4 0,-6-10-6,-5-8 17,-2-12-17,-1-6-5,-2-18-12,6-6 40,-1-16-29,6 5 18,5-13 10,9-1 1,2 3-12,4 2-22,-4 18 6,-3 9-17,-3 6 0,5 8 22,-2 8-28,9 11 11,-1 12-128,1 11-353,1 8-544,-2 2-2870,-7-16 0,1-2 3901,4 8 0,-1-3 0,-18-35 0</inkml:trace>
  <inkml:trace contextRef="#ctx0" brushRef="#br0" timeOffset="11432">24385 3220 21875,'2'-8'2084,"10"-26"0,5-5-1389,1 9-443,1-10 0,2 3 61,1 17-150,-4 13-35,-5 15-4,-4 17 16,-1 25-68,-3-15 1,-2 3-429,1 8 0,0 3 389,1 7 1,0 2-426,-1-16 0,0 0 1,0 1 398,1 2 0,0-1 1,0 1-10,0-1 0,0 1 0,-1-2-26,2 19 0,-3-2-14,-4-8 0,-3-4-28,-2-9 0,-2-4-42,-14 5 84,2-29 23,5-28-18,3-24 23,6 10 0,2-4-77,-1-7 0,1-3 80,-1-9 0,0-2-151,2 14 1,1-1 0,0-2 145,-1-2 0,1-1 0,1-1 4,1-1 0,1 0 0,1 0-6,2 0 0,0 2 1,2 0-252,2 3 0,0 1 0,2 1 257,7-14 1,2 3-277,0 8 0,1 3 293,-2 7 1,2 2 241,-1 5 1,1 1-307,19-16 6,2 11 5,-1 14 1434,-2 13-1450,-1 27 1009,-14-1-964,-2 34-12,-18-1 251,-4-19 1,-4 2-233,-3-1 1,-3-2 0,-5-2 0,-3-3 114,-14 9-112,-1-18 1,-2-5-28,-18-2 8,16-5 0,0-2-317,-15-9-878,15-6-2191,18-8 3400,25-5 0,-2 10 0,10 1 0</inkml:trace>
  <inkml:trace contextRef="#ctx0" brushRef="#br0" timeOffset="11832">25288 2847 26570,'-40'3'140,"0"-1"0,3 2 0,3 5-96,-2 29-27,9 5-6,12 2-5,17 1 16,16-4 34,15-6-11,10-10 11,5-11 23,1-10-23,-1-16-6,-7-13 12,-7-15-6,-12-9-17,-10-8-11,-10-4 11,-8 3-33,-6 9-12,-8 13 12,-6 13-4286,-10 12 4275,10 11 836,-8 13-909,18 9-219,0 11-650,9 5-1131,15 3-2520,12-2 4031,6-8 0,-6-12 0,-8-11 0</inkml:trace>
  <inkml:trace contextRef="#ctx0" brushRef="#br0" timeOffset="13061">25632 2969 17595,'1'-6'6665,"0"0"-5898,5-26 1,1-5-152,-2 10-384,3-11 1,-1 2 59,-3 24-125,-2 9-144,1 2 19,2 11-31,2 12 133,1 16-183,-2 12 45,-4 8-552,-6 1 529,-2-2-160,-3-8 193,2-11 52,4-15 60,2-12-38,3-14-40,5-11-5,9-21-28,-2 5 602,7-20-585,-7 13-28,5-8 10,1 8 161,2 8-199,2 10 22,-7 10-17,5 6 34,-7 10-17,7 5 5,0 10-16,3 12 11,-8-10 0,5 10-6,-7-15 6,7 1-5,4-7 38,12-11-21,-10-6-1,15-12 6,-11-5 5,-7-6 0,-2-1-10,6-8-1,1-19 11,-23 20-5,-4 2 5,-4-1 12,-8 6-28,2 14-12,-8 4-11,11 8 12,-4 3-18,1 9 23,-2 5-5,0 5-1,-4 20-11,7-5 17,-1 7-28,9 2-33,8-8-197,16 14 157,-3-19-168,20 0 225,-24-24 21,16-6 23,-10-12 23,4-7-12,3-22 6,-13 11 39,3-20 0,-10 15 22,2-6 0,-1 8-33,-4 10 0,-1 11-23,2 9-16,-3 5-17,5 12 11,-7-1-6,6 30-5,-5-8 22,3 21-11,-4-21-11,1 5 5,0-15 79,2 1 17,-1-13-34,5-13-39,-4-8 39,13-20-34,-8 9-16,11-22 22,-1 1-17,-3 4-11,0 3 11,-11 16-22,-5 12-62,-2 0 79,0 7-6,1 3-6,3 4 17,2-1-5,5 2 27,4-6-5,15-4-28,3-7 6,8-8-6,-13-2 22,2-12 18,-4-17-29,-3-13-494,-13 20 1,-3-3 479,-2 2 0,-2 1 3,0-24 0,-2 18 0,-2 2 0,0-1 0,0 7 0,0 0 28,0-6-5,-1 7-12,1 9 11,-1 18-55,0 6 975,-2 9-936,-2 11 5,-4 19-11,-3 19-3,5-19 0,1 1-133,1-6 1,1 3 124,1 24 0,2 2-437,5-17 0,2 0 420,-1-3 0,1 3 0,3-3-126,8 8 0,2-5 17,-4-10 0,2-3-373,5 3 1,3-4-4325,25 6-162,-10-8 4996,6-13 0,-36-15 0,-1 0 0</inkml:trace>
  <inkml:trace contextRef="#ctx0" brushRef="#br0" timeOffset="13599">27038 2701 18767,'-1'-4'4688,"-1"1"-4307,2 3-414,60-42-231,-6 32 88,-6-11 0,1 4-483,-12 17 0,-3 5 531,19 4 441,-8-4-251,-12-4 228,-9-8-27,-7-8 191,-7-7 173,-4-4 669,-5-3-920,-3 7 256,-3-2 113,-2 9-437,2 1-112,2 6-129,2 5-16,1 3-34,11 20-17,4 5 16,16 25-24,-14-22 0,0 2 8,1 2 0,0 2 0,0 0 0,-1 1-3,-3-3 0,-2-1 9,4 21-23,-13-14-84,-13-14-285,-8-10-617,-7-8-442,-3-9 67,1-7 426,4-9 554,9-7 431,7-8 147,8 3 1215,6-27-174,-1 16-269,1-18-257,-6 19-197,-6 10-224,-2 10-212,-2 10-34,-11 13-56,-3 17-605,-15 24 633,15-7 0,2 1 0,-4 5 0,1 5 0</inkml:trace>
  <inkml:trace contextRef="#ctx0" brushRef="#br0" timeOffset="86386">22059 3673 2689,'-55'3'568,"1"0"1,0 0 0,-1 0 0,1 0 0,0 0 0,-1 0 0,5 0 0,1 0 0,-2 1-93,-8 0 0,-3 0 0,4 1 0,13 0-325,-7 5 1753,56 1-1521,27-2 1,16-2-28,-1 0 1,6 0-1,1 0-215,-8-1 0,0 0 1,4 1-1,3-1 64,3 0 0,5 0 1,4 0-1,0 0 1,0 0-1,-4 0-83,1-1 0,-3-1 0,-1 0 0,1 1 0,2-1-77,-4 0 1,0 0 0,2 1 0,0-1 0,1 0 0,2-1-169,-3 0 0,3-1 0,1 0 0,0 0 0,0 0 0,-1 0 0,-3-1 151,0 0 1,-3 1 0,0-1 0,0-1 0,1 1 0,5 0-163,-8 0 1,2 0 0,3 0-1,1 0 1,1-1 0,0 1-1,0 0 1,-2-1 0,-1 0 138,3 1 1,-2-1-1,0 0 1,0-1 0,-1 1-1,1 0 1,0-1-1,0 1-76,2-1 0,-1 0 0,1 0 0,0 0 0,0 0 0,0 0 0,0-1 0,0 1 65,0-1 0,0 0 1,-1 0-1,1 0 1,0-1-1,-1 0 1,1 1-1,-1-2 6,-1 1 1,0 0 0,0-1 0,0 0 0,-1 0-1,1 0 1,-1-1 0,0 1 0,5-2 1,0 0-1,0 0 1,-1 0 0,0-1-1,-1 0 1,0-1 2,-3 1 1,0 0 0,-1-1 0,0 0 0,0-1 0,-1 0 0,-1 0 5,5-2 0,0-1 1,-1 1-1,0-2 1,-1 0-1,-1 0 11,-3 0 1,-2-1-1,1-1 1,-2 1-1,0-2 1,-1 0 12,7-3 1,-1 0 0,0-2 0,-2 0-1,0-1 15,-3 1 1,-1-1 0,-1-1 0,0-1 0,-1 1-27,10-7 1,-1 0 0,-1-1 0,-1-1 53,-3 2 0,0-2 0,-1 0 0,-2-1-69,-2 1 1,-2-1-1,0 0 1,-3-2 91,-3 2 1,-2-1 0,-1-1 0,-3-1-83,4-11 1,-3-1 0,-6-2 175,-6 0 1,-5-1 0,-4 2-176,-1-10 1,-13-1 30,-15 3 1,-11-2-1,-5 4-28,-1 14 1,-4 5 0,-4-2-49,6 6 0,-4-2 0,-1 0 1,-3 1-1,0 2 33,-2 4 1,-3 1 0,0 3 0,0 0 0,1 1-6,-5-2 1,2 2 0,-2 0 0,-5 1-44,7 4 0,-4 1 0,-4-1 1,-1 1-1,0 0 0,1 2 0,3 0 45,0 2 1,3 1 0,0 1 0,0 0-1,-2 0 1,-3 0-43,6 1 0,-2-1 1,-2 1-1,-1-1 0,-2 0 1,1 1-1,-1 0 1,2 1-1,0 1 40,-2 0 1,1 0 0,-1 1 0,1 1 0,0 0 0,0 1-1,-1 0 1,0 0-48,-3 0 1,-1 0 0,0 0 0,0 1 0,-1 1 0,1-1 0,-1 1 0,0 1 44,5 0 1,0 1 0,0 0-1,-1 0 1,1 1 0,-1 0 0,1 0-1,-1 0 1,0 1 0,-2 0 0,1 1 0,-1 0 1,0 0-1,0 0 0,0 1 1,0 0-1,0 1 0,0 0 4,-1 1 0,0 0 0,0 0 0,0 1 0,0 1 0,0-1 0,0 1 0,0 1 0,0 0 0,7-1 1,-1 1-1,1 0 1,-1 1 0,0 0-1,1 0 1,-1 0 0,1 1-1,0 0 1,0 1-5,-6 1 1,1 1 0,-1 0 0,1 0 0,0 1 0,0 0 0,0 0 0,0 1 0,1 0 0,1 1 1,0 0-1,0 0 1,0 0-1,0 1 1,1 1-1,0-1 1,1 1-1,0 1 0,1-1 1,1 0-1,0 1 1,1 1-1,-1-1 1,2 1-1,-1 0 1,1 1 0,0-1-4,-3 3 0,0 0 0,0 1 1,1 0-1,0 0 0,1 0 1,1 1-1,0 0-9,-3 3 0,1 0 1,0 0-1,1 1 1,1 0-1,1 1 1,2-1-8,-4 4 0,2 0 0,0 1 1,2 0-1,2 0 0,2 1-18,-2 2 0,1 2 1,3-1-1,3 2 0,4 0 68,-1 4 0,3 2 0,5 0 0,7 0-270,4 10 0,8 0 0,11-1-469,13-3 0,12-1 1,8-4 705,6-9 0,10-3 0,1-2 0,-4-3 0,-8-4 0,-3-3 0,2-1 0,8-5 0,1 1 0,-1-1 0</inkml:trace>
  <inkml:trace contextRef="#ctx0" brushRef="#br0" timeOffset="92461">3632 4989 12588,'9'-56'1866,"1"-1"0,-1 0 0,-4 5 404,-11 2-1439,-11 5-511,-20 25 89,0 28 1,-2 8-207,9-5 0,0 5-499,-5 8 1,-2 8-1,3 0 421,6 0 0,2 1 0,0 3-470,-7 10 0,0 5 0,2 3 381,6-2 1,1 4 0,2 1 0,2-2-461,3-6 1,3-1 0,1-1-1,1 1 516,-3 14 1,1-1-1,5-1-59,5-12 0,4-1 1,4-3-1042,8 8 1,4-4 898,-4-7 1,2-3-16,12 1 1,3-9 396,17-13-210,16-9-27,-30-14 0,0-5 404,1-5 1,-2-3-213,-1-4 1,-2-4-9,0-7 0,-4-2-7,-6 7 1,-3 0 132,6-25 1912,-16 15-1979,-9 16 2909,-2-1-3397,-6 6-319,4 9 335,-2 2 608,7 5-558,0 1 136,3 0-109,0-1 143,0 1 21,0-1 56,0-1 51,1 0 138,0-1 98,1 1-98,-2 1 97,1-1-711,-1 3-1206,8 0-63,-2 2 1574,16 2 0,-14-2 0,5 1 0</inkml:trace>
  <inkml:trace contextRef="#ctx0" brushRef="#br0" timeOffset="93528">3523 5639 21568,'-28'-17'1021,"3"4"-907,18 16 566,-1 3-102,1 0-196,3 1-205,2 0 26,5-1-172,6 0 81,1-2 160,12-2-170,7-1-178,0-4 4,4 0 102,-13-3 30,-8 2 337,0-1 16,-6 3-144,2-1-45,-2 3-119,-3-1 177,3 1 99,-4-1 116,1-1-97,-2 0-225,-1-2-111,0-1-39,0-1 107,-1 2-133,0 0-123,0 3-117,-1 1 30,-1 0 240,-1 5 186,-2 4 4,-1 6-98,-1 8-6,1 7-112,1 10-548,0 7-1687,0 7-7599,3 2 8931,1-16 0,1-13 1,1-20-1</inkml:trace>
  <inkml:trace contextRef="#ctx0" brushRef="#br0" timeOffset="94426">3807 5958 19302,'-9'0'500,"14"-9"2331,36-19-2638,-13 9 1,1-2-70,4-3 0,1-1 480,3-4 0,0-1-521,1-3 1,0-2 105,0-3 0,-1-3-72,-1-3 0,-2-3-35,-3-4 1,-3-2-90,-4-2 0,-2-1-54,-5 1 1,-3 2 1089,-4 4 0,-4 2-1121,-2 9 1,-5 3-51,-11-14-205,-14 22 340,-13 19-220,-7 20 199,7 5 87,2 20 0,4 6 104,1 4-194,11-12 0,-2 5 1,4-1 116,5-1 0,3 1 10,-1 10 1,2 3-33,3-3 0,5 1-159,5-3 0,5-1-84,4-4 0,4-3-320,6-3 0,4-5 241,6-4 0,4-6 157,5-4 0,2-5-73,5-4 0,2-5 64,1-5 0,0-4 131,-2-3 0,-2-5 39,-5-3 0,-2-4 45,-8-1 0,-4-2 33,-5 1 1,-3-2-1308,-4-4 1,-4 1 1347,3-8 674,-5-6-694,-12 25 344,-7 1-654,-9 9 389,-12 10-321,-7 11 74,-4 11 62,3 9 5,13 2 3375,14 0-3375,19-5-29,15-5-138,17-7 60,-8-12 1,2-4-65,4-4-1,0-3-11,2 0 0,-2-3 1,-1-4 1,-3-2-62,11-13 71,-14-2 144,-17-1 53,-14 1-109,-14 2 99,-23-4-57,7 11 19,-24-5-11,16 15-15,-8 0-57,9 5-106,10 7-200,11 8-447,8 10-1066,8 11-4708,10 10 6575,3-3 0,-2-13 0,-3-12 0</inkml:trace>
  <inkml:trace contextRef="#ctx0" brushRef="#br0" timeOffset="94915">5343 5420 22380,'7'-44'972,"0"-1"1,0 1-1,2-5 1,-3 4-530,-6-8-294,-1 38 6,-4 0-183,4 15 33,-2 13 0,1 20 8,-5 28-16,1-19 0,-1 3-214,-5 8 1,-2 4 212,0-7 0,-1 2 0,1 0-766,1-8 1,1-2 0,-1 1 772,-5 19 0,1-3-3,8-15 0,3-5 6,2 4 16,2-4 62,4-21 50,5-25-106,1-5 17,14-29-28,2-6-123,-8 15 0,3-1 117,1-3 0,2 1-6,0 1 1,2 0-3,2 2 0,1 2-3,-1 3 0,2 3 1064,-1 4 1,0 3-1076,25-6-1,-4 14 7,5 27-1,-19 0-5,-9 10 0,-5 2 0,-6 2 5,-3-1 0,-4 2 23,-14 11 0,-12 11-6,-3-26 0,-6-2-8,1-6 0,-1-3-3,-1-2 0,-1-2-3,-2-6 0,0-4-47,-19-3-185,-6-10-387,13-13-874,20-14-1842,22-8 2558,28-8 1,-9 22 0,8 6 0</inkml:trace>
  <inkml:trace contextRef="#ctx0" brushRef="#br0" timeOffset="95550">6073 5529 26133,'-15'-34'627,"-4"8"-593,1 32-23,-21 19-6,4 8-8,14-8 1,3 1 7,-1 11-16,9 9-22,9-13 16,9 6 67,16-4-22,7-16-17,10-7 6,-10-14 90,10-17-57,-20 3 96,15-26-96,-25 20 140,5-22-111,-13 27 83,0-9-72,-3 18-73,-4 6-17,-5 19 0,1 1-6,-4 29 0,9-23 40,6 31-28,4-32-29,31 21 23,-9-30-3,6-4 1,4-2-186,-5-8 0,3-4 174,20-8 0,3-6-581,-10-2 0,-2-5 608,-11 3 0,-1-4 0,-4-2 1,4-16 0,-6-3-6,-2-8 1,-5-4-4,-9 15 1,-2-1 0,-1-2-685,-2-3 1,0 0 0,-2 1 678,1-12 0,-2 0 2,-2 8 0,-2-4 0,0 6-175,-1 5 1,-1 2 211,-2-15 1,-1 4-1,-4 7 265,-4 18-281,3 21 876,-5 20-899,3 6 0,-12 42-17,5-7 1,-1 5-273,4-13 0,0 1 0,1 1 283,-1 1 1,0 1 0,0 3-30,2 1 0,0 4 0,1 1 0,3-4-547,1 1 1,2-3-1,2 3 227,2 1 1,1 4 0,1-1 0,3-5-279,3-6 0,1-5 0,5-1 286,17 19 0,2-11 0,-2-13 1,3-4-1</inkml:trace>
  <inkml:trace contextRef="#ctx0" brushRef="#br0" timeOffset="97386">7954 5553 24724,'49'5'-90,"1"0"1,0 1 0,0-1 0,-2-1 0,1 1 0,-1-2 0,-2-2 50,5-3 0,-3-2 1,1-1-212,-3 1 0,0-1 0,-1-1 299,1-1 0,0-1 0,-4 1 24,-2-1 1,-3-1 131,0-4 0,-8-4 906,-21-10-1052,-21-19-93,-4 18 0,-5-2-583,-18-10 0,-3 1 577,12 11 1,-1 1 169,-15-7 0,2 4 441,-3 3-500,2 1 343,22 10-636,19 9 204,10 3 262,14 11 1705,11 10-1904,15 17-66,-16-2 1,-1 4-974,-5 1 1,-1 0 907,-2 1 0,-3 1-134,-6 3 1,-7 1-2243,-6 3 0,-6 1-2454,-2 1 1,-2-1 4404,-1-3 1,-1-5 0,-8 1 0,15-29 0</inkml:trace>
  <inkml:trace contextRef="#ctx0" brushRef="#br0" timeOffset="98049">9630 5699 21259,'-1'-59'1340,"-1"1"1,0 6 0,-2 10-1122,-6 21-34,2 10-219,5 13 34,0 3 28,4 16-11,7 25-11,-2-6-9,0-5 0,0 1-19,-1 15 22,0 9 28,-3-4 5,-1-24 258,-2-7 135,1-23-208,-5-8-122,-3-12-1,-7-29-50,2-9-1059,5 16 0,2-1 1025,1-21 0,3 19 0,1-1-1354,4-5 0,2 0 1348,0 0 1,2 0-18,3-4 1,2 5 6,10-6-12,-1 28 0,4 4-5,15 2 10,10 0 4,-16 19 0,-1 6-4,4 4 6,5 11 1,0 5 1243,-4 6-1283,3 14 1,-2 4 3277,-7 0-3443,-12-12 1,1 7 0,-3-4-592,-4-3 0,-2-1-56,4 16 1,0 0-1379,-7-13 0,-1-2 2235,3 21 0,-6-26 0,-5-16 0</inkml:trace>
  <inkml:trace contextRef="#ctx0" brushRef="#br0" timeOffset="98226">9785 5651 24357,'25'-45'-10,"1"-1"1,5 3 0,3 10-50,-4 22 0,4 6-2051,25-5 1,2 3-1420,-17 3 0,1 1 3529,14-1 0,-4 0 0,0 3 0,-26 1 0</inkml:trace>
  <inkml:trace contextRef="#ctx0" brushRef="#br0" timeOffset="98426">10584 5513 26530,'3'-53'-2503,"7"18"-7328,15 51 9266,-5-1 1,-7-4 0,-9-7 0</inkml:trace>
  <inkml:trace contextRef="#ctx0" brushRef="#br0" timeOffset="98765">11037 5618 17238,'1'-6'6167,"0"2"-4924,-1 4-458,1-62-253,-2 40-350,1-13 0,-1 2 31,-2 23-68,0 2-33,2 3-50,1 2-79,0 2-313,-1 0-158,1 7-666,1 3-1399,-1 9 2553,2 5 0,-2-9 0,0-1 0</inkml:trace>
  <inkml:trace contextRef="#ctx0" brushRef="#br0" timeOffset="99425">10651 5610 18604,'0'-6'5003,"0"2"-3995,0 4-404,8-65-200,-5 46-303,1-16 0,1 5-73,-5 27-23,3 9 12,2 10 0,4 16 5,0 22-14,-4-18 1,-1 4-588,-2 8 1,0 2 578,-1 8 0,0 0 0,-1 5 0,0 0 2,2-1 1,2-3 5,1-6 1,0-3-21,2-10 0,1-4 85,4 13 257,-5-24 12,-4-16-168,-15-26-152,3 0 6,-19-35-11,6-6 424,7 17 0,2-5-443,4 2 0,1-3 1,1 3-327,-1-4 0,2-1 324,2 0 0,1-2 1,1 2-480,4 0 0,1 1 474,2-10 1,1 1-4,2 6 1,3 3-292,2 6 0,2 4 289,1 5 0,3 3 75,2 5 0,3 3-69,2 3 0,3 4-15,2 4 1,1 4-9,2 2 0,0 5 14,0 5 1,0 5-1,-1 4 0,-2 4 3,-1 6 0,-2 4 177,-4 1 0,-3 3-169,-5-1 1,-6 1 5,-8 28 17,-29-5-3,4-30 0,-7-2 8,-15 2 1,-4-5-35,15-6 1,0-2-81,-17 0 0,0-4-508,-8-11-523,26-2 0,1-2 1123,-17-20 0,25 11 0,11-3 0</inkml:trace>
  <inkml:trace contextRef="#ctx0" brushRef="#br0" timeOffset="99932">11416 5602 23388,'-22'46'431,"0"-1"0,2 2 1,7-4-303,22 0-15,2-4 1,1 2-25,7 19-32,-7-23 1,-2-1 155,-7 3 49,-12-11 6,-7-11-23,-6-9-50,-1-15-39,1-23-129,9 1-28,6-2 0,4-2 8,5 2 1,3-1-933,6-23 0,2 0 924,-3 15 0,2 1-9,8-18 1,1 1-172,-7 21 1,0 1 185,1-7 0,1-2-1326,2-2 1,-1 2 1313,6-12-11,-8 23 1,3 5-225,15 5 218,-4 6-16,23 22 28,-29 6 0,19 27 0,-22 4 11,0 16 11,-10 1 17,-12-2-11,-13-5-23,-12-8-11,-14-8-59,11-21 1,-3-3-407,-28 1-38,2-7-3783,6-18 4074,22-3 0,9 5 0,15 5 0</inkml:trace>
  <inkml:trace contextRef="#ctx0" brushRef="#br0" timeOffset="100148">12027 5473 26385,'4'-18'-800,"-7"2"1,13 19 0</inkml:trace>
  <inkml:trace contextRef="#ctx0" brushRef="#br0" timeOffset="100394">12403 5503 26424,'27'57'16,"0"-1"1,-1 1 0,-3-1-23,-10-8 1,-3-2-270,-1-9 0,-4 1 216,-5 6 1,-8 0-500,-10-3 1,-7-2-116,-3-2 1,-4-3-216,-1-2 1,-4-5 887,-8-11 0,3-8 0,11-1 0,-15-4 0</inkml:trace>
  <inkml:trace contextRef="#ctx0" brushRef="#br0" timeOffset="100599">12318 5169 20403,'0'-3'3209,"0"0"-2531,0 3-1821,18-14-8688,-2 23 9492,9-16 1,-12 21-1,-9-10 1</inkml:trace>
  <inkml:trace contextRef="#ctx0" brushRef="#br0" timeOffset="100875">13016 5211 26301,'-13'12'123,"26"19"-123,23 4-6,-8-6 1,1 0-1611,7 13 1599,-3 0-6,-13-12 0,-4 1-638,-3 8 362,-1 9-4495,-43-2-5037,-8-19 9028,-7 4 1,17-19-1,21-9 1</inkml:trace>
  <inkml:trace contextRef="#ctx0" brushRef="#br0" timeOffset="101035">12946 5325 20201,'3'-8'4027,"-2"1"-3285,9-23 1,0-4-346,-4 17-366,5-21 0,-2 11-37,-9 34 23,-5 12-28,-4 20-129,-9 19-745,6-22 0,-1 1-1297,-2 4 1,0 1 1608,0-5 1,2-1 0,-4 10 0,8-20 0</inkml:trace>
  <inkml:trace contextRef="#ctx0" brushRef="#br0" timeOffset="101294">13542 5160 26536,'27'20'-11,"-14"15"-71,-19 2 1,-8 4-1102,-3 0 1,-3 1 478,-4 1 1,-3-1-1053,-1 0 0,-3-1 1756,-1 0 0,2-4 0,-5 7 0,9-14 0</inkml:trace>
  <inkml:trace contextRef="#ctx0" brushRef="#br0" timeOffset="101436">13257 5414 18571,'6'-57'2242,"-1"0"0,1 7 1,3 7-1492,13 4-421,6 17-201,7 12-101,9 19-53,-16 3 0,2 3-972,7 9 0,1 4-3919,5 6 1,-1 0 4545,-8-5 1,-3-3-1,15 15 1,-33-30 0</inkml:trace>
  <inkml:trace contextRef="#ctx0" brushRef="#br0" timeOffset="103749">1679 7458 17524,'47'-3'338,"0"-1"0,0 0 1,2 1-1,1 0 1,-3 1-289,-1 2 0,2 1-1292,10-1 0,6 0 0,-2 0 1245,-10-1 1,-2-1 0,5-1-332,3 1 0,6 0 0,0-1 0,-4 0 326,1-1 0,-4 0 0,3-1-12,-4 1 0,4-1 0,0 0 0,1-1-3,-10 1 0,0-1 1,0 0-1,0 0 0,-2 1 11,4-1 1,-2 0-1,0 0 1,4 0 5,3-2 0,5-1 0,1-1 0,-4 0 0,-8 1 46,-7 0 1,-5 0 0,0-1 159,9 0 1,0 0-1,-6-2 54,-8 0 1,-11-3 299,-19-13-454,-7 5-5,-23-4 176,-16 7 1,-6 2-82,-9-3 313,16 6 1,-6-1 0,1 0-43,-6 0 1,2 0-328,10 4 0,0-1 106,-10-5 1,9 2 2065,18 3-2323,1-4 906,23 10-639,10 0 205,27 5-122,13 7-220,-14 0 1,2 3-34,-2 6 0,-1 2-10,-7-3 0,0 4-99,10 14 0,-3 3-43,-2 5-294,-2 8 0,-6 4-248,-16-19 1,-5 1-474,0 15 1,-6 1-3836,-8-8 1,-4-3 4562,-11 17 1,3-19-1,14-27 1</inkml:trace>
  <inkml:trace contextRef="#ctx0" brushRef="#br0" timeOffset="104392">5204 7371 22315,'2'-58'1220,"0"0"0,0 8 0,-1 7-800,-4 9-401,0 18-180,-3 13 116,1 16 198,1 13-104,0 2-91,2 4 1,-1 2 44,-2 24-377,2-14 1,-2 2 387,1-5 0,-1 0 40,0-1 0,-1-1-69,0-5 1,0-1 8,-5 15 62,1-21 70,2-19-33,0-21-245,2-18 712,2-5-613,5-5 1,2-4-45,2 7 0,0 0-475,2-19 1,2-2 523,0 9 1,2 2-10,-2 1 1,2 3-30,-1 6 0,1 3 275,12-20 160,6 18 66,8 15 68,13 10-105,12 14-482,-26 4 1,-1 3 211,23 10-120,-17 6 0,-2 5-117,-12-6 1,-2 2-1630,11 11 0,-2 3 1301,-9-5 1,-4 0-274,-2 1 1,-4-1 118,7 21-3134,-15-19 0,-4-1 3740,-4 2 0,1 3 0,-4-28 0</inkml:trace>
  <inkml:trace contextRef="#ctx0" brushRef="#br0" timeOffset="104541">5196 7493 19736,'28'-46'207,"1"0"0,4 2 1,6 7-569,7 17 0,5 6-1953,6-3 1,3 0-73,-17 6 0,1 0 0,-2 0 1937,17-2 0,-5 0 1,-16 5-1,-5 0 0,6 0 1</inkml:trace>
  <inkml:trace contextRef="#ctx0" brushRef="#br0" timeOffset="104744">6477 6914 24667,'-11'49'-111,"0"-1"0,1 0 1,0-1-1,1-1 0,4-3-339,5 3 1,5-3-681,-1 1 0,2 0-509,1-1 0,1-1-3277,1-4 1,0-3 3554,5 13 1,-6-19-1,-5-22 1</inkml:trace>
  <inkml:trace contextRef="#ctx0" brushRef="#br0" timeOffset="105085">6277 7310 17624,'-3'-53'1637,"-1"0"1,1 5 0,0 9-1112,-2 18-190,2 6-134,1 2-107,5-1-56,7-4 72,11-3 346,12-5 61,7 1 25,2 2-5,-3 5-26,-7 7-53,-8 5-35,-5 5-181,-3 9-498,1 6-133,1 10-94,1 8-1,-4 5 58,-5 0 140,-9 4 66,-7-15 168,-13 8 230,-9-14 120,-15 5-221,-8-1-1468,-2-3 708,5-3 0,21-9 0,10-2 0</inkml:trace>
  <inkml:trace contextRef="#ctx0" brushRef="#br0" timeOffset="105353">7089 7134 23921,'-3'0'3664,"1"-1"-2532,2 1-263,-17-66-1189,17 38 261,-3-13 0,7 3 50,32 15 200,-7 13 0,3 1-255,6 0 1,3 2-910,4 0 0,2 1 317,0 1 1,-1 0-994,-1 1 1,-1 1 1678,-3 0 1,-4 1-1,5 0 1,-13 2-1</inkml:trace>
  <inkml:trace contextRef="#ctx0" brushRef="#br0" timeOffset="105702">7406 6857 20524,'-3'0'6105,"0"0"-10011,3 0 3906,-20-17 1180,16 36-1007,-12-4 313,19 30-581,1-12 1,-1 1-53,0-3 0,-1 1-1231,1 23 0,-2 1 882,1-17 0,-1 0-915,-2 19 0,-2 2-1908,-3-14 0,-2-2 2505,2-7 1,0-2 359,-5 4 1,-2-6 3940,-3-16-1100,-6-4 487,-3-17-537,0-5 2478,-3-7-3648,4-2 663,2-2-1727,10 6-87,6-3-234,29 2 168,-2 4-418,41-5-29,-30 11 1,5 0-1217,6 0 0,6 0 1,0-1 1701,4 1 1,0-1-1,-2 1 1,10-1 0,-6 1-1,-12 1 1,1 0 0</inkml:trace>
  <inkml:trace contextRef="#ctx0" brushRef="#br0" timeOffset="106552">9580 6999 25162,'-53'2'806,"1"-1"1,-1 1-1,0-1 1,1 1-1,7-1-50,-13 0-258,-5 1-552,30-1 33,16 3 376,35 1-663,22 1 44,9-1 211,-7-5 0,9-1 0,-1-1-740,-6-1 1,0-1-1,5-1 778,-2 0 0,5 0 1,2-1-1,-1 0 1,-5 0 34,5-1 0,-3 0 0,1 0 4,-2-1 1,3 0-1,-2-1 1,-7 1 21,2-3 0,-6 0 310,3-2 0,-5-2 358,-1-14-249,-59-13-1193,-27 4 311,17 17 0,-2 2 326,-9 1 1,-1 1 76,9 5 1,0 0 87,-9-2 1,1-1-421,-9-1 1576,12-1-1712,35 9 1295,11 1-892,25 3-79,0 7-16,1 2 1,2 4-252,23 17-95,-19-6 1,0 4 280,-2 2 1,-2 4-37,-4 3 1,-6 6-324,-14 2 1,-4 5 0,-3-3-294,0-1 1,-5 0-2387,-6 4 0,-4 3 0,-1-8 1620,-8 6 1,-1-3 0,17-31 0</inkml:trace>
  <inkml:trace contextRef="#ctx0" brushRef="#br0" timeOffset="108236">11524 7161 21536,'13'-61'1607,"1"0"0,-1 4 0,-3 9-1237,-5 17 260,-3 8-777,-1 20 195,-5 18-81,-1 21-24,-2 16 50,-1-1-1713,4-15 1,0-2 1580,-1 3 56,0-4 1,0 1 97,-4 6-111,-2 5 109,2-18-73,3-11 105,4-18 3116,2-23-3294,6-8-4,9-25 75,-2 27 0,4 0 85,6-9 0,4 2-89,0 4 1,2 4 223,-1 2 0,-1 4 149,12 0 76,-1 29-198,-9 11-104,6 5-107,7 14-135,-1-2 84,2 0-633,1-9 1,11 2 0,3-8-32,-2-12 1,2-8-1,0 2 338,4 9 1,0 3 0,-2-9 425,-4-11 1,-2-8 0,-13-2 194,-4-15-854,-9-1 1548,-5-11-271,-11 8 83,-2-19-485,-18 25-258,-6 7 1321,-26 13-1327,1 9 1057,-18 8-1036,0 20-56,52 19 1,6 4-7,-14-5 54,35 2 0,9-11 79,-1-41 82,9-6-115,-13-13 34,-7-8 32,-7-6 3,-6 0 74,-3 3-46,-3 8 17,-2 6-112,0 9-81,-1 7-54,0 8 124,0 9-47,-2 10-55,1 13-77,1 11-167,5 6-204,5 1-218,8-3 239,1-14-1683,30 4 429,-1-24 654,-11-5 1,2-4 156,25-15 962,-15-3 1025,4-27 224,-26 5 3,7-19-54,-15 5-232,-3 1-547,-4 12 587,0 0-665,-6 21-308,0-2 251,-3 13-325,3 10 65,1 7-91,2 4 15,7 27 6,-6-19-8,7 35 1,-9-28 6,1 5-11,-3-13 160,-1-12 58,0-3-75,-1-12-19,0-11-11,-1-11-31,2 0 49,3-25-43,2 10-32,3-17-4,0 18-32,3 9-39,-1 13 10,11 4-15,36 7 32,-10 7 25,-11 1 0,-1 3-7,2 12 1,-10 3 10,-12 4-5,-9-2 16,-6 1 35,-5-6-18,0-6 102,-3-3 38,4-6 181,0-1 262,7-7-101,3-5-2,8-5 37,6-3 25,4 1 47,0 4 38,-1 5-218,-3 4-403,0 8-126,2 6-74,3 7-129,4 6-41,7 2-15,8-1-16,4-6 86,-10-7 123,14-6 248,-21-12 217,13-8-9,-14-14-9,-6-7-102,-6-9-82,-8-6-164,-7 10 213,-2-15-183,-5 28-206,-1-7 9,-1 24-120,1 6 70,-1 9 389,2 10-218,-2 13-356,2 19-1391,5 14 1846,8-20 0,1-2 0,-3 6 0,13-2 0</inkml:trace>
  <inkml:trace contextRef="#ctx0" brushRef="#br0" timeOffset="111402">3030 9339 11946,'-49'7'33,"0"1"1,0-1 0,0 1-1,-5 1 1,3 0 0,2 1-59,-8 2 0,7 0 232,5 2 2867,80-13-2876,6-9 1,10-2-147,3-1 1,8-1-1,3-1-515,-8 2 0,3-2 0,2 1 0,0-1 460,-4 2 1,1 0 0,0 0 0,1 1 0,-3-1-94,5 0 0,-3 1 1,1-1-1,5 1 88,-12 2 1,3-1 0,3 1 0,0-1 0,-1 1 0,-3 0 0,-5 1-145,4 0 0,-6 0 0,0 1 0,7-1 111,-6 0 0,5 1 1,5-2-1,1 1 1,1 0-1,-2 0 1,-3 0-1,-5 1 11,13-2 1,-6 2 0,-1-1 0,4 0 20,-9 1 1,4-1-1,1 0 1,-1 0 0,-2 0-1,-4 1 25,4-1 1,-4 0 0,-2-1 0,-3 1-17,2-2 0,-4 0 0,-4 0 117,2 2 1,-16-4 1869,-32-17-1718,-51 4-82,3 4 1,-6 0 201,13 5 1,-2 1-1,-2-1-146,-5-2 0,-1 1 0,1-1-107,10 4 0,2-1 1,-2 0 74,0 1 1,-2 0-1,0-1 0,6 3 55,-9-3 0,3 2-76,-15-4 1,8 1 2181,21 1-2355,35 6-12,28 2 1,14 2-9,-3 1 0,3 1 159,8-1 0,4 1-158,-2 5 0,3 2 1,-3 2-25,7 4 1,-1 2-3,-3 2 0,4 2 0,-5 0-14,-2 2 0,-3 5-136,-9 3 1,0 4 0,-7 2-226,-7 4 0,-5 4-763,-4-2 0,0 4 0,-7-2-212,-9 4 0,-9-1 1378,-7 8 0,-2-6 0,-1-8 0,-2 1 0</inkml:trace>
  <inkml:trace contextRef="#ctx0" brushRef="#br0" timeOffset="112058">3095 11573 12008,'-52'7'244,"0"1"0,0-1 1,0 0-1,-1 0 1,-2 1-1,1 0 1,3-1-1,4-1 111,-9 1 1,9-2 378,-1 1 890,43-10-1137,47-11-336,4 2 1,9-2-990,-4 2 0,5-2 0,4 0 877,-6 2 0,3 0 0,1-1 1,2 1-325,-6 0 0,2 1 0,1 0 0,0 0 0,2 0 286,-7 1 1,0 0 0,1 0 0,1 1 0,0-1 0,0 0-219,2 0 1,1 0 0,0 0 0,0 1 0,0-1 0,0 1 265,1-1 0,0 1 0,0 1 0,-1-1 0,1 0 0,-1 1-182,-1 0 0,0 0 0,0 0 0,-1 0 0,0 0 1,-1 1 171,7-2 1,-1 1-1,0 0 1,-1 0 0,-2 0 63,7-2 0,-2 1 1,-1-1-1,-4 0 51,6-1 0,-4 0 0,-5 0 793,1-1 1,-10-1-471,-15-5-256,-64 7-302,-4 7 1,-7 2 540,-15-1 1,-5 0-418,16 2 0,-2 0 0,-6-1 237,8-1 1,-8-2 0,-3-1 0,0 0 0,4 0 0,7 1-223,-3 0 1,6-1 0,-3 0-46,-16-2 0,-10-1 0,11-2 0,35-1-56,48-10 2193,31-2-2061,-12 11 0,4 1-43,7 1 0,3 1 395,4 2 0,2 2-418,2 2 0,0 3-10,0 4 0,-1 5-76,-2 1 1,-2 5-121,-3 5 0,-4 4-308,-3 4 1,-6 4-680,-5 4 1,-7 5 624,-8 9 1,-4-1-1,0 6 1,-14 0-1</inkml:trace>
  <inkml:trace contextRef="#ctx0" brushRef="#br0" timeOffset="112673">3117 13188 15265,'-44'25'322,"-1"1"1,1 0 0,0-1 0,3-1 0,2-2 0,4 0 97,-10 7 1,20-4 1089,36-14-1051,37-22-355,-3-2 0,8-3-558,-9 1 0,5-2 1,2-1-1,3-1 458,-2 2 1,3 0-1,1 0 1,1-1 0,1 0-214,-8 3 0,0-1 0,0 0 0,1 0 0,1 1 0,2-1 167,-1 1 0,2 0 1,2 0-1,0 0 1,-1 0-1,-3 2 1,-3 0-342,8-2 1,-5 2 0,-1 1 0,3-1 359,1 0 1,3 1-1,0-1 1,-2 1 0,-5 3-1,3-1 1,-4 2 0,0 0 5,7 0 0,2-1 0,-4 1-46,10-2 0,-6 2 264,-20 2 1,-7 1 1051,-7 0-1236,-45 3 90,-35 2-35,13 0 1,-4 0 339,-11 0 1,-4 0-307,16 0 1,-2 0 0,0 0 70,-2-1 1,0 0-1,-1-1 105,-3-1 0,-2-2 0,5 1-179,-1-1 1,4-1 53,-3-3 0,9-2 2109,20-4-2215,14-5 399,28-1-428,28-2-3,-2 10 1,2 3-492,-12 2 0,0 1 472,22 1 0,1 3-3,-19 6 0,-2 2 169,0-2 0,1 3-270,16 12 1,-2 5-138,-19-4 0,0 3-325,13 10 1,-2 5-4351,-15 7 1,-6 1 3783,-8-16 1,-4-2-1,2 30 1,-15-47 0</inkml:trace>
  <inkml:trace contextRef="#ctx0" brushRef="#br0" timeOffset="115983">7341 8839 15384,'-2'-50'2438,"0"-1"1,-2 1-1,0 9-2051,0 25-118,-3 0-219,5 25 34,0 14-45,1 24-28,1 0-11,0-12 0,-1 3-56,-1 8 0,-1-1-458,1-8 1,0 2 336,-2 16 1,1 1-241,2-10 0,0-1 189,0-1 1,0-2 227,1-3 0,-1-4-2545,-4 1 2641,1-30 72,-14-25-6,5-13-33,-4-20-90,10 12 23,9-8-68,22 1-39,10 1 105,-5 20 1,3 2-89,2 6 0,1 3 14,-5 2 0,1 1 1340,9-2 0,1 1-1363,-6 2 1,1-1 16,7-3 1,3-1 16,6-6 0,0-1-534,-10 1 1,-3 0 555,-1 1 1,-3-2 111,-8-4 1,-4 0-3,-5 0 257,2-28 483,-21 26-561,-4-11 234,-2 18-240,-3 2 1086,3 11-1467,1 5 57,1 16-6,2 15-11,1 18 22,1-4-39,7 16-162,6 5-197,-4-31 0,2 0 129,1 5 0,2-2-442,12 13 302,-3-14-571,7-5 45,-4-18 292,18-16 615,-6-14 185,6-21-34,-18 5 185,-10 5 1,-2-1 161,2-17-45,-4 14 1,0 1 275,2-15-17,-3 13-438,-5 16-89,-2 12-78,-3 15 39,0 12-73,2 19-34,0 16-5,1-6 22,1 14-5,10-2-12,7-3-3,-4-28 1,3-3 30,24 2 40,10-15 44,2-22-33,-13-6 47,-15-9 1,-3-6 148,2-18-354,-9 11 1,-4-2 212,-6 4 1,-4-1 3,-4 1 0,-2 1 22,-2 1 0,-4 3 131,-14-21-111,-8 17-95,-9 15-51,-5 17-39,-6 15-12,10 4-39,13 5 0,2 4-184,0 19-264,9-12 0,3 4 34,8-4 0,4 0-1199,8 10 0,4-1-1647,3-7 1,2-1 3321,5 2 0,1-4 0,5-2 0,-10-15 0</inkml:trace>
  <inkml:trace contextRef="#ctx0" brushRef="#br0" timeOffset="116735">9147 8807 21730,'-4'-44'957,"0"-1"1,1 6 0,-1 9-823,-1 23-146,0 10 39,1 13-6,-2 17-11,-1 17-28,1 9-199,2 2 222,3-4-6,4-8 0,3-11 28,2-13 146,-2-12 55,0-12-128,-1-14-39,2-10 205,2-14-239,0-10 44,0-3 12,1-5-56,1 2 0,2 5-11,5 10-34,4 11 6,3 11 17,7 10-17,5 11-12,5 12 23,-7 3-6,-11 3 1,-2 2-1,1 13 6,4 19 6,-18-12-12,-9-4 18,-5-5 27,-3-9 123,1-10 101,2-8-128,3-15-107,1-11-6,2-17-33,6-14 17,7-9-106,-3 27 0,2 1 111,17-27-11,6 11-6,2 13 40,2 13-34,13 15-11,-17 7 5,16 17-33,-22 9 22,7 13 6,-7 4 5,-5-4 18,-4-6-18,-7-13 40,8-5 182,-1-13-216,14-10 23,2-17-40,2-15 28,-3-12-132,-20 22 1,-2-2 204,6-30 56,-9 0-56,-8 15 280,-16-11-84,-1 24-101,-8-5-134,6 22-84,4 20 39,5 5 28,-2 26-84,6 7-104,1-12 1,1 1-795,4 5 0,3 1 954,6 6 0,0-2 0,3 7 0,6-5 0</inkml:trace>
  <inkml:trace contextRef="#ctx0" brushRef="#br0" timeOffset="120193">9144 10237 6486,'3'-57'1146,"0"0"0,0-1 0,-1 7 0,0 1 1,0 2 110,0 4 1,-1 1 0,1 3-679,-1-4 1,-1 5 1327,-3-5-1862,2 28 1017,-2 33-861,7 35-95,-1-4 1,0 6 75,1-4 0,0 4 1,-1 2-147,-1-5 0,1 3 1,-2 1-1,1 2-17,-2-5 0,0 2 0,-1 1 0,-1 1 0,1 1-320,-2-5 1,1 1 0,-2 0 0,1 2 0,-1-1 0,0 2 304,-1 3 1,-1 1 0,0 1 0,0 1-1,-1 0 1,0 0-251,1-6 0,-1 1 1,0 0-1,0 0 1,0 1-1,0 0 1,0 0 171,0 2 0,0 0 1,0 0-1,0 1 1,0 0-1,0-1 1,0 1-377,1 0 0,0 0 0,-1 0 0,1 0 0,1 0 1,-1 0-1,1 1 450,0 1 0,1 1 0,-1 1 0,1 0 0,1-3 0,-1-2 0,1-5 0,-1 10 0,0-6 0,0-3 0,2-1 0,0-6 0,1-1 0,0 0 0,0 0 0</inkml:trace>
  <inkml:trace contextRef="#ctx0" brushRef="#br0" timeOffset="120668">9428 10527 17759,'-11'2'4251,"1"0"-3959,10-2 206,0 0-470,107-13-135,-56 5 1,5 0-998,-8 2 1,6-2 0,2 1 0,-3 0-1556,11-2 0,-2 1 1,-2 0 2658,-4 2 0,-3 0 0,-3 0 0,2 1 0,-6 1 0,7 0 0</inkml:trace>
  <inkml:trace contextRef="#ctx0" brushRef="#br0" timeOffset="121791">11862 10200 18078,'1'-46'1824,"-1"0"0,-2 5 1,-7 9-1573,-16 22-241,1 11-6,-6 21 12,14 0 0,-11 27-28,8 4 2,9-17 1,2 2-196,1 1 0,4 0 165,9 8 0,4-3 28,7 16-26,18-20 1,6-7 8,7-10-238,4-7 0,6-5 277,-1-11 0,1-6-501,0-2 1,-1-4 508,-1 1 1,-4-4 41,-12-5 1,-4-3-247,-11-2 1,-4 0 341,15-16 180,-21 8 0,-6 1-29,-10 0 340,-3-6-323,-19 14 762,7 17-1059,-20 3-33,-3 28-34,0 9 8,18-8 0,3 1-3,0 13 838,12 7-906,27-10 69,8-3-7,22-7 29,3-17 56,3-14-408,-1-9 397,-16-5-25,3-25 143,-25 7 4,0-19-105,-21 20 72,-24-15-84,5 26 14,-7 0 1,-4 2 7,-5 4-38,-16-3-57,28 15-117,7 12 78,13 10-33,4 14 10,8-1-172,15 12-24,2-18 0,6-2 6,3 0 1,2-1 152,2 0 0,3-3-547,17-4 0,2-6 73,-15-3 0,-1-3 573,17-2 1,0-4 103,-16-2 1,-4-5 34,-7-1 1,-4-3 437,11-18 96,-18 0 72,-12 1-71,-9 10 150,-11-3 229,3 17-851,-12-3 1,5 15-180,-1 8-11,3 13 11,6 8-1,5-2-32,8 5 10,9-8-16,23 5 50,6-11 56,17-6-34,-5-18 40,-2-10 33,-9-13 28,-13-7 23,-13-5-51,-11 0-11,-13 3-56,-2 9 0,-11 2-95,-1 9-426,3 4-443,3 8-1315,10 15-662,8 1 2913,7 10 0,-4-13 0,1 0 0</inkml:trace>
  <inkml:trace contextRef="#ctx0" brushRef="#br0" timeOffset="122116">13805 10137 21467,'-4'-7'3831,"1"2"-3467,-9-25 0,-1-5-50,5 13-309,-6-14 1,2 5-79,11 26 23,9 15 22,9 15-11,14 19-325,-13-14 0,2 3 350,1 3 0,-1 3-64,1 2 0,-1 1-18,0 0 1,-2 0 28,-1-4 0,-3-2-12,5 19 79,-19-22 40,-18-19 10,-12-20 23,-5-15-40,8-6 17,12-4 1,4-2 417,2-15-499,6 13 1,4 0-144,12-14-646,14 7-2765,9 9 3585,-2 9 0,-12 10 0,-9 8 0</inkml:trace>
  <inkml:trace contextRef="#ctx0" brushRef="#br0" timeOffset="122786">14675 10091 10858,'2'-6'9830,"0"2"-8917,-2 4 225,-11-65-349,-3 42-492,3-14 0,-3 3 78,-9 24-190,3 5-107,3 9-22,2 8-39,5 12-39,4 11 50,15 10-17,10 6-11,-3-24 0,3 1-140,2 0 0,2-1 137,3 2 1,1-2 2,1 0 0,0 1-23,-1-2 1,-2 0-113,15 22-139,-22-8-314,-29-8-638,-26-9-1760,-20-8 2986,22-12 0,1-3 0,-5 1 0,6-4 0</inkml:trace>
  <inkml:trace contextRef="#ctx0" brushRef="#br0" timeOffset="122973">14539 10044 22811,'17'40'228,"0"0"0,-2 5 0,-8-3-284,-20 14-1745,6-11 0,1 0 1061,-2 15-2713,7-10 0,3-2 2804,4-3 0,0 5 0,-1-32 0</inkml:trace>
  <inkml:trace contextRef="#ctx0" brushRef="#br0" timeOffset="123327">15150 10210 18857,'31'-41'1857,"0"0"1,-1 2 0,-11 11-1573,-19 25-212,-2 6-56,-3 9 22,0 15-16,0-5 94,9 14-83,2-23 89,23 9-61,-11-17 72,27-5 46,2-24-96,-7 4 16,-14-2 1,-2-3 168,-4-13 297,-5-23-415,-13 21 95,-19-11 6,-24 26-196,6 5 56,-23 7-84,22 19-16,-4 11-52,3 32 18,14-8 16,11-4 1,3 4-164,4-9 0,3 1 29,0 10 0,4 2-632,4 3 0,4-1-2171,8 5 0,5-2 2429,1-4 1,1-4 0,-6-12 0,-1-5 0,8 7 0</inkml:trace>
  <inkml:trace contextRef="#ctx0" brushRef="#br0" timeOffset="124001">13612 11439 17632,'1'-46'1442,"1"0"0,-1 0 1,3-5-1,-4 11-1358,-12 15 91,0 55-153,1 8 0,1 5-899,2-10 0,2 2 877,0 5 0,1 4 0,1-1-31,2 11 1,2 0-92,1-5 1,1 2 0,1 1-869,1 4 0,0 2 0,2 0 990,0-8 0,2 1 0,0-1 0,-2-5 0,2 12 0,0-5 0,1-4 0,1 1 0</inkml:trace>
  <inkml:trace contextRef="#ctx0" brushRef="#br0" timeOffset="124369">13672 11800 17708,'-4'0'185,"1"0"532,3 0-391,57-12-83,-11 3 1,4 1-888,5-3 0,3 0 655,-3 1 0,4 0 0,3 0-681,-9 2 0,3 0 0,0 1 0,-2-1 674,-7 2 0,-1-1 0,0 1 0,5 0-2,-3 0 0,5 0 0,1 0 0,2 0 0,-2 0 0,-3 1-490,10-1 1,-4 1-1,1 1 1,5-1 479,-6 0 1,5 0-1,2-1 1,0 1-1,-2 0 1,-4 1-21,6-1 0,-4 0 0,-1 0 0,3 1-407,-2-1 0,4 0 1,0 1-1,-3-1 1,-8 1 234,-6 1 1,-6 0 0,-1 0 0,16-1 0,-6 1-1,0-1 1</inkml:trace>
  <inkml:trace contextRef="#ctx0" brushRef="#br0" timeOffset="124923">13581 12327 12253,'-2'-42'1579,"-1"-1"1,0 1-1,0-9 1,-1 3-298,0 8 1,0 5 0,-1-4-392,-4-5-510,4 28-331,2 12 0,1 8 208,1 21-71,2 6 1,0 5-71,2 6 1,0 4-504,-1-5 0,2 4 0,-1 0 455,-1 0 0,1 1 1,0 1-35,-1 6 0,0 0 1,-1 2-18,1 4 1,-1 1 0,1-2-494,-1-10 0,-1-1 0,1 3 431,2 1 1,0 4 0,0 0 0,0-4-398,1-2 0,0-4 1,0 3 167,0 3 1,0 4 0,0-1-1,0-8 1,1 2 0,-1-7-1,-2-5 1,1-1 0</inkml:trace>
  <inkml:trace contextRef="#ctx0" brushRef="#br0" timeOffset="126935">15961 11787 17753,'-3'-43'1450,"0"1"1,0 5 0,1 9-1383,2 19 27,0 14 168,1 12-61,3 18-40,2 23-324,-2-20 0,1 3 235,-2 9 0,-1 2-689,0 8 0,-1 2 636,-2-18 1,-1 2-1,0 0-13,0 1 1,0 1 0,-1-1-3,0 0 1,0-1 0,1 0-929,-1 4 1,2 0 0,0-4 927,0 2 1,2-4 2,0 2 1,2-4 41,10 8 45,5-14 252,0-1-223,10-18 913,4-14-958,25-9-51,-16 0 0,4-2 521,-6 1 1,3-2 0,2 0-550,9-1 0,3 0 0,1 0-581,-6 1 1,1 0 0,1 1 0,1 0 584,6-1 0,1 0 1,2 1-1,0 0-3,-9 2 0,1-1 0,1 1 0,0 1 1,1-1-4,2 1 1,0 0 0,1 0 0,0 1 0,0 0-409,1 1 1,1 0-1,-1 0 1,1 1-1,0 0 404,-1 0 1,-1 0-1,1 0 1,0 1-1,1 1-8,-3 1 0,1 0 0,1 1 0,-1-1 0,-1 1 0,-4 0-274,6 0 1,-3-1 0,-2 1 0,4 1 165,0 1 0,4 1 0,0 1 0,-2-1 0,-5 1-750,9 2 0,-5-1 0,0 1-867,0 0 1,1 1-1,-2-1 1739,1 0 0,-1 1 0,-9-2 0,11 2 0,-4-1 0</inkml:trace>
  <inkml:trace contextRef="#ctx0" brushRef="#br0" timeOffset="134525">18967 12856 18767,'-62'-9'1318,"-1"0"0,-5-1 1,10 2-703,25 2-297,-5-1-50,27 3 89,33-4-313,32-3-1050,2 2 0,6-1 1019,-5 2 0,4 0-13,-15 2 1,3 1-1,3-1 1,0 0-602,5 1 0,1-1 1,0 0-1,-2 1 605,8-1 1,-3 0 0,3 0-11,-11 1 1,4 0-1,0 0 1,-3 1-1,-8 0-184,9-1 0,-6 0 155,15 0 1,-7-1-124,-21 2-2028,-44 2 2185,-30 3 0,12-1 0,-8 1 0</inkml:trace>
  <inkml:trace contextRef="#ctx0" brushRef="#br0" timeOffset="136540">19359 13732 22498,'-28'-44'657,"1"0"0,5 5 0,-2 11-509,-8 27 1,0 10-537,-7 5 461,-11 16 0,-1 8-712,19-5 0,1 3 646,2-2 1,-2 4 0,4-1-8,1 1 0,4 1-20,2 16 0,6-2-19,8-1-154,14-2 0,10-3-407,28-10 233,-6-14 0,4-4 171,-11-11 0,2-4-146,11-5 1,1-4 172,-11-3 1,1-2 173,15-11 1,-2-3 22,-17 8 0,-2-3 149,11-12 0,-4-2 175,-7-4-123,4-6 805,-17 6-429,-13 20 721,1-4-1074,-7 16 356,-3 11-564,-3 10 11,-1 2-44,-4 16-5,6 4-40,2 0 12,11 2 16,3-19-33,30-6 50,-2-13 34,23-10 28,-8-14 61,-1-14 153,-8-8-86,-14 6 138,-15 8 0,-3 0 47,-2-12-78,0-18-78,-15 19-79,-2 9-84,-3 12-84,3 11-89,2 6-34,2 10-386,2 8-1911,1 13-1220,3-1 2809,3 4 0,-1-20 0,0 0 0</inkml:trace>
  <inkml:trace contextRef="#ctx0" brushRef="#br0" timeOffset="136885">20132 13736 24071,'-3'-4'2443,"0"1"-2287,3 3-150,1 13 5,12 14 0,3 17-27,10 10 21,-2 1 1,-7-14-1,3 9 7,-11-24 55,2 4 134,-9-20-44,-8-12-106,-7-11 16,-9-10-34,-4-7-5,6 3 23,3-12-152,13 14-11,4-4-963,27-1-555,7 10-2515,7 3 0,3 1 4145,-9 5 0,0 3 0,-2-1 0,-3 2 0,1 2 0</inkml:trace>
  <inkml:trace contextRef="#ctx0" brushRef="#br0" timeOffset="137567">20624 13699 19092,'-7'-5'7601,"1"1"-7058,6 4-50,0 0-292,-46-51-173,34 38-78,-15-17 0,8 9-34,21 24 89,8 10-5,2 2-3,8 8 1,3 4-4,15 22-423,-9-12 1,2 3 414,-7-6 0,-1 1-28,-2-1 0,-3 0-37,3 24 23,-25-11 34,-20-15 50,-16-14 6,-1-17 10,6-16 920,11-32-919,18 4-34,15-17 0,20 17 0,12 5-50,7 4-39,4 7-241,-1 6-482,-2 3-493,-1 1-246,-1 1 128,-1-1 482,-5 3 723,-11 5 694,-11 4 343,-10 2 234,-8 0 78,-4-1-279,-1-4-236,1-2-168,0-4-95,2-2-39,3-2-34,0 2-22,2 0-50,-1 5-46,-1 3-16,-1 4-73,-1 2-67,0 2-12,-2 10 12,-1 8-17,-3 16-17,-2 10 12,0 9-23,1 5-45,2 3-608,2-4-624,3-3-39,2-16 1344,13 2 0,-10-27 0,8 4 0</inkml:trace>
  <inkml:trace contextRef="#ctx0" brushRef="#br0" timeOffset="137726">21230 13501 26267,'-22'-30'-2022,"0"-1"0,-14-20 0,37 56 0</inkml:trace>
  <inkml:trace contextRef="#ctx0" brushRef="#br0" timeOffset="138760">21563 13739 21825,'9'-51'1210,"1"0"0,-1 6 0,-5 5-510,-11 3-459,-1 16-185,-4 8-11,-2 17-12,-5 13 1,-10 17-23,-8 17-374,12-10 1,2 4 339,4-5 1,3 0 8,-1 1 0,4-1-51,5-4 1,6-1-474,18 21 247,-2-11-193,11-20 0,5-6 165,15-11 246,9-3 84,-11-20 1,0-8 111,-11 0 0,-1-2-253,12-7 1,-1-3 272,-11 3 0,-5 1-3,5-9 185,-1 0 11,-15 17 598,-2 2-867,-7 12-67,-6 15 17,-1 3 107,-5 21-113,2 3 0,-2 25-11,3-6-11,5 4-6,6-19 592,3-13-575,20-5 11,-12-14 57,29-16 27,-17-9 67,12-21-61,-17 8 44,-8 4 1,-2-3 17,4-13-99,-7 13 0,0 0-13,-1-6 78,-2 0-101,-7 24-40,0-3-279,-3 14 129,0 4-925,4 10-2592,3 9 3679,3 3 0,-3-6 0,-3-7 0</inkml:trace>
  <inkml:trace contextRef="#ctx0" brushRef="#br0" timeOffset="139569">22375 14120 23803,'-7'1'2940,"1"-1"-2559,6 0-56,0 0-174,20-72 23,6 14-700,-6-1 0,1-1 543,-4 25 0,0 1 2,-1-8 1,0-4 2,-1-8 1,0-4-1,0 1 0,-1-2-251,-4 14 0,0 0 1,-1 2 261,0-3 1,-2 3 22,-2 10 0,-1 2 67,1-8-84,-4 20-61,-2 11-12,-3 15 812,-7 15-789,-8 23 11,5-10 0,-1 2 271,2-4 0,0 2-275,-1 5 1,-1 5-1,2-4-2,3-7 1,1 1-42,-2 13 0,1 8 1,4-6-455,6-8 1,4-1 186,2 17 1,5-4 80,-1-22 1,5-5-651,10 3 1,3-6 92,14-7 505,18-9 240,-11-33 62,-25 3 0,-1-3 50,-1-6 0,-1-1-404,0-3 0,-2 0 544,7-19 322,-12 19 1,-3 1 86,-2-2 591,1-11-809,-9 24 11,0 9-264,-2 7 980,0 4-1097,1 3 176,-3 5-182,0 5-38,-3 11 16,0 1 39,-5 26-39,5-8-11,-1 18-1,8-12 12,6-8-5,2-11-57,13-1 57,-1-14 5,12 1 11,-1-12 28,1-12-28,-8-1 28,10-31-11,-15 3-3,-5 10 1,-2-1 63,5-20 1,-6 6 0,-3 9-29,-5 11-38,-2 10-51,-2 7-376,0 6-514,0 14-124,3-2 1042,13 30 0,-10-27 0,9 13 0</inkml:trace>
  <inkml:trace contextRef="#ctx0" brushRef="#br0" timeOffset="140086">23312 13696 20791,'0'-3'4743,"0"1"-3391,0 2-1375,4-41 289,0 40-250,7-22 122,-3 57-144,0 10 391,-4 5-369,-4 12 1,-3-24 22,0 0 90,1-29 45,1-14-157,2-2 5,2-18 6,3-7-6,4-13 34,4-2-11,1 3-22,1 11-18,-2 10-27,-1 11-1,-1 8 12,2 12 0,9 14 11,3 15-11,-1 6 16,-5 4-5,-11-12 0,-3-8 73,-2-10 73,-2-8-45,3-15-79,3-14 12,9-15 16,7-8 0,5 2-37,1 10-13,-5 14 0,-4 15 0,-6 19-13,-3 20-115,-3 24-916,-8-21 1,-2 3 1043,-6 13 0,-1-3 0,0 8 0,-6-1 0</inkml:trace>
  <inkml:trace contextRef="#ctx0" brushRef="#br0" timeOffset="159633">5718 7948 6523,'54'-12'374,"0"-1"0,0 0 1,-3 1-1,3-1 0,-2 1 1,-4 1-1541,11-2 0,-3 0 1324,-10 3 1,1 0 0,2 0 76,11 0 0,4 0 1,-4 2-737,-15 3 1,-3 0 0,2 0 556,7 0 0,2-1 0,0 0 97,1 1 0,0 1 1,-7 1 313,-10 0 0,-3 0 14,24-2 1,-4 1 2022,-16 0 67,-7 0-1787,-29 0 657,-26 4-1362,-8-2 33,-1 3 0,-5 1 28,-4 1 0,-5 1-69,-9 1 0,-6 1 0,2-1-53,15 0 1,2-1 0,-3 0 24,-6 1 1,-4 1-1,-1-1 1,2 0-279,5-1 0,0 0 1,1 0-1,2 0 293,-8 1 0,3-1 0,-2 1-163,3-1 0,-2 0 0,1 0 0,7 0 245,-5 1 0,3 1-104,-9 0 1,4 1-59,-6 1 2017,23 0-1923,36-6 164,36 3-169,-3-3 385,25-3 1,6-1-442,-27 0 0,2-1-280,11-2 0,11-1 0,1-1 0,-7 0 266,5-1 0,0 0-5,-14 2 0,5-2 1,2 1-1,0-1 0,-3 1-448,11-1 0,-2 0 0,3 1 405,-8 0 1,4 1-1,2-1 1,-2 1 0,-4 1 22,-5 0 0,-4 0 0,0 0 0,3 1-7,3 0 0,5-1 0,0 1 1,-4 1-1,-7-1 82,7 1 1,-5 1 157,13-2 0,-8 2-4,-21 1-38,-60 2-124,-29 4-11,2-1 0,-7 1-113,11 0 0,-1 0 0,-4 0 90,7 0 1,-2 0 0,-1 0-1,2 0 76,-9 1 1,2-1 0,-6 2-72,5-1 0,-5 1 0,-3 0 0,2 1 0,3-2-120,3 1 1,3-1 0,0 1 0,-4 0 123,8-1 0,-3 0 0,-2 1 0,1 0 0,1-1 0,3 1 22,-8 0 0,2 1 1,2-1-1,4 1-81,-2-1 1,5 0 0,1 0 24,-18 4 1,10-2-60,18-2 1121,13 0-925,57-6-72,10-3-29,-3-1 1,9-1 0,0-1-141,-4 0 1,0-1-1,2 0 116,8 0 1,2-1 0,4 0-28,-11 2 0,4-1 1,1 0-1,-2 0 0,-6 1 12,1 0 1,-4 1 0,6-1-15,-3 1 1,7 0 0,4-1-1,0 0 1,-4 1 0,-7 1 19,1 0 0,-7 0 0,5 1 0,10-1 0,6 1 1,0-1-1,-6 1 432,-7 1 1,-4 1 0,-2 0-355,13 1 1,-4 0 0,-5-1 0,-20 1 257,-62 9-297,1-5 1,-6-1-6,-7 2 0,-7 1-517,2-2 0,-7 1 1,-3-1-1,3 1 519,5 0 1,2-1 0,-1 1 0,-5 0-42,6-1 1,-5 1 0,-1 0 0,-1 0 0,0 0 0,1 0 50,4 0 0,1 0 0,0-1 0,0 1 0,0-1 0,0 1-112,-11 1 0,1-1 1,0 1-1,0-1 0,2 1 147,4-2 0,1 1 0,1-1 0,1 1 0,2-1 0,-2 0 0,1 0 1,2 0-1,4-1-11,-21 3 1,11-2 37,-1 0 32,95-17-78,7 1 181,-2 0 1,9-1 0,1 0-212,-2 0 0,1 0 0,3 0-6,0 0 1,3-1 0,2 0 0,-2 1-3,-8 1 0,-1 1 0,0-1 0,3 1-10,-1 0 1,2-1 0,1 0 0,1 1 0,0 0-23,2 0 0,1 1 1,0 0-1,0 0 1,-2 1-10,4-2 0,-2 1 1,0 0-1,4 1-69,-1 0 0,3 0 0,1 0 0,-1 2 0,-3 1-2058,-1 2 1,-2 2-1,-2 0 1,-1 1 2160,-4-1 0,0 1 0,-2 0 0,-1 0 0,8 1 0,-2 0 0,-9 1 0,7 3 0</inkml:trace>
  <inkml:trace contextRef="#ctx0" brushRef="#br0" timeOffset="160577">14207 6654 12578,'12'-58'1727,"-1"0"0,-1 4 0,-7 1-1021,-13 0 0,-6 3-1207,4 16 0,-4 2 778,-19-15 0,-9 5-909,1 14 1,-4 4 757,4 4 1,-4 0 0,-3 2-28,-6 2 0,-3 2 0,-3 2-62,10 4 1,-1 2 0,-1 1 0,-1 0-474,-5 2 1,-2 0-1,-1 2 1,-1 1 439,10 2 1,-1 0-1,0 1 1,-1 1-1,0 1-2,-3 0 0,-1 1 1,0 1-1,0 0 1,0 2-7,-1 1 1,-1 0-1,0 2 1,1 1 0,0 0-1,0 1 1,1 0 0,-1 2-1,1 0 1,-1 3 3,6-1 0,-1 2 0,0 1 0,0 0 0,2 1 0,2 0-359,0 1 1,1 1 0,2 0 0,1 0-1,1 1 359,-9 4 0,1 0 0,2 2 0,5 1-8,-4 7 1,5 2 0,5 3-249,8 0 1,5 3 0,1-1 251,3-8 1,1-1-1,3 3 134,0 11 0,3 4 0,12 1-147,17-2 0,13 1 0,3-3 47,-4-4 0,3-1 0,6-1 112,4-2 0,6 2 1,3-3-1,1-6-37,-1-8 0,1-5 0,2-3 0,2 0 74,6 0 1,1-1 0,3-3 0,4-1-81,-8-4 1,3-2 0,2-1 0,2 0 0,0-2 0,-2 0-112,-2-1 1,0-1 0,0-1-1,0-1 1,0 0 0,0 0 28,1-1 1,0 0 0,0 0-1,-1-1 1,2-1 0,-1-2-153,2 0 0,1-2 0,0-1 1,0 0-1,-1-2 0,-2 0 175,3-1 0,-2 0 1,-1-2-1,1-1 1,5-1-40,-12 2 0,4-2 0,2-1 0,1 0 1,0 0-1,-2-1 0,-1 1 0,-4 1 17,1-1 1,-4 1 0,-1 1 0,-1-1-1,2-2 1,2-1 28,0-1 1,4-3 0,2-1-1,1-1 1,-2 0 0,-2 0-1,-5 2 1,-6 1-29,14-7 1,-9 3-1,4-5 32,-3 2 1,5-4-1,1-1 1,-3-1 0,-9 1 177,-5-3 0,-7 0 0,-2-2-209,4-5 1,-3-3 0,-8-1 331,-6-16 1,-21 0-848,-25 14 0,-18 3 1,-1 4-335,8 10 0,-1 3 0,-6 3 829,-9-1 0,-9 2 0,1 2 0,10 5 0,6 4 0,4 3 0,-5 0 0,1 0 0</inkml:trace>
  <inkml:trace contextRef="#ctx0" brushRef="#br0" timeOffset="164006">10029 9465 15956,'-8'-8'2980,"1"2"-2308,7 6 828,-58-65-817,39 41-529,-13-13 0,3 4-154,25 25-5,3 5 314,5 19-192,-1-2 225,10 46-185,-5-6-110,-1-13 1,0 0-15,1 14-13,2-20 0,0-4 19,4-3 274,26 7 63,-5-40-197,10-6-1069,-3-24 1,0-8 948,-17 17 0,2-3 23,3-4 1,5-7-1,2 0 1,-4 3-12,-4 4 0,-2 2 0,1-2-2,11-11 0,2-3 0,-4 4-165,-3 3 0,-4 3 171,-3 2 1,-2 0-3,4-12-163,-2 5-280,-1 7-856,-2 16-6107,4 9 7333,-4 4 0,-8 5 0,-8 1 0</inkml:trace>
  <inkml:trace contextRef="#ctx0" brushRef="#br0" timeOffset="169492">16132 9817 19680,'0'-6'1731,"0"1"-39,0 5-1720,-6-33 184,11 38-38,2-13-79,10 41 20,2 0 0,2 2 30,13 15-220,-8-14 0,0-1 215,8 6 75,-9-19 1,0-3-3017,6-3 3142,8 2 353,5-38-336,0-25-249,-19 19 1,2-6-266,5-10 1,2-8-1,-2 5 257,-3 5 0,1-2-183,-3 3 0,4-4 0,1-2 0,-2 4 183,-2 3 0,-1 3 0,2-3-15,-1 1 1,2-3 0,1 1 0,-2 1-15,1-1 1,-2 2 0,1 0-10,-1 2 1,1-1 0,-4 5 1044,-1 2 0,-2 5-1120,6-5-867,5 13 156,-16 14-4241,15 25 5020,-21 2 0,1 4 0,-10-13 0</inkml:trace>
  <inkml:trace contextRef="#ctx0" brushRef="#br0" timeOffset="172343">15715 8944 17414,'-61'-14'58,"0"0"1,-1 0-1,1 0 1,0 0 0,0 0-1,-1 0 1,1 0 0,0 0-1,2 2 1,0-1 0,-1 1-1,1 0 1,0 1 0,2 1-1,0 1 1,3 3 0,2 3-896,-6 2 1,4 3-1,1 3 1,1 1 0,1 1-1,-3 0 908,-4 0 0,0 0 0,-1 1 0,0 1 0,1 0 0,3-1-257,-2 1 0,2 0 0,2 0 1,-3 1-1,-2 2 222,1 1 0,-5 1 0,-1 1 0,-2 1 0,3 0 0,3-1 0,5 0-132,-3 0 0,6-1 0,0 1 0,-7 4 105,6-3 0,-5 3 0,-4 2 0,-3 1 0,0 0 0,2 1 0,3-1 1,6-1 1,-4 3 0,6-1 0,2 0 0,-1 1 1,-3 2-6,3-2 0,-2 1 1,-2 1-1,-1 1 1,1 1-1,2-1 0,3 0-204,-8 7 1,3-1-1,1 1 1,2 0-1,0 2 205,1-1 1,2 1 0,0 1 0,2 0 0,1 1-7,2 0 0,2 0 0,0 1 1,2 1-1,2 0-5,2 0 1,2 0 0,1 1-1,2 1 1,2 0 104,-3 9 0,2 0 0,4 2 0,2-1-110,5 0 1,3-1 0,3 1-1,3-3 5,0 3 1,3-2-1,8 2 16,9 0 1,8 3 0,4-2 0,3-5 46,8 0 1,4-7 0,6 2 10,-7-7 1,3 1-1,3 1 1,2-2 0,1-4 8,1-5 1,2-2-1,2-2 1,1-2-1,1-1-19,-5-3 1,2 0 0,1-2 0,1-1-1,0 0 1,1-1 1,4 0 1,1-1-1,0-1 1,1-1 0,1-1-1,0 0-7,-6-2 0,1-1 1,0 0-1,1 0 1,0-2-1,0 0 0,0 0-6,2-1 1,1 0 0,0-1-1,0 0 1,0-1 0,1 0 0,-1-1-1,2-1 1,1 0-1,-1-1 1,1 0 0,0 0-1,0-1 1,0-1-59,-7 1 1,0 0-1,1-1 1,-1 0-1,1-1 1,-1 0-1,1 0 1,-1 0 42,2-1 0,1 0 1,0-1-1,-1 0 0,1 0 1,-2 0-1,0 0 0,-2 0-16,6-1 1,-2 1 0,-1-1 0,0 0 0,3-1-1,2-1 3,-7 1 0,3-2 0,2 0 1,1 0-1,1-1 0,-1 0 0,-1-1 1,-2 1-1,-3 0-11,9-2 0,-3 0 0,-3-1 1,1 1-1,1-2 0,4-1-4,-9 3 1,2-1 0,3 0 0,0-1 0,1 0 0,-1-1 0,-1 0 0,-1 0 0,-3 0-1,4-2 0,-1 0 1,-2 0-1,-1-1 1,-1 0-1,0-1 1,-1 0-3,7-3 1,-1-2 0,0 1-1,-2-2 1,-2 2 0,-1-1 51,-3 2 1,-3 1 0,-1 0 0,-1-2 0,1-3-41,-4-2 1,2-2 0,-1-2 0,-1-1 0,-4 0-1,-5 1 27,7-15 0,-7 0 0,-2-4-14,0 0 1,1-4-1,-5-2 1,-10 2-5,-12 8 0,-7 1 0,-6 0 1,-3 1-7,-5-2 1,-6 0-1,-4 2 1,0 2-13,-6-5 1,-2 2-1,-10 2-5,5 14 1,-7-1 0,-4 1 0,-3 1 0,1 2 0,1 3 3,-3 1 1,1 3 0,-1 3 0,-2 0 0,-4-1-11,10 3 1,-4-1-1,-1 0 1,-1 0-1,-2 1 1,1 0-1,-1 2 1,2 2-21,-7 0 1,1 2 0,0 1 0,0 1 0,-1 1 0,0 0-1,-1 1-40,5 1 0,0 0 1,0 1-1,-1 1 1,0 0-1,0 0 0,-1 1 1,1 0-147,-3 1 1,1 0 0,-1 1-1,0 0 1,0 0 0,0 2 0,-1-1-1,1 1-556,6 0 1,-1 1-1,-1 0 1,1 1-1,0-1 1,0 2-1,1-1 1,0 0-1,2 1 749,-10 0 0,0 1 0,1 0 0,1 0 0,2 0 0,2 0 0,3 0 0,-3 1 0,2 0 0,3 0 0,4-1 0,2 1 0,1 0 0,-1 0 0,0 1 0</inkml:trace>
  <inkml:trace contextRef="#ctx0" brushRef="#br0" timeOffset="173476">22018 12609 14101,'10'-47'1033,"0"0"0,1 1 0,-3 1 0,0 2 0,-5 4-876,-9-24-750,-7 27 1,-6 3 639,-5 7 1,-9 5-27,-12 3 0,-13 3 0,-2 1 0,5 2-585,10 0 0,4 2 0,-8 2 593,-2 3 1,-9 2 0,-4 1 0,-1 1 0,4 1 0,10 1-384,-1 1 1,8 1-1,-6 2 383,-4 1 0,-6 0 0,-3 1 1,0 1-1,5 0-468,1 1 0,3 1 1,0 0-1,-3 1 466,1-1 0,-3 2 0,-1 0 0,-1 0 0,0 1-201,10-2 0,-1 0 0,0 1 0,1 0 0,-2 1 0,1 0 191,-1 0 1,-1 1 0,0 0 0,0 0 0,0 0-1,-1 1-92,1 1 1,-1-1 0,0 1 0,0 1 0,0-1 0,1 1 84,-1 1 0,-1 0 1,1 0-1,0 0 0,0 1 1,1 1-50,-1-1 1,1 1-1,-1 1 1,1-1 0,0 2-1,0-1 53,1 1 0,0 0 0,0 0 0,0 1 0,0 1 0,1-1 8,0 1 1,2-1 0,-1 1 0,0 1 0,0 0 0,-1 2 4,3 0 0,-2 2 0,-1 1 0,1 0 0,1 0 1,1-1-1,3-2-14,-2 2 1,2-2-1,2 0 1,0 1-1,-2 3 8,-1 1 1,-2 4-1,-1 0 1,1 2-1,3-2 1,5 0 21,0 1 0,5-1 1,2 1-1,0 4 19,0 3 1,0 4 0,1 1 0,2 0 0,3-3-35,-6 8 0,5-3 0,7 6 13,11-8 1,4 6 0,4 1-1,2-3 1,4-7-20,9 9 1,9-2-8,1-6 0,5 6 1,5-1-1,2-7 68,10-4 0,5-6 0,5-1-74,-13-7 0,3 1 0,1-1 0,2-1 0,1-1 6,5 0 1,1-1 0,1-2-1,3 0 1,3-2 15,-6-2 0,3-1 0,3 0 1,1-1-1,1-1 0,-1 0 0,-2-1 8,-2-2 0,0 0 0,0 0 1,0-1-1,0-1 0,0 0 1,0 0-16,0 0 0,0 0 0,0 0 0,0-1 0,1 0 0,0-1 0,0-1 10,3 0 0,0-1 0,1-1 0,0-1 0,-1 0 0,0 0 0,-1-1 12,-5 0 1,-3-1-1,0-1 1,0 1-1,1-1 1,2 0-1,4-1-28,-3 0 1,3 0 0,3 0 0,1-1-1,2 1 1,0-1 0,0-1 0,-1 1 0,0 0-1,-3-1-2,3 0 0,-2 0 0,1 0 1,-2-1-1,1 1 0,-1-1 0,0 0 1,0 0-1,1 0-10,-2 0 0,0 0 0,0 0 1,-1-1-1,1 1 0,-1-1 0,1 0 1,-1 0-1,0 0 5,-2-1 1,1 0 0,-1 0 0,1 0 0,-1-1 0,-1 1 0,0-1 0,-1 0-1,-1 0 2,6 0 1,-3-1 0,0 0-1,-1 0 1,0 0 0,2-1 0,1 1-13,-6-1 1,2 1 0,0-1 0,1 1 0,1-2 0,-1 1 0,1 0 0,-2-1-1,0 0-2,4-1 0,-1 0 1,1 0-1,-1 0 1,-1-1-1,1 0 0,-2-1 1,1 1 0,4-3 1,0 1 0,-1-1 0,0 0 0,0-1 0,-2 0-1,0-1 0,-3 1 0,-1 0 0,-1-1 0,0-1 0,-1 0 0,0-1 0,-2 0-3,5-2 0,-1-1 1,-1-1-1,-1 0 0,-1-1 1,-1-1 42,4-3 0,-1-2 0,-2 0 0,-2-1 1,-2-2-32,3-5 1,-2-1 0,-4-2 0,-5-2-12,-7 2 1,-3-1-1,-5-1 1,-7-1-5,-3-13 1,-9-1-1,-10 0 0,-12-1 1,-11 1 0,-8 2-1,-2 11 0,-5 1 1,-6 2-1,-3 1-4,2 5 0,-3 2 0,-4 1 0,-1 1 0,-2 1-6,11 6 1,-2 2 0,-1 0 0,-1 0 0,-1 1 0,0 0-1,-2 1-21,3 2 0,-1 0 0,-1 0 0,-1 1 0,-1 0 0,1 0 0,-2 1 0,0 0-49,3 2 0,0-1 0,-1 1 0,-1 1 0,0-1 0,0 1 0,-1 0 1,0 1-1,0-1-106,-3 1 0,0 0 0,0 0 1,0 1-1,-1 0 0,-1 0 1,-1 0-1,-1 1 0,-2 0 192,9 2 0,-2 0 0,-1 0 0,-3 1 0,0-1 0,-1 1 0,0 0 0,1 0 0,1 0 0,2 1 0,3 0 0,2-1 0,4 2 0,-11-3 0,5 1 0,4 1 0,1-1 0,0 1 0,0 1 0,-4-1 0,-2 1 0,0 1 0,1-1 0,-1 0 0,0 1 0,0-1 0,0 0 0,1 1 0</inkml:trace>
  <inkml:trace contextRef="#ctx0" brushRef="#br0" timeOffset="185027">17408 8429 20649,'-46'2'711,"1"0"0,-11-9-688,91-12-23,13-4-31,0 4 0,6 0-852,1 0 0,6-1 797,-13 5 1,5-1 0,1-1-1,-2 1-416,-4 2 0,-2 1 1,0-1-1,2 1 388,5-2 1,3 0 0,-2 0-1,-4 3-43,13-4 1,-4 2-295,-1 1 0,-6 4-787,-6 6 1092,-28 12 197,-54 16 105,-3-5 1,-8 1-269,9-5 0,-3 2 0,2-2 285,-12 6 1,0-1 98,8-3 1,-1 1-1,1 0 313,-14 8 1,2 0-311,4-2 0,3 0-253,5-3 0,8 1 1924,14 6-1895,26-17 21,30 1-60,24-15-44,-21-4 0,6-2 0,-1-1-48,0 0 1,-1-1 0,2-2 11,10-3 1,2-3 0,-3 0 14,-8 2 1,-2-2 0,-3 1 44,7-3 0,-5-3 66,0-12 1,-11-3 562,-16-17-467,-14 13 0,-10 1 65,-14 6 0,-8 4-88,3 5 1,-4 2 176,-5 4 0,-4 0 0,4 2-137,7 5 0,0 1 293,-29-11 1,2 1-39,13 6-241,-5-2-252,34 12-23,16 4 79,20 9 0,5 0-9,19 10 0,8 3 33,-7-1 0,2 3-60,0 0 1,2 3-1,-3-1-23,4 3 0,-4 3-157,3 10 1,-8 5-273,-19-7 1,-9 4 498,-14 6 0,-7 4 0,1-5 0,5-9 0,-3-4 0,-19 12 0,1-1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6T13:55:27.4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3319 5828 15093,'-3'55'408,"1"-1"1,1 6 0,0 5 0,0-2-13,-1-10 0,1-2 0,0 1-1419,0-5 0,1 1 1,-2 1-1,1 1 1163,-2 6 0,-1 0 0,0 1 1,-1-1-49,1-4 0,-1-1 1,0 2-1,-1 4-55,0-1 0,0 6 1,-1 2-1,0 1 1,0 0-1,-1-2-315,2-2 0,-1-2 0,0 1 1,0-1-1,0 1 0,0-1 273,0 1 0,0-1 1,-1 1-1,1-1 1,0 1-1,-1 0-110,0 2 1,0 0-1,-1 0 1,1 1 0,-1 0-1,-1 0 71,2-6 1,-1 0 0,0 1 0,0 0 0,0 0 0,0-2 0,0 0-209,0 0 0,1-3 0,-1 0 1,1 1-1,-1 1 0,0 4-333,1-6 0,-1 3 0,-1 3 0,1 1 0,-1 1 0,1-2 0,0-3 0,1-3 1,1-6 562,-2 15 1,1-9 0,1-1 0,0 1 0,-2 10 0,-1 1 0,1-2 0,3-11 0,1-9 0,1-1 0</inkml:trace>
  <inkml:trace contextRef="#ctx0" brushRef="#br0" timeOffset="994">3781 5658 0,'57'8'229,"1"0"1,-1 0 0,-9-3 0,1-1 0,1 0 0,1 0-152,8-1 0,2 0 1,0-1-1,-1 0-63,-8-1 1,-1 0-1,0-1 1,6-1 17,-8 0 0,6-1 0,2 0 0,1-1 0,0 1 1,-4-1-1,-4 1-8,6-1 0,-6 0 0,1 0 1,8-1 36,-9 1 0,6-2 0,4 1 0,4-1 0,1-1 0,-1 1 0,-3 0 0,-3 0 0,-7 1 23,15-2 1,-9 1-1,1 0 1,9-2 56,-18 3 1,5-2 0,5 1 0,2-1 0,2-1 0,1 1 0,-1 0 0,-2 0 0,-3 0-1,-4 1 17,11-2 1,-5 1 0,-2 1 0,0-1-1,1 0 1,5 0-75,-9 0 0,3 1 0,2-1 1,1 0-1,1 0 0,0 0 1,-1 0-1,-1 0 0,-2 1 22,6-1 0,0 0 0,-1 0 1,-2 0-1,1 1 0,-1-1 1,1 1-40,0-1 1,1 0 0,0 0 0,-1 0-1,0 1 1,-2-1 0,-2 1-41,-1 0 0,-2 0 0,-2 0 0,0 0 0,1 0 0,2 0 10,-3 0 0,1 0 1,2 0-1,-1 0 1,0 0-1,-1 0 1,-2 0 2,9-1 0,-4 1 1,0 0-1,1 0 1,4 0-6,-4 0 1,3-1 0,2 1 0,1-1 0,1 1 0,-3-1 0,-2 1-11,1 1 0,-3-1 0,0 0 0,-1 1 0,0-1 0,2 1 27,3-1 1,1 1 0,1-1 0,-1 1 0,-2 0 0,-3 0-39,-3 1 1,-2 0 0,-2 1 0,-1 0 0,0 0 19,7 0 0,-1 1 0,-1 0 0,-2 1 28,8 2 1,-2 0-1,-2 3 248,-9 0 0,-1 2 0,-4 3-264,10 7 1,-5 6-18,-9 3 1,-7 4 628,-5 4 1,-6 3-635,-4 6 1,-4 0-15,-4-7 0,-1 2 473,-4 5 0,-1 4 0,-1-1-431,-2 11 0,-2 2 190,0-1 0,-1 5 0,-2-1-223,-1-4 1,-1 1-1,0 0-291,1-11 0,-1 0 1,0 1-1,-1 1 280,1 2 1,-2 2 0,1 0 0,0 1-12,-1 2 1,1 1 0,-1 1 0,0 0-6,2-9 0,0 0 1,1 1-1,-1 0 0,1 0-2,-1 2 0,1 0 0,0 1 0,0 0 0,1 0 3,-1 1 1,1 2-1,1 0 1,-1-2-1,1-1 6,0 1 0,0-2 0,1 0 0,-1 5 23,1-7 0,0 4 1,0 2-1,0 0 1,1-1-1,-1-5 45,-1 8 1,1-4 0,0 0 0,-1 4-253,0-7 0,1 2 1,-1 3-1,0-1 1,0-1-1,-1-2 272,-1 13 1,-1-2-1,-1-2 1,1-3-61,1-11 0,0-2 0,-1 0 0,-1 3-143,-1 0 1,-1 5-1,-2-1 1,1 0-1,0-5 133,-3 9 1,-1-4 0,-1 3-38,1 0 0,-2 4 1,-1 0-1,0-4 11,-2 1 1,0-3 0,-1-1-3,-1-3 1,0-2 0,-1 0 3,0-4 1,-1 0-1,-2-2 9,0-2 1,-1-2 0,-2-1 1,-1-3 1,-2-1 0,-1-2 198,-2-2 1,-3-2-1,-1-2-188,-2-2 1,-2-3 0,-2-1 9,-3-2 0,-2-1 1,-1-3 156,-4-1 0,-1-1 0,-1-2-167,-4-1 1,-3-2 0,0 0-12,12-3 1,-1 0 0,-1 0 0,0-1-2,-4 0 0,0-1 0,-1 0 1,0-1-48,8 0 1,0-1 0,0 0 0,-1 0 0,0 0 44,-2-1 0,0 1 0,-1-1 1,0 0-1,0-1-5,-3 1 1,0-2 0,0 1 0,-1-1 0,0 1-135,-2-1 1,-2 0-1,1 0 1,0 1-1,3-1 134,-4 0 0,4 0 1,-1 0-1,-6 0-115,14 1 0,-5-1 0,-1 1 0,-2-1 1,1 0-1,1 1 0,3-1 109,-7 1 0,4-1 0,0 0 0,-1 0 0,-5 0-28,12 1 0,-3 0 0,-2-1 0,-1 0 0,0 1 0,-1-1 0,2 0 0,2 1 37,-2-1 0,1 1 0,1-1 0,1 1 0,-1-1 0,0 1 0,0-1 3,-2 0 0,-1 1 0,0-1 0,0 0 1,1 1-1,1-1 0,1 0-1,-9 0 0,3 0 1,1 0-1,-3 0 0,-3 0-2,10 0 0,-2 0 0,-3-1 0,-1 1 0,-1 0 0,2-1 0,2 1 0,2 0-5,-1 0 0,2 0 1,2 1-1,0-1 1,-2 0-1,-3 0-8,2 0 0,-3 0 1,-2-1-1,-1 1 1,0-1-1,0 1 1,2-1-1,2 1-93,2 0 0,1 0 1,1 0-1,1 1 1,1-1-1,-1 0 0,0 0-790,-7 0 1,0 0-1,0 0 1,1 0 0,1 0-1,1 0 896,-3-1 0,1 1 0,2 0 0,3 0 0,2 0 0,-9 0 0,4 0 0,7 1 0,8 0 0,-1 0 0</inkml:trace>
  <inkml:trace contextRef="#ctx0" brushRef="#br0" timeOffset="2026">4108 11837 16012,'-14'-52'1917,"0"-1"0,2 6 0,-2 13-1597,-8 30 39,-5 19-34,-10 18-183,14-6 1,-2 5-815,-4 7 0,0 3 730,-4 7 1,1 4-28,10-15 1,-1 2 0,2-2-24,-4 8 1,1 3 8,7-5 0,0 3 0,4-3-3,4-2 0,4-1-14,1 16 0,7-3 76,10-19 0,7-5-57,7-4 1,5-6 8,3-4 0,3-5 6,1-3 0,1-6 13,-3-4 1,0-4 19,-3-4 0,-2-3 84,20-22 34,-12-7 39,-14-2-28,-11 0-5,-8 3-12,-7 3-34,-2 4-10,0 6-112,0 8 10,5 4 1254,22-12-1276,-6 13-9,12-4 1,5 0-3,16 1 3,-13 7 0,0 1 2,-6 3 1,-1 4 236,22 9-214,-9 34-17,-24 5 14,-15-9 1,-5 2-26,-6-6 0,-3-1-17,-8 21-23,8-13 1,1 1-208,3 16 129,2-23 1,4 1-704,8 3 1,6-3-1807,16 10 417,-13-17 1,2-4-3011,17 1 4504,-5-16 0,-16-5 0,1-2 1</inkml:trace>
  <inkml:trace contextRef="#ctx0" brushRef="#br0" timeOffset="2775">5010 12569 15109,'-4'-5'6890,"1"1"-5618,3 4-600,-67 19-364,44-11-247,-14 3 1,4 1 106,26-5 157,10-3-152,2-1 265,21-4-265,5-10-72,22-10-68,-25 4 1,1-2-295,3-5 1,0-2 282,3-6 1,-1-1-1255,-6 4 1,-1 0 1234,-2-1 0,1-4 8,-3-4 0,1-6 0,-2 3-339,0-3 1,-1 0 355,0-2 0,1-4 0,-5 5 36,-5 5 1,-6 4 69,-8-23 17,-11 13 398,-38 21-555,21 36 1,0 9 13,-6 0 1,1 6 788,2 19 0,5 8-794,7-6 0,5 3-13,5-7 1,2 2 0,2-3-5,0 4 0,4-1-14,7 17 0,6-4-17,11-8-39,13-6 0,8-2 8,-8-18 1,3-3 7,17 8 1,2-5 50,-19-12 1,0-5 256,14-7 1,-2-7-238,-17-3 0,-1-3 13,13-8 1,-2-2 6,7-15 44,-17 1 0,-3-1 168,0-7-182,-10 17 1,-2 1 142,-9 3-151,-17 25-6,-24 24-28,4-2-6,4 2 1,1 2-28,0 12 5,4 8 841,22-5-847,16-9 444,16-10-421,11-11 11,7-9 6,1-16-6,-2-11 17,-7-14 34,-10-6 38,-14-2 24,-14 2-7,-17 3 18,-12 6-23,-11 6-17,-9 8-22,-1 9-68,10 7-10,-10 9 5,24 2-107,-18 28 34,28-13-229,-2 27-247,26-16-436,12 8 228,7-10-1881,2-12 0,6-3 2531,-6-8 0,0-2 1,27 9-1,-19-13 1</inkml:trace>
  <inkml:trace contextRef="#ctx0" brushRef="#br0" timeOffset="3244">6477 12185 21204,'18'-58'1488,"0"-1"0,-2 7 1,-4 7-856,-7 15-5604,-4 12 4982,-1 10 1414,0 15-1397,-2 13 859,-4 21-875,-4 18-15,2-24 0,-1 2-118,-1 4 0,-1 0 132,-2 4 0,0-1 1130,2-9 0,0 1-1121,-3 16 0,2 0-9,1 8-23,4-21 1,2-4 84,2-6 62,3-21-68,3-20 370,6-26-381,1 2 0,2-1-34,6-20-14,-3 17 1,2 5 2,7 2 976,10-3-987,3 12 11,10 11 6,-13 9 28,13 13-23,-13 10-22,12 21-11,-18-9 0,-12-1 0,-6 0 11,-10-4-6,-18 26 6,-5-28 3,-21 4 0,-5-1-549,-1-4 540,-2-2 1,-2-4-29,7-11-67,-2-11-246,17-10-476,20-15-830,27-9-1649,14 10 1,7 1 141,-8 8 0,3 1 3160,18-6 0,-2 4 0,-14 9 0,-1 1 0</inkml:trace>
  <inkml:trace contextRef="#ctx0" brushRef="#br0" timeOffset="3611">7325 12295 26335,'-51'-10'254,"-1"-1"0,-4 6 0,3 9-196,13 18 1,4 4-55,7-8 0,2 4-7,-3 20 1,12 4-26,28 3 17,-3 9 23,42-22 4,-22-27 18,29-6 22,-16-18 34,8-14-56,-12 0 75,-14-4 0,-3-1-25,-3 3 31,-4 0 0,-2 1 138,-8 10-1,-1 1-219,-2 10 1,-1 7-23,-1 7 6,-6 21-23,0 4-38,-2 19 16,5-14-1238,16 23 219,0-32 1047,25 26 0,-23-41 0,9 4 0</inkml:trace>
  <inkml:trace contextRef="#ctx0" brushRef="#br0" timeOffset="4162">7390 12594 27012,'29'-31'56,"0"0"0,-7 6 0,2 0-39,18-10 0,1 3-1542,3-7 1550,0 0 1,-2-2 2,-4-4-21,-13 1 1,2-10-1,-4 5 4,-8 11 0,-1-2-1036,3-16 1,2-8 0,-6 9 1035,-8 17 0,-3 1 20,-2-11 1,-1-6 0,-4 7 311,-2 13 1,-3 2-327,-3-17 0,-4 7-17,-6 23-12,-10 25 541,15 8-523,-2 18 0,2 8-9,6 2 0,2 3 526,0 2 1,-1 4 0,2-1-530,0 9 1,2 3-54,2-10 0,0 5 0,0 0 1,1-6-122,0 7 1,2 1-959,3-12 1,2 8 0,2 2 0,0-2-1,1-8 1138,7 16 0,1-6 0,-3-11 0,0 1 0,-1-8 0,11 8 0</inkml:trace>
  <inkml:trace contextRef="#ctx0" brushRef="#br0" timeOffset="4759">5920 13785 22003,'-35'-35'551,"0"1"1,1-1 0,-8-10-1,1 9-316,1 23 1,3 7-158,-3 1-22,1 5 1,1 3-40,11 4-5210,-16 34 5193,34-19 1424,2 33-1430,14-28-2,8 4 0,3 3 2,20 14 208,-8-12 1,2 0-206,-9-14 0,1-1-3,13 7 1,1 0 96,4 7-77,-13-11 0,-4-1 3167,-6 3-3102,-32 7-34,-24-9-26,5-7 1,-4-2-215,-5-2 1,-3-4 214,-2-1 0,-1-3-4,2-4 1,1-2-51,6-4 1,3-3-539,-17-19-356,27-12-4220,35-9 5148,16 4 0,-1 15 0,-6 14 0</inkml:trace>
  <inkml:trace contextRef="#ctx0" brushRef="#br0" timeOffset="5693">6462 13579 18173,'1'-3'6279,"1"0"-4447,-2 3-1804,-42-6-6,12 51-16,-22-19-12,31 28 1,8 11-653,5-22 1,1 2 582,1-2 1,0 3-1,1 0-239,1 13 1,2 0-489,3-13 0,2 1 1,0-2 171,1 13 0,0-4 419,2-7 1,-1-6 271,-4 0 68,-11-47 207,-8-19-95,1-7 190,3 0 0,2-2 1218,-3-20-1330,5 9 1,2-1 417,2-6-681,6 18 1,4 3 220,8 0-294,15-3 6,2 13-15,4 9 1,3 3-26,26-1 3,-5 4 1,1 0-1454,-22 3 0,-1 1 1481,8 1 0,-1-1-152,-9 0 0,0 0 175,8-3 0,0 0-107,-8 2 1,-1-2 280,6-4 0,-6-3 209,-14-2-167,0-4-18,-16 3 331,-15-9 2326,-3 9-2791,-19-6-28,-3 16-17,-6 14-10,2 11 16,4 13-40,11 7-10,10 2 758,11-2-792,13-5 406,9-6-344,12-7-1,4-9 57,12-14-40,-15-5 68,17-21-45,-28 11 67,10-17 56,-19 13 45,0-3 78,-5 5-230,-3 8-21,-2 6-29,-2 5-22,-3 11 33,-10 20-28,4-4-8,4 2 0,0 1 3,4-2 6,7 24 5,13-24 0,16 5-12,17-12 6,-18-15 1,2-3 5,24-6 0,-11-12 0,0-6 5,-15 1 1,-1-4-1133,1-6 0,2-4 1,-4 0 1126,-5 1 0,-3-3 5,-2-10 1,0-8-1,-5 6-269,-5 12 0,-2-1 271,1-8 1,0-4-1,-1 3 24,-4 6 0,0 2 16,0-5 1,-1 1 64,-1-20 45,-4 22-163,1 20-50,-3 13 56,2 24 28,-3 20-22,1-5 0,1 3 1190,-2 12 1,1 3-1200,-1 9 0,1 2-89,2-18 0,0 1 1,2 0 16,0 1 0,1 1 1,1-1-106,1-1 1,1 0 0,1 0-180,1-3 1,0 1 0,0-2-810,3 16 0,0-4-308,-2-14 0,0-3 1476,2 19 0,-6-39 0,-1-4 0</inkml:trace>
  <inkml:trace contextRef="#ctx0" brushRef="#br0" timeOffset="6193">7388 13938 21063,'-5'-3'4454,"1"1"-3715,4 2-952,34-46 90,-7 35-37,9-13 1,4 4-49,-8 19 1,0 5-496,16-2 0,0 0 653,15 2 53,-19-5 0,-4-1 58,-11-3 405,13-7 22,-31 4 49,-1 0-357,-8 3 139,-21 15-224,4 3 45,-12 11 0,-1 3-78,1 6-20,-1 8 0,3 1-20,8-5-5,9 0 0,5-1 5,10-10 34,25 13-11,-5-30 44,19-13 1,3-6-56,0-6-73,-12-4 1,5-6 0,-8 2 99,2-16 12,-8 0 0,-5-3-214,-10-13 242,-9 22 0,-3 0-12,-7-14-1410,-16 21 1,-4 5 1370,-4 7-27,-5 5 0,-2 6-339,-8 22 316,16-3 0,1 5 197,0 5 0,3 6-197,-2 14 0,4 2 0,7-13 0,1 2-117,5 5 1,1 5-1,2-5 117,4 18-71,7-2 1,4-1-249,10-2 319,15-12 0,12 6 0,-8-8 0,0 1 0,11 0 0,1 0 0</inkml:trace>
  <inkml:trace contextRef="#ctx0" brushRef="#br0" timeOffset="8901">15759 3823 19001,'-42'-26'777,"-1"0"1,1 1-1,-9 3 1,-4 4-1,6 8-665,5 8 0,0 9-874,-7 6 1,-5 6 0,7 1 786,15-3 1,3 4 2,-11 13 0,-3 7 0,9-3 262,13-10 0,4 2-296,-2 13 0,0 7 1,5-6-12,6 15-90,19 1 1,9-2-11,14-16-50,3-17 1,11 0-1,0-6-144,9-8 1,1-5 39,-11 1 0,1 0 1,3-3-3007,11-6 0,3-5 0,-8 0 2244,-13 3 0,-4-1 1,19-4-1,-9 0 1,-29 5-1</inkml:trace>
  <inkml:trace contextRef="#ctx0" brushRef="#br0" timeOffset="9086">16330 3703 25954,'-8'48'-13,"1"0"0,1 0 1,2 3-1,1-3-329,3 7 0,0 0-894,0-11 1,0 1 0,0 3 1235,0 10 0,-1 3 0,0-10 0,0 11 0,0-16 0,0 0 0</inkml:trace>
  <inkml:trace contextRef="#ctx0" brushRef="#br0" timeOffset="9503">15508 5963 21775,'3'-54'1056,"1"0"1,1 13 0,-6 5-474,-27-7-197,-19 29-290,-7 12-567,19 10 1,2 5 470,-12 16 0,19-1 0,3 5-73,6 11 1,4 3-696,2 3 0,4 2 577,1-1 0,10 1-662,11-13 0,9-1 0,2-4-2060,14 1 1,4-3 2912,-7-4 0,3 0 0,-4-4 0,16 2 0,-32-17 0</inkml:trace>
  <inkml:trace contextRef="#ctx0" brushRef="#br0" timeOffset="9836">16342 5963 25183,'-26'-44'112,"-1"0"0,7 3 0,13 8-112,54 20 5,-15 8 1,1 2 5,5 1 1,-1 3-12,26 5-26,-21 7 1,-3 7-507,-4 23 501,-16-6 0,-7 5-291,-19 2 0,-11 0 311,-10 7 0,-7-1-396,6-15 0,-3-1 0,0-2 412,-9 7 1,-1-2 10,4-6 1,-2 0 0,4-2-145,6-4 1,2-1 121,-8 8 1,8 0 165,23 2-587,49-13-279,1-14 1,8-4-1528,-4 0 1,5-2-1,-1-1 2233,2 1 0,1-1 0,-7-1 0,-2 1 0,-9 0 0,-6 0 0</inkml:trace>
  <inkml:trace contextRef="#ctx0" brushRef="#br0" timeOffset="10252">15781 8343 20117,'15'-57'1544,"-1"1"0,1 12 0,-12 6-1102,-42 11 1,-12 10-1300,-8 6 1006,14 7 0,-9 2 1,6 4-606,5 5 0,1 5 431,-17 5 0,3 4 14,24-3 0,5 4 95,0 8 1,4 6-119,8 6 1,5 3-18,0 2 1,4 2-324,7 10 0,7 0 144,6-9 1,10-3-950,14-5 1,11-2 0,-2-4-528,-1 1 1,3-5 1323,7-2 0,6-2 1,-10-7-1,-2-7 1,2-2-1</inkml:trace>
  <inkml:trace contextRef="#ctx0" brushRef="#br0" timeOffset="10802">16652 8514 21416,'-5'-4'2751,"2"1"-2494,3 3 90,0-63-195,19 36-122,-7-12 1,6 3-8,40 18-282,-25 12 1,2 3 274,3 1 1,-1 2-9,1 4 1,-2 3-15,-1 3 1,-3 3-7,-4 4 1,-2 2-5,13 27 164,-17 6-148,-18 2 12,-22 2-1,2-28 0,-4-1-11,-5 0 0,-2-2 28,-2-2 0,0-2 22,0-2 1,1-3 168,-20 6 134,11-11-34,15-9 290,10-7-475,17-10-123,2 4 6,10-5 17,22 6-23,2 4-11,-10 4 0,2 2-6,28 12 9,-23 4 0,-2 3-378,13 12 372,-16-3 1,-6 4-4,-7 20-8,-13-16 0,-6 2-23,-10 2 1,-8 2-411,-12 3 1,-8 2 0,1-4-884,0 0 0,-1-2 379,0-2 1,-3 1 0,4-4 950,4-7 0,6-4 0,-4 3 0,1-2 0</inkml:trace>
  <inkml:trace contextRef="#ctx0" brushRef="#br0" timeOffset="11253">15479 10884 19020,'0'-44'1303,"1"0"1,-1 0-1,1-2 1,-3 3-3493,-8-7 0,-4 7 2464,-3 14 1338,-30-10-1579,20 31-23,-30 15 11,5 24 0,17-4 1,-2 6-18,-1 8 1,1 6-2,10-4 0,0 4 0,3-2 154,-2 3 0,5 1-207,6 3 1,3 6-1,7-7-400,13-6 1,5-4 403,-2 10 0,8-3-67,17-8 0,12-8-181,-2-15 0,5-4 0,-1-1 61,-9 0 1,0 0-1,3-3-573,6-1 0,5-3 0,0-1-1,-2-3 594,4-4 1,-1-3-1,-6 2 1,-2 3-1,-4 0 1,-8-4 0,-1 0-1</inkml:trace>
  <inkml:trace contextRef="#ctx0" brushRef="#br0" timeOffset="11604">16583 10747 25651,'46'6'471,"-27"50"-443,-37-1-642,6-14 0,-1 5 0,3-3 631,3-6 0,3-1-17,-3 6 0,4 1 33,8-7 1,5-5 785,9-4-685,7 3 459,7-38-363,1-16-54,-5-4 1,0-2-369,11-14 332,-13 12 0,-3 1 965,-7 5-792,6-8-290,-16 24-23,2 8 33,-1 26-55,0 10 0,1 6-23,0 6 0,-1 3-434,2 4 0,-2 3 174,-3-10 1,-2 3 0,-1 2-2973,-3 9 0,-3 2 0,0-2 2462,3-13 1,-1-3 0,0 1 0,-2 3 0,-1 1 0,1-12-1,0-12 1</inkml:trace>
  <inkml:trace contextRef="#ctx0" brushRef="#br0" timeOffset="14743">7935 6587 14023,'-24'38'680,"-1"0"0,0-1 0,5 8 0,3 1 0,11-6-120,34 16-1566,0-15 0,5-3 1216,-5-14 1,5-5 234,20-1 0,7-6-189,-17-10 0,1-3 0,3-2-122,2-2 0,3-1 1,2-3-1,1-1-579,-4-1 1,0-1 0,2-1 0,2-3 0,2-1 507,-8 2 1,2-3 0,3-1 0,0-1-1,1 0 1,-1-1 0,-2 2 0,-2 0-197,3-1 1,-3 2 0,-1-1 0,0 0 0,3-1 0,5-3 162,-9 4 0,4-3 0,3-1 0,2-2 0,2 0 0,0 0 0,-1-1 0,-1 2 0,-3 0 1,-3 2-1,-4 1-270,15-6 1,-8 3 0,-2 0 0,2 0 0,7-3 256,-12 5 1,3-2 0,3-1 0,2-1 0,2-1 0,0 0 0,-1 1 0,-1-1 0,-2 2 0,-4 1-75,6-2 0,-3 1 1,-2 1-1,-1 0 1,0 0-1,2-1 0,2-1 71,-5 2 0,1 0 1,1-1-1,1 0 1,0 0-1,0-1 0,0 1 1,0-1-1,-1 1-4,5-3 1,1 0-1,-1 1 1,0-1-1,0 0 1,-1 0 0,1 0-1,-1 0-1,-1 0 1,0 1 0,0-1 0,-1 0 0,0 0 0,1 0 0,-2 0 0,1 1-6,-1-1 1,-1 1 0,0 0 0,0 0 0,-1-1 0,1 1 0,-1 0 0,0-1-2,-1 2 1,-1-1-1,1 0 1,-1 0-1,0 0 1,0 1-1,-1-1 1,1 0 0,4-2 1,-1-1 0,1 1 0,-1-1 0,0 1 0,1-1-1,0-1 3,-2 3 1,1-2 0,1 0 0,-1 0 0,1 0-1,-2 0 1,-2 2 0,-3 1 11,10-6 0,-4 3 0,-2 0 1,1 0-1,3-2-11,-5 3 1,4-3 0,2-1 0,0 1 0,-3 0 0,-4 4-1,-6 3 3,2-2 0,-6 3 1,3-1 93,9-7 0,6-5 0,-3 2 0,-11 7 1156,7-7-1085,-15 9 1,-9 4 1485,-22 17-1578,-5 2 2254,0 2-2361,-7 2 3178,1 4-3172,-5 2 6,5 1 5,-3 9-22,6-7-34,-4 12-223,2 1-398,2 0-213,1 0 896,5-2 0,-1-15 0,2 3 0</inkml:trace>
  <inkml:trace contextRef="#ctx0" brushRef="#br0" timeOffset="15628">7674 6731 15592,'-6'-5'-776,"1"2"551,5 3 468,0 0 372,84 15-204,-50-5 0,2 2-930,3-2 1,5-1 0,-1 2 913,0 2 1,-1 1 0,1-2-131,2-1 1,0-2 0,6 0-85,-2-2 0,6 1 0,2-2 0,2 1 0,-2-2-541,0 0 1,-1-1-1,1-1 1,1 0-1,2-1 442,-6 0 0,2-1 0,2-1 0,0 1 0,0-1 0,-1-1 0,-4 0-423,7 0 0,-4 0 0,-1-1 0,2-1 0,5-1 383,-10 0 0,4-1 0,3-1 0,2 0 0,0-1 0,0 0 0,-2 0 0,-3 1 0,-4 0-292,10-2 1,-7 1 0,-2 0 0,4-2 0,9 0 273,-17 1 0,6 0 0,3-1 1,3 0-1,2-1 0,2-1 0,1 1 1,-1-1-1,-1 1 0,-2 0 1,-3 0-1,-3 1-64,8-2 1,-5 1 0,-1-1 0,-2 1 0,0 0 0,2 0 0,1-1 0,4 0 56,-9 2 1,3-1 0,0-1 0,3 1 0,0-1-1,0 0 1,1 1 0,0-1 0,0 0 0,-1 0-1,-2 1 1,-1 0-1,4-1 1,-2 1 0,1-1-1,-2 1 1,0 0 0,0 0-1,-1-1 1,1 1 0,0 0-1,-1 0-4,1 0 0,0 0 0,1 0 1,-1 0-1,0 0 0,0 0 0,-1 0 1,-1 0-1,-1 1 0,-1 0 3,10-2 0,-2 0 1,-3 0-1,1 1 0,-1 0 1,3-1-1,2 1 3,-10 1 1,2-1 0,2 1 0,2-1 0,-1 1 0,0-1-1,0 1 1,-3 0 0,-2 1 0,-3 0-18,10-2 0,-4 2 0,-3-1 0,0 1 1,1 0-1,3 0-4,-4 0 1,2 0 0,2 0 0,1-1 0,-1 1 0,-1 1-1,-3 0 1,-4 0 127,19-1 0,-4 1 0,-5 0 0,-2 2-219,2 0 0,-3 0 1,-6 2 273,0 2 1,-9 3-1185,-2 3 1003,-50 14 0,5-11 0,-16 5 0</inkml:trace>
  <inkml:trace contextRef="#ctx0" brushRef="#br0" timeOffset="16227">7952 6845 16807,'55'18'96,"-1"0"0,0 0 1,1 0-1,-1 1 0,0 0 233,3 4 0,1 0 0,-3-1-1398,-12-5 0,-2-2 0,4 1 1255,7 1 0,6 0 1,1 0-1,-2-1-481,-9-4 0,-1-2 0,1 0 1,2 1 364,2 0 1,3 1-1,1-1 1,2 1-1,-1-1-36,-4-1 1,0 0 0,1 0-1,0 0 1,1 0 0,1 0-123,4 1 1,2 0 0,1 1-1,-1-1 1,0 0 0,-2-1 98,2 1 0,-3 0 0,1-1 0,2 0 1,4 1-108,-13-2 1,3 0 0,3 0 0,1 1 0,1 0-1,0-1 1,0 1 0,-3-1 0,-2-1 135,4 1 1,-3 0 0,-2-1 0,0 0 0,1 0-1,3 1 1,2-1-33,-6 0 1,3 1-1,2-1 1,1 1-1,2 0 1,-1-1-1,0 1 1,0 0-1,-2-1 1,-1 0 28,0 0 1,-3 0 0,0-1 0,-1 1 0,0-1 0,1 0 0,1 1 0,1 0 0,3 0 3,-4 0 0,2 1 0,2-1 0,1 1 0,1 0 0,1 0 0,-1 0 1,1 1-1,-2-1 0,0 0 0,-3-1 0,-1 1-40,6 0 0,-2 0 0,-2 0 1,-1 0-1,0 0 0,0-1 1,1 1-1,1 1 0,1 0-17,-2-1 1,3 1 0,1 1 0,1-1 0,1 1-1,-1 0 1,0 0 0,-3-1 0,-2 0 0,-3 0-1,-4-1-26,8 2 0,-4-1 0,-4-1 0,-1 1 0,0 0 0,4 2-494,1 0 1,3 2 0,1 1 0,0 0 0,-2 0 0,-3-1-1,-5-1 536,4 2 0,-5-1 0,-2 0 0,2 0 0,7 2 0,3 1 0,-3 0 0,-10-3 0,-12-2 0,0 1 0</inkml:trace>
  <inkml:trace contextRef="#ctx0" brushRef="#br0" timeOffset="16794">7582 6792 16667,'44'29'84,"0"0"0,-1 0 0,3 2 0,-1 1 0,-2 1 132,-6-1 1,-2 1-1,3 2-1347,3 1 1,4 2-1,1 1 1,-3-4 1249,1 1 0,-3-2 1,4 2 11,-5-4 0,3 2 0,1 0 0,0 1 0,-3-3-163,1 1 0,-3-2 0,1 0 1,2 2 146,0-1 0,1 2 1,1 0-1,2 2 0,2 0-104,-6-4 0,1 1 1,3 0-1,-1 1 0,0 0 1,-1-2-1,-2-1 23,4 3 1,-4-2 0,0 0 0,2 0 0,3 2-147,-2-2 1,3 2-1,2 2 1,2 0-1,-2-1 1,0 0-1,-3-3 174,7 5 1,-3-3 0,-1 0 0,1 0 0,3 2-19,-6-5 1,0 2 0,3-1 0,0 2 0,0-1 0,1 0 0,-1 1-13,1 0 0,1 0 0,0 0 0,0 0 0,1 0 0,-1 1 0,1-1-27,-6-3 0,1 0 0,0 1 0,0-1 0,0 1 0,-1-1 0,-1-1 0,0 0 8,5 3 0,-3-2 0,0 0 0,0 0 0,2 2 0,4 3 2,-10-6 1,2 1 0,4 3 0,1 1 0,1 0-1,0 1 1,0 0 0,-2-2 0,-2 0 0,-3-3 0,-4-2-10,15 9 1,-8-5 0,-1 0-1,1 1 1,7 4-6,-15-9 1,5 3-1,2 2 1,2 1-1,1 1 1,1 1 0,0-1-1,-2 0 1,-1-2-1,-3-1 1,-4-2-6,9 6 0,-3-2 1,-4-1-1,0-2 0,1 2 1,2 2-17,1 0 1,2 1 0,0 1 0,1 1 0,-1 0-1,1-1 1,-1-1-123,-1-1 1,-1 0-1,0 0 1,0 0-1,0-1 1,1 0-1,-1 0 142,2 1 0,2 1 0,0 0 0,-1-1 0,-1-1 0,-2-1 0,-4-4 0,6 6 0,-4-3 0,-1-2 0,-1 0 0,-4-5 0,0 0 0,0 0 0,0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6T14:17:58.9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2086 2730 14911,'-1'-54'771,"0"0"0,1 11 0,-1 7 1968,1 13-2638,2 28-57,1 3-4,2 14 60,1 17-10,0 15-51,-4-17 0,0 4-547,-2 2 1,-2 2 526,-1-1 1,-2 1-4,-1-3 1,-2 0 471,1-7 1,-1-1-433,-8 18 2364,4-20-2073,3-17-117,3-22-141,1-18-33,2-22-39,1-1 1204,6-5 0,2-5-1216,-1 10 1,1-1 1,1 2 1,0-2-1,1 1 13,2-9 0,1 3-9,-1 9 0,1 4-22,12-16 228,1 25-251,5 18 12,7 15 5,10 16-1535,-12 7 1,-1 2 1545,-8-5 1,0 1-9,12 18 0,0 3-60,-12-9 0,-2 1-119,6 10 0,-2 3-409,-3 0 0,-4-1-1398,-5-2 0,-3-1 2000,-5-3 0,-4-4 0,0 4 0,-5-12 0</inkml:trace>
  <inkml:trace contextRef="#ctx0" brushRef="#br0" timeOffset="167">2082 2895 24128,'40'-28'-1576,"1"0"0,0 1 0,15-2 0,5 2 0,-6 8 1576,-7 9 0,-2 4 0,4-2 0,-9 3 0,-25 3 0</inkml:trace>
  <inkml:trace contextRef="#ctx0" brushRef="#br0" timeOffset="842">3000 3241 21646,'1'-58'1325,"0"0"1,0 6 0,0 4-1027,1 14 1,1 3 70,2-11-247,-2 21-117,1 13 16,4 19 17,7 18-22,4 24-23,-8-17 1,-2 6-445,-5 7 1,-1 6-1,-2-1 450,-2 8 0,-3 1 2,0-8 0,-1 3 0,-2-7 3,-4-5 1,-1-6 33,-9 17 23,2-29-23,0-26-5,0-26-6,-1-27-17,10 13 0,2-3-569,0-10 0,2-3 566,2-8 1,1-3-4,1 19 1,0 0 0,2-1-5,1 0 1,0 0 0,2 1-6,0 1 1,0 0-1,2 3 7,1-6 0,1 3 599,1 4 0,3 3-602,4 0 0,3 2-23,16-15-138,-15 20 0,2 4 139,22 0 16,-7 19-11,10 7 1266,8 28-1255,-12 14-421,-6 9 424,-24-16 0,-6 3-8,-4-5 0,-4 1-6,-4 8 0,-4 0 14,-11 5 1,-5-2-18,-1-9 1,-1-4 159,0-1 0,-1-4-406,-3-5 0,1-3-126,3-5-1356,-15 3-8083,32-34 8061,2 8 0,8-11 1,1 16-1</inkml:trace>
  <inkml:trace contextRef="#ctx0" brushRef="#br0" timeOffset="1292">3712 2701 23517,'0'43'305,"1"0"0,-1 0 1,0 19-1,-4-1-221,-5-5 0,-3-4-429,5-14 0,-1 0 370,-4 16 1,0-2 2,-1 8-17,6-26 0,0 0 35,-4 13 604,5-19-134,4-16-72,1-21-349,1-17-11,1-24-36,2 3 0,0-5-544,2 0 0,0-2 514,0 8 1,1-3 0,-1 3-16,2-4 0,0 0 2,1 5 1,1-2 0,0 4 5,1 3 0,0 2-3,2-7 1,1 1 2,13-11 231,3 21-264,-4 7-23,12 8 23,-9 18-1,18 24 18,-8 10-1,-5 12 3,-23-15 0,-5 2 15,-12 25 2,-10-13 0,-6-1-146,-2-8 0,-4-2 132,-18 8 0,-4-4-28,15-16 0,1-4-1095,0 0 1,2-4 831,-1-4-1494,18-11 1785,10-14 0,1 8 0,7-8 0</inkml:trace>
  <inkml:trace contextRef="#ctx0" brushRef="#br0" timeOffset="1509">4344 2795 21511,'-6'2'3266,"0"-1"-1524,-56 4-1585,43-4-112,-16 2 0,5-1-29,25-4-156,2 2-655,4-1-3350,10 1 4145,5 0 0,-2 0 0,-3 0 0</inkml:trace>
  <inkml:trace contextRef="#ctx0" brushRef="#br0" timeOffset="1751">4635 2809 22612,'-3'-4'1877,"0"1"-293,3 3-1579,8 21 1,17 28-6,1 7-229,-4-9 0,-2 4 145,-11 6 0,-4 0-174,1-11 1,-7 1 18,-14 2 0,-8 3 1,-4-7-329,-7-9 0,-5-5-25,1-1 0,-2-1 0,1-5-489,-1-4 0,0-8 1081,-8-7 0,5-4 0,12-2 0,-10-8 0</inkml:trace>
  <inkml:trace contextRef="#ctx0" brushRef="#br0" timeOffset="1942">4704 2380 22218,'-5'53'0,"1"-11"0</inkml:trace>
  <inkml:trace contextRef="#ctx0" brushRef="#br0" timeOffset="2384">5124 2579 27348,'-41'-45'-101,"11"20"101,41 52 6,9 16 5,12 11-319,-13-23 1,-1 1 287,0-1 1,-2 1-43,5 27 55,-22-8-301,-23-8-286,-22-7 118,2-12-695,7-12 1,-1-5-1586,-7-8-1450,-15-12 705,29-21 2885,14-20 1825,11 19 1,3-1 778,1-4 1,2 0 243,4-6 1,2 2-1321,1-14 320,7-3-486,-8 34-326,1 0-258,-2 11 283,0 9-428,-1 13 31,3 14-25,-2 20-12,-1 17-90,-5-22 1,-1 2-444,0-6 1,-2 1 521,-5 18 0,-1-5 0,3-10 0,-6 17 0</inkml:trace>
  <inkml:trace contextRef="#ctx0" brushRef="#br0" timeOffset="3132">5824 2673 19832,'19'-53'1799,"0"0"1,-2 5 0,-5 9-1161,-11 23-287,-2 7-290,-1 2-101,-3 12 50,-6 13-11,-6 18-62,-8 17-462,10-21 1,0 3-144,-1 3 0,-1 1-2262,-3 4 0,1 0 2929,0-4 0,3-4 0,-2 2 0,11-25 0</inkml:trace>
  <inkml:trace contextRef="#ctx0" brushRef="#br0" timeOffset="3282">5519 2961 18863,'1'-46'1212,"0"0"0,0 0 0,2-1 0,0 0 0,2 6-411,12-16-308,3-2-314,-1 22-168,3 26-11,-5 14 23,20 28-40,4 16-782,-11-12 1,1 4-2675,4 6 1,0 1 3472,-2-2 0,-3-5 0,1 3 0,-21-28 0</inkml:trace>
  <inkml:trace contextRef="#ctx0" brushRef="#br0" timeOffset="5231">4421 4520 15391,'-56'11'131,"-1"0"1,1-1 0,-1 1-1,1 0 1,-6 1 0,0-1-1,3 1 1,5-1 219,5-1 0,4 0 0,4-1 35,0 0 1,9-2 1327,16-3-1411,66-16-188,3 0 0,9-2-736,-20 5 1,4-2 0,2 1-1,2-1 642,-2 0 0,1 0 1,3 1-1,0-2 1,1 1-246,-3 1 1,2 0-1,0-1 1,1 1-1,0-1 1,1 1 227,4-1 1,1-1 0,1 1-1,0 0 1,0 0 0,1 0-171,-8 2 1,1-1-1,0 0 1,1 1-1,-1-1 1,0 0 0,1 1 177,-1-1 0,0 1 0,0 0 0,0-1 0,0 1 0,-1 0 0,1-1-183,5-1 0,1 1 0,-1-1 0,0 0 0,-1 0 0,0 0 191,6-1 0,-1-1 0,-1 1 0,-1-1 0,-1 0 18,-8 2 0,0-1 0,-1 0 0,-2 0 1,-1 0 19,1-1 1,-1 0 0,-2-1 0,-4 0 689,20-9 1,-11-2-374,-3-17 1588,-63 3-1776,-27 15 1,-9 4 717,12 5 1,-3 1-761,-4 2 1,-4 0 0,3 2 70,0 1 0,3 1 954,-6 1 1,1 0-1121,14 2 1,4 1 14,-3 0-121,21 3 62,17 4 22,13 5 1165,18 6-1193,24 7 2,-21-7 1,2 1-372,4 4 1,0 3 326,0 4 0,-3 3-174,-4 5 1,-5 3-536,-8 4 0,-8 4 751,-14 7 0,-6-1 0,1 6 0,-18-4 0</inkml:trace>
  <inkml:trace contextRef="#ctx0" brushRef="#br0" timeOffset="6750">4741 5974 15795,'-55'18'415,"0"-1"0,0 1 0,0-1 0,0 1 0,4-2 0,0 1-66,-1 4 0,1 1 0,10-2 290,3 6 1862,31-2-2417,39-25 1,17-11-79,-2 1 1,6-2 0,3-1-732,-2 0 1,3-1 0,2 0-1,2-1 708,-4 1 1,1 0 0,1 0 0,2-1-1,0 1-186,-6 2 0,2 0 0,0 0 0,0 0 0,1 0 0,1 1 164,1-1 1,0 0 0,1 1-1,1 0 1,-1 0 0,0 0-167,0 1 1,0 0-1,0 0 1,0 0-1,0 1 1,0 0 169,-3 1 1,1 0 0,-1 0 0,-1 0 0,1 1 0,-2 0-170,7-2 0,0 2 0,-1-1 0,0 1 0,-2 0 201,-6 0 1,0 1 0,-1 1 0,-2-1 0,-1 1 138,3-1 0,-2 1 0,-2 0 1,-3-1-134,1 1 1,-3 0 0,-5 0 1332,19-6-1348,-71 3 9,-17 4 1,-11 3 24,-16-3 1,-5 1 250,13 1 0,-2 0 0,-1 0-255,-4 0 1,-1-1 0,1 0 31,1 1 1,-1-1-1,2 0 603,4 0 0,1 0 0,2-1-533,-13-1 1,4 0 30,15 0 0,3 0 1226,-6-5-1254,27 0-49,43-4-69,0 3-5,10 3 0,3 0-223,11 1 231,11 2 1,4 2 349,-17 3 1,1 1-356,-3 2 1,3 1 0,-2 2-21,11 5 1,-4 4-69,-3 4 1,-3 5-86,-6 2 0,-5 5-220,-7 1 1,-7 4-788,-10 1 1,-8 3 1176,-14 5 0,-5-2 0,-2 5 0,-14-4 0</inkml:trace>
  <inkml:trace contextRef="#ctx0" brushRef="#br0" timeOffset="7333">4388 8025 16989,'-49'13'254,"0"0"1,1 0 0,-18 2 0,22-1 1971,41-8-1687,49-17-408,2 0 1,9-4-845,-3 1 0,5-1 0,2-2 729,-3 2 1,1-1 0,3 0 0,1-1-243,-6 3 1,0-1-1,2-1 1,1 1 0,3-1 230,-7 3 1,2-1-1,2-1 1,1 1 0,0 0-1,-3 0 1,-3 1-4,5-1 0,-3 1 0,-1 0 1,0 0-1,1 0-2,-3 2 0,0-1 0,1 0 0,0 0 0,0 1 0,-2 0-239,6 0 0,-1 1 0,0 0 0,-2 0 0,-2 1 230,1-1 1,-2 0-1,-1 1 1,4-1 4,-1 0 1,3-1 0,1 1 0,-3-1-1,-5 2 5,2-1 0,-6 0 1,-4 0 126,1 0 1,-12-3 1005,-20-5-1179,-54 1 53,0 7 1,-8 2 287,9 1 1,-4 0-1,0 1-216,-7-2 0,0 1 1,-1 0 68,-1-1 0,-1 0 1,3 0 29,4 0 0,2 0 1,3 0 1234,-8-2 0,6 0-1178,-5-4 419,32 5-649,28 1-1,23 0-19,8 2 0,5 1-319,-12 1 0,2 2 329,5-1 0,4 2 1,-3 1-6,6 3 1,0 3-39,0 2 0,3 3 0,-4 0-1,3 2 1,-2 2-123,-6 2 0,0 2 1,-6 3-453,-6 3 0,-5 2-1078,2 9 1,-7 3 1699,-12 8 0,-7-2 0,-1 5 0,-15-1 0</inkml:trace>
  <inkml:trace contextRef="#ctx0" brushRef="#br0" timeOffset="7873">4832 9724 17259,'-58'14'185,"1"1"1,0 0 0,-1-1 0,-6 3 0,2 0 0,7-2-46,7 0 0,13-1 1507,18 0-1395,29-11-1245,21-7 0,15-6 0,-2 0 1029,0 0 1,4-1-7,2-1 1,8-1 0,3-1 0,-1 0-274,-8 2 0,0 0 0,0 0 0,3 0 246,0-1 0,1 0 1,3 0-1,2-1 1,2 0-157,-11 3 0,3-2 0,2 1 0,1-1 1,1 0-1,-2 0 0,-3 2 0,-4-1 155,8 0 0,-4 0 1,-2 0-1,0 1 0,3-1-129,1-1 1,3 1-1,2-2 1,-2 2 0,-3 0-1,-7 1 138,9-2 0,-8 2 1,0-1 129,1-2 1,0-1 0,-3 0-41,8-1 0,-6 0-23,-3-1 1,-21 0 1118,-52 2-1119,-27 4 1,-13 2-3,22 3 1,-2 1-1,-1-1-15,-10 0 1,-3 1 0,0 0 113,-3 1 1,0 0-1,3 1 34,11 0 0,2 0 1,1 0 109,0-1 1,0 1 0,3 0-197,-12-2 0,10 0 1952,16-1-1997,71 0-50,1 3-349,-4 2 0,8 0 1,-4 1 323,-6 0 0,0 1-3,6 1 0,5 1 0,-2 1 876,11 4 1,1 4-894,-5 3 0,3 3 0,-4 2-97,-12-3 0,-3 2 1,-3 3-341,17 18 0,-12 3-22,-22-13 0,-11 1-3115,-15 10 1,-9-1 3223,-2-10 0,-1-4 1,-16 21-1,10-21 0</inkml:trace>
  <inkml:trace contextRef="#ctx0" brushRef="#br0" timeOffset="14187">8726 3981 15042,'-2'-61'1641,"1"1"0,-1-1 0,1 7 1,-1 2-1,2 16-1630,0 22-11,0 15 96,2 21-40,0 4-34,1 12 0,1 6-25,-2-6 1,1 2-547,2 19 0,0 3 509,-1-7 1,0-1 14,1-3 0,-1-3-5,0-7 0,-1-4 259,3 13 163,-4-28-140,0-26-61,-2-19 16,2-20-73,4-13-67,6-5 640,7 2-713,7 5-38,8 6-29,9 6 42,-18 23 0,2 1 3,17-8-20,-7 9 1,2 2-3,16-7 36,-16 8 0,1-1 19,14-6 118,-10 4 252,-15 3-146,-11 2 16,-11 1 28,-4 0 0,-6 1 300,-1 2-475,-3 3-74,0 4-291,-8 26 202,6 3 4,-4 15 8,10-6-3527,11 21 3482,-1-20-55,4-2 0,3 0-577,15 7 299,-8-18 0,2-2-814,30 11 506,-23-23 1,3-4 31,2-5 0,0-6 311,4-4 0,-1-4 117,2-5 1,-1-4 425,-2-3 0,-1-2 113,-3-1 0,-3-2 130,-5 0 0,-2 0 540,8-25 45,-15 8 2812,-19 10-3266,-12 9 41,-12 12-403,-5 9 660,-2 15-806,2 13-37,3 16-21,6 9 50,8 6-16,12 2 22,15-6 58,10-6-86,12-12 23,6-13 16,3-13 40,0-18 28,-1-15 50,-8-15 39,-19 5 0,-5-3 0,-3-22-261,-8 22 0,-5 2 267,-17-7-182,-6 10 37,4 13-18,0 9-5,5 9-34,0 8-11,0 10-17,7 12 288,8 13-355,7-3-185,9-5 0,5-1-307,20 12-72,-7-11 0,4-2 146,0-7 1,1-4 19,3-1 1,1-4 47,-1-3 1,1-4 416,-2-3 1,-2-4 212,26-12 200,-13-12 310,-15-7 168,-14-4-51,-9 1 448,-7 2-761,-2 6 244,0 6-592,0 8-117,0 8-62,1 7 56,6 9-16,5 9 10,6 11 1,2 7-23,-1 3-11,-7 1 17,-3-7 11,-6-6 112,-2-12 118,0-13-214,0-7 24,4-15 4,1-7-21,5-8-1,7-4-11,4 3 6,6 4-6,2 8-16,2 8-18,1 9 7,-1 11-1,-1 8 6,-2 13 11,-3 9-12,-2 5-4,-2 1 4,-3-4 24,-2-8 10,-2-11 28,1-10-22,6-15-33,10-9 22,9-15 16,7-5 18,-3-4 33,-8 0 28,-11 6 90,-12 4 16,-8 8-33,-4 9-118,-2 5-240,-1 6 201,0 11-23,0 3-5,4 11 0,4-2 17,6-1-11,13-6-23,-4-6 22,19-6 18,-4-10-1641,0-8 1,0-2 1667,2-4-25,-11 3 0,-4 0 37,-16 5 61,-1-3 12,-4 1 27,-1 2-39,-4 3-173,1 7 3229,-2 7-3403,2 11-650,5 13-95,3 3-8461,14 21 9430,-2-11 0,-7-15 0,-7-15 0</inkml:trace>
  <inkml:trace contextRef="#ctx0" brushRef="#br0" timeOffset="15237">9100 5483 19552,'2'-47'1258,"1"1"1,-1-1 0,0 5 0,-1 3-1178,-1 1 0,0 9-109,-2 24-6,6 20 40,0 1 5,6 20-11,-4-5 0,0 2-11,1 29-588,-2-23 0,-1 0 593,-5 0 1,-3-1-6,-2-1 0,-2-2 167,0-4 0,0 0 46,-10 21 212,10-35-150,4-16-264,12-22-22,12-6 10,6-7-2,-1 14 0,1 3 9,12-4-29,7 0 1,1 1 602,6 1-592,-5 2 0,3-1-1639,-7 2 0,-3 0 1664,-10 5 1,0-2 17,8-5 0,-5-2 25,-13-8 22,-3-10 23,-9-1-34,-7 9 134,-8-6 176,-1 17-164,-4-6 3352,2 13-3598,4 9 4,1 13 35,2 17 5,1 4-23,0 25-77,5-3-203,2-10 1,2 1-214,0-6 1,2 0-55,0-2 1,1-1-1224,2-2 1,0-3 1792,13 16 0,-9-14 0,0-8 0</inkml:trace>
  <inkml:trace contextRef="#ctx0" brushRef="#br0" timeOffset="15437">10178 5366 19540,'-2'-5'2919,"1"1"-1581,1 4-1310,26-62-22,9 42-6,-13-13 0,5 1-115,27 24 0,2 9-87,0-3-571,5 0 1,1 2 16,-27-1 0,-2 2-1863,8-1 1,-1 0 2618,18 1 0,-24 0 0,-19 1 0</inkml:trace>
  <inkml:trace contextRef="#ctx0" brushRef="#br0" timeOffset="15745">10450 5213 23399,'0'-43'488,"0"9"-343,-2 38 12,-1 2-79,-1 1 130,-1 2 83,4-6-196,-1 1 163,2-4-634,4-1-598,-1 1-2409,6 5 1237,-4 0-5588,1 10 6886,-3-4 0,-1-1 0,-1-4 0</inkml:trace>
  <inkml:trace contextRef="#ctx0" brushRef="#br0" timeOffset="15954">10450 5213 4234,'53'5'9746,"-10"-3"-5309,-40-14-3047,-2 2 380,-2 5-1445,0 2 352,-2 7-492,-6 17-134,1 0 1900,-6 26-1954,7-8 0,1 2-47,-4 19-244,4-17 0,1 2-121,1-9 1,2-1-1596,-1 6 0,2 3 2010,0 17 0,1-2 0,-1-24 0,1-3 0,3 28 0</inkml:trace>
  <inkml:trace contextRef="#ctx0" brushRef="#br0" timeOffset="16621">11213 5323 25455,'10'-32'56,"0"24"-45,-1 33 1,-3 14-4,1-5 0,-3 5-1852,-7 11 0,-4 7 1,2-8 1865,2-15 1,0-1 66,-9 34 1,0-15 1621,8-47-1515,2-10 725,1-11-893,1-17-11,3-12 17,1-15-298,0 26 1,1-2 271,1-3 1,0 1-6,-1 6 0,1 0 1572,4-13 0,3 0-1578,1 12 1,1 1-4,-2-1 1,2 1-18,27-16-16,-8 31 5,13 4-5,1 13 0,-2 14 11,-5 17 28,-8 17-179,-21-19 1,-2 3 181,-3 0 0,-3 1-3,-2-1 0,-2 0 756,-6 21-744,-2-14 100,0-15 235,3-17-280,3-10-45,6-18-5,4-12 11,8-18-9,-6 19 1,2 0 62,1-4 0,2 1-62,2-1 0,1 3 2,1 1 0,2 3-2,0 3 0,1 3 8,24-14-12,1 11-10,3 11 5,1 11-16,3 16-71,-9 24 0,-2 8 9,-18-19 0,-2 2-1704,14 23 1,-7 0 1261,-17 0-959,-8-13 1,-2 3 1024,-4 7 0,-2-1 1,3 17-1,-7-6 1</inkml:trace>
  <inkml:trace contextRef="#ctx0" brushRef="#br0" timeOffset="17096">9333 7063 21823,'48'-9'-161,"0"0"1,-1 0 0,1 0 0,5 0 0,2 0 0,-2 1 0,-5 1-700,9 0 1,-3 1 313,-8 2 1,3 0 0,-7 1-2036,18 1-4516,-7 5 7097,-28 1 0,-19 2 0,-6-3 0</inkml:trace>
  <inkml:trace contextRef="#ctx0" brushRef="#br0" timeOffset="17346">9783 7056 8416,'-6'0'9830,"0"0"-6604,6 0 57,0 0-3199,-39-5-241,30 5 112,-26-2 90,49 19-45,26 29-6,-5-5-95,-10-9 0,3 5 1,-1-2 49,-1 4 1,-2 0-514,7 8 1,-2 2 459,-6-2 1,-5-2 33,-8-12 0,-6 0 22,-7 9 1,-7-1 10,-4-12 1,-5-4-93,-12 0 1,-3-7-505,-1-8 1,-1-5-226,-22-2-2088,22-6 0,2-4 2946,-9-6 0,6 2 0,18 3 0</inkml:trace>
  <inkml:trace contextRef="#ctx0" brushRef="#br0" timeOffset="18046">12687 5256 20140,'13'-54'1540,"0"0"0,-1 6 0,-4 8-895,-8 8-315,-2 15-335,-1 9-51,-1 15 84,0 16-23,-2 20-5,4-4 0,2 1 6,1 18-235,3-13 1,3-2 211,14 12 8,-5-21 1,3-1-3,2-2 0,3-4-40,3-2 1,3-2-155,3-4 0,1-3-394,4-4 0,2-2-1460,3-4 1,1-1 1408,-4-3 1,-3-1 0,2 0 0,-25-1 0</inkml:trace>
  <inkml:trace contextRef="#ctx0" brushRef="#br0" timeOffset="18655">10833 7184 23453,'-49'-33'186,"1"0"1,-6 8 0,7 14-159,8 32-14,10 0 0,3 1-8,-2 13-17,2 12 5,16 2 12,22 3-12,2-24 0,5-1-782,9 1 1,3-1 792,6 1 1,2 0-14,3 1 0,1-1 8,0 0 0,-1 1-12,-5-3 1,-3-1 342,-7-3 0,-5 0-280,1 12 339,-36-6-485,-32-4-261,8-12 1,-5-1-3898,-10-1 1,-2-1 4252,2-2 0,3-1 0,14-2 0,4-1 0,-6 0 0</inkml:trace>
  <inkml:trace contextRef="#ctx0" brushRef="#br0" timeOffset="24855">11318 3850 7481,'4'-11'3641,"0"3"-1754,-4 8 3697,0 0-4502,-5-7-142,4 5-223,-3-6-151,5 5-112,2-2-79,-1 3-151,1-1-145,-2 2-57,0 1 113,-1 5-3130,0 9 3113,0 0 67,-1 15-40,-2-5 68,-2 25-168,2-20 5,-1 11 68,4-19 3431,0 0-3365,0 4-21,0-4-1,0-4 108,-1-1-209,1-8 6,0-1 135,0-6 660,0 0-750,0-8-117,0-5-12,1-11 11,2-7 12,2-4-12,-1-1 12,-1 1 11,-2 2-17,-3 3 5,0 4 12,-1 3-11,0 4 5,2 4-5,0 6-57,1 4-128,0 3 151,0 7 34,0 6 5,2 9 0,-1 3-11,2 3 0,0 5 0,-1-11-22,1 8-79,-2-14-297,2 3-689,1-3-2363,2-4 3450,3-4 0,-3-4 0,-1-1 0</inkml:trace>
  <inkml:trace contextRef="#ctx0" brushRef="#br0" timeOffset="25330">11642 3842 19087,'-7'1'3674,"2"0"-2868,5-1 578,0 0-1250,-4 5-33,7 5-23,-3 4 91,12 5-85,-5-7 106,6 0 225,7-10-264,1-5-3465,4-4 3376,-7-4 95,0-6 100,1-10-162,-5 3 40,-3-10-6,-10 9-12,-6-3 3376,-4 4-3403,-8 6-57,-4 9 6,-2 5-33,-22 32 11,20-11-17,-13 23 0,24-18 28,-5 16-23,0 5-44,-2 15 28,12-25 0,4 0-17,8 20-51,7-8-352,31-13-1261,16-17 1013,-12-8 1,0-1 0,8-1 0,-1-5-1</inkml:trace>
  <inkml:trace contextRef="#ctx0" brushRef="#br0" timeOffset="26153">12811 3889 17305,'22'15'2930,"-1"-3"-2776,25-10 0,13-5-1929,-11 2 0,3 0 0,-1 0 1812,-9 1 1,0-1-1,4 0 33,13 0 0,7-1 0,1 1 0,-10-1 197,1 1 1,1 0-208,-11-1 1,9 0-1,3 0 1,-3 0-1,-8 0 1,11-1 1,-1 0-6,-7 0 0,6 0 0,2-1 0,-2 1 18,-3-2 1,1 1-1,-2 0 1,-2 0-243,1-1 0,-3 2 0,2-1 172,11-1 0,3-1 0,-9 2-63,-9 0 0,-8 2-418,6-1-94,4-1-2645,-59 4 3216,-10 0 0,0 0 0,6 0 0</inkml:trace>
  <inkml:trace contextRef="#ctx0" brushRef="#br0" timeOffset="27462">14893 4185 2681,'7'-45'924,"0"0"0,0 0 0,2-11 0,1-2 0,0 1 82,-1 8 1,-1 2-1,1-2-58,1-9 1,0-2 0,-1 2-195,-1 8 1,-1 0-1,-1 3 89,1-12 0,-3 4 521,-1 14 1,-2 5-721,-3-7 261,0 24-844,-1 22 597,0 23-451,-1 26-109,-1 6 0,0 5-212,2-16 0,-1 3 132,0 9 1,-1 7 0,1-1-648,0-8 0,0-2 1,-1 4 593,1-3 0,-1 3 0,0 2 0,0 0-421,1-11 1,0 1 0,-1 0-1,1 0 1,0 0 180,-1 11 1,1 1 0,-1-2 0,2-1-522,0-4 1,0-1-1,1-1 1,2-1 795,3 12 0,2-2 0,0-6 0,-2-8 0,2-5 0,3-11 0,0 1 0</inkml:trace>
  <inkml:trace contextRef="#ctx0" brushRef="#br0" timeOffset="29563">15890 3946 20918,'13'-55'1284,"-1"-1"1,-1 6-1,-3 6-589,-4 5-291,-2 13-253,-4 13-179,1 9 11,-6 36-17,3 9-10,-2 18-731,4-3 556,3-22 0,1 0-302,0 5 1,2 2-640,-1 11 1,1 1-2009,0 0 1,0-1 2533,-2-8 0,0-4 1,0 0-1,-2-27 1</inkml:trace>
  <inkml:trace contextRef="#ctx0" brushRef="#br0" timeOffset="29853">15862 4170 15184,'2'-55'1158,"0"0"0,-1 0 1,1 4-1,0 2 0,1 3-648,1 1 0,3 4-171,4-1 0,1 4-244,7-10-33,24 2-18,-1 35-2654,-3 11 0,2 5 2610,17 6-28,-12 8 0,-1 6 391,-12-1 1,-3 4-440,7 7 1,0 5-23,-6 1 0,-4 3-3,-6 0 1,-7 1 513,-7-3 0,-9-1-438,-16 3 0,-7-3-77,6-14 1,-3-3 118,-20 6 0,-3-7-12,10-12 1,0-3-48,-9 1 0,-1-5-771,-3-8 1,3-6-2101,-12-5-6918,11-15 9707,37 12 1,5 8 0,3 4 0</inkml:trace>
  <inkml:trace contextRef="#ctx0" brushRef="#br0" timeOffset="30486">16916 3799 16448,'1'-4'4179,"-1"0"-1703,0 4-1911,-64-20-223,29 20-222,-9-7 1,-1 6-4211,-4 35 4113,16-5 27,-2 22 792,25-23-792,4 28-22,14-22 6,9 12 89,10-20 168,5-12 34,0-10-67,-1-14 3604,8-31-3627,-12 1-117,0-8 40,-15 18 33,-6 7 5,-2 4-168,-2 4-101,0 5 51,-2 17 27,0 3 1,0 8 5,1 14-22,0 7 2,3-3 1,1 1-3,2 9 11,6 11-6,3-29-5,2-5 33,10-2 1,2-11 16,3-17 45,2-13-11,1-17 39,-2-10 28,-5-7-1716,-18 17 1,-1 1 1670,1-12 112,-5-15-5,-10 35-18,1-2-49,-2 12-90,1 9-85,3 6 12,0 6 3420,6 11-3380,3 14-12,8 14-101,2-3 0,0 0 11,6 11 37,-7-16 0,0-2-266,5 6-213,-8-3-426,-4 6-1518,-23-11 2476,-21-10 0,11-10 0,-4-5 0</inkml:trace>
  <inkml:trace contextRef="#ctx0" brushRef="#br0" timeOffset="31163">17726 3794 15821,'-8'-49'1571,"0"1"1,0 0 0,1-3 0,1-1-1,1 4-1064,0-3 0,2 3-208,1 3 1,1 7-176,1 15-96,0 13-6,5 21 57,7 19-46,2 9-99,-1-3 1,0 4 124,0 13 0,-3 3-1682,0 2 0,-3 3 1634,-3-14 0,-2 2 1,-3 0-7,-5 0 1,-2-1-1,-1-2-331,-3 9 1,-1-3 350,-3 3 0,0-7 255,0-1 101,8-27-258,5-20 83,5-23-161,2-4 56,7-9 0,2-3-48,0 8 0,2-1 1221,7-14 1,1 0-1236,-2 10 1,1 3-10,-2 4 1,0 3-20,10-8 631,25 8-653,-30 23 0,35 8 5,-35 10-61,22 19-107,-6 4 1,0 2-119,-18-14 1,-2 3-787,-3-1 0,-3 0-658,11 19 1736,-1 11 0,-20-42 0,2 3 0</inkml:trace>
  <inkml:trace contextRef="#ctx0" brushRef="#br0" timeOffset="31697">18631 3468 25309,'-3'-39'344,"0"-1"1,-3-19-333,7 66 21,9 31-16,1 6-3,-2-7 0,-1 2-295,5 20 292,-7-18 0,-1 1 0,-1-8 0,-1 1-5,0 19 0,-1 0-4,-1-19 1,0 1-11,-2 16-1,-1-2 9,0-5 342,-1 13-208,2-37 6,1-9 22,0-22-139,0 0 100,3-28-95,1 14 237,8-29-220,13 5-45,-5 7 8,3 13 1,3 4-9,8 4-3415,16-1 3404,-18 15-1458,18 18 1464,-12 7-6,7 8-12,-2 14-10,-14-1-40,1 13 22,-14-1 18,-20-4-60,-18-22 1,-7-4 25,-10 3 1219,-3-11 1,0-6-1254,4-8-117,-24-9 1774,19-9-3069,18-2 1,2-3-8319,-2-23 8406,10 2 0,16 18 0,1 19 0</inkml:trace>
  <inkml:trace contextRef="#ctx0" brushRef="#br0" timeOffset="32097">19622 3705 17507,'1'-5'3338,"0"0"40,-1 5-3143,-62 16 146,34 4-174,-13 3 0,1 4-5710,17 20 5537,5 1 1440,15 11-1435,15-19-11,10 16 56,15-19-16,-5-14 1079,19-10-956,-19-20-46,11-10 6,-15-13 79,-6-22-174,-11 12 62,-8-22-40,-14 19-22,-9-6-28,-21 4-6,10 20 3407,-14 4-3457,22 17-21,0 7-1,9 3-348,6 20-296,12-1-4121,10 16 3616,4-12-2801,7-5 0,3-2 4000,8 3 0,5 3 0,-23-18 0</inkml:trace>
  <inkml:trace contextRef="#ctx0" brushRef="#br0" timeOffset="32746">20034 3972 15098,'2'-4'7993,"0"1"-7410,-2 3 341,33-71-202,-24 41-433,10-12 0,-5 2 91,-15 21-279,-4 10 67,-20 5-106,-2 13-40,-16 10-22,19 1 0,2 3 0,-9 12-9,13-6 1,4 1-8,5 14 16,6 10-6,14-7-11,10-9 12,8-13 55,10-16-22,-14-10 11,6-17 28,-15-7 29,2-11-1,-4-4 11,-4 0 29,-2 1-7,-1 6 1,-2 8-17,-1 8-67,-2 9-62,-1 4 0,-1 5 29,0 9-1,-1 10-11,-4 14 5,-2 10 1,1 5-6,3-1 0,6-13 0,20 9 6,7-19-12,20 4-33,4-17 11,4-16 39,-4-10 23,-7-12 16,-15-8 12,-12-5-18,-11-5-10,-12-5-6,-3-2-17,-4-6-5,4 20 11,5-5-23,11 19 6,-2 6 0,13 2 0,-6 11-17,5 4 28,-2 8-11,-4 8-5,-1 10 10,-2 6-5,-3 5 0,-1 2-56,0 2-162,4-1-639,5-1-2974,9-4 3831,2-8 0,-8-12 0,-7-8 0</inkml:trace>
  <inkml:trace contextRef="#ctx0" brushRef="#br0" timeOffset="33329">21153 3988 23999,'39'-28'603,"0"0"0,-2 2 0,-12 0-340,-30-3-100,-10 1-68,-15 6-28,-12 9-28,-10 13 0,-2 13-44,5 13-23,10 12 28,12 9-3409,12 13 3409,13-18 6,16 12-37,17-27 59,15 0 17,9-13 27,1-18 7,-3-17 10,-6-19-270,-26 14 0,-3-3 265,-1-4 0,-3-3 0,-2-4 0,-3-3 5,-2-4 1,-2-3 2,-1-4 1,-1-3 35,-1-1 1,-1 0 14,0 2 0,-1 2-9,0 9 1,-1 3 89,-1-17-179,-2 29-45,2 17 3125,0 16-3125,2 18 0,2 25 0,0-10 0,0 5-680,0 11 0,0 4 647,0-13 1,-1 1 0,-1 2-228,-1 4 1,-1 3 0,-2 0-807,-1 5 0,0 2 0,-2-1 1066,-1-4 0,0 0 0,0-5 0,-1 6 0,0-7 0,-3 10 0</inkml:trace>
  <inkml:trace contextRef="#ctx0" brushRef="#br0" timeOffset="36056">22311 3916 21612,'-56'7'847,"1"-1"1,7 1 0,9-2-696,23-3-1,10 1 56,15-1 48,22-1 0,8 0-1520,16 1 1298,-4-2 1,4-1 19,-1-1 1,2 0-28,-15 0 0,1-1 1,3 1-5,3 0 0,5-1 1,1 1-1,-3 0-5,8-1 0,-3 1 0,2 0-10,3-1 1,2 1-1,-5 0-7,3 0 0,-6 1-1460,-11 0 1,-6-1 1492,10 0 203,-24 2-270,-25-2-212,-3 2-326,-11 0-7777,-7 0 8349,2 0 0,3 0 0,8 1 0</inkml:trace>
  <inkml:trace contextRef="#ctx0" brushRef="#br0" timeOffset="38058">24503 3714 21965,'3'-44'696,"0"1"1,-2 3 0,-8 11-462,-31 35-39,-18 17-129,19-3 0,-1 4-860,-3 6 1,-1 2 820,1 4 0,2 2-20,4 2 1,4 2 5,7-1 1,5 2-37,6-2 0,5 0-6,8-2 0,6-1-12,5-4 1,6-1-9,7-3 1,5-4-40,6-2 0,3-5-295,6-3 0,1-4 331,3-3 1,0-4 47,0-5 0,1-4 20,-3-3 0,0-5-12,-3-3 1,-2-3 27,-4-2 1,-2-2 14,-6 0 0,-2-2-58,13-23 234,-18 3 1117,-13 5-1117,-14 11 276,-10 10-405,-10 11 629,-5 14-735,-2 11-6,4 14 1,7 7-1,9 6 11,15-1-11,13-1-5,14-7-12,10-9 6,6-9 48,-13-15 0,1-5 24,15-10-10,-18 0 0,-4-4 10,-2-11 237,-7-3-124,-11-3-6,-5-4-11,-10-10 0,-9 1 5,-11 5 7,-6 10-68,-3 10-23,0 10-16,4 10-56,5 11-23,7 11-27,7 12-74,6 8-111,11 6-163,11 1-331,14 0-927,15-4 983,-15-24 1,3-3-107,2-3 0,2-2 108,2-4 0,0-3 567,-2-3 0,0-3 154,-2-4 1,-1-3 168,23-17 430,-8-10 303,-10-5 29,-9-3-158,-8 0-135,-5 3 7,-4 5-80,-5 10 398,-3 11-885,-5 8 256,-1 11-351,-3 8 62,0 13-101,-1 9 6,3 6 6,6 1 5,7-2-6,9-4-16,10-8 22,8-9 44,19-15 18,6-20-40,-11-2 12,-7-11 56,-21 0 5,-7-4 39,-3-19-89,-9 17 11,-10-11 22,-2 22-55,-2 0-46,2 8-117,4 9-252,3 8-555,0 10-3253,10 17-1071,-1-4 5271,9 11 0,-9-25 0,1 0 0</inkml:trace>
  <inkml:trace contextRef="#ctx0" brushRef="#br0" timeOffset="38401">26043 4025 20308,'0'-5'3735,"0"2"-1992,0 3-1385,5-61-341,0 44-6,2-17 0,4 5 0,13 27-27,11 7 10,7 8 0,-10 9 1,-2 4-23,13 20-267,-17-12 0,-5 1 239,-5 5-6,-9-2-89,-21 0 140,3-16 11,-24 10 56,4-25 39,-7-8-11,7-13 11,10-20-95,11 7 433,28-32-606,8 29-6,14-11-113,-2 23-940,2 9 0,1 3-679,8-1-923,6 2 0,-1 1-3228,-4 4 6062,-14 1 0,-2 0 0,-7-1 0,-1 2 0</inkml:trace>
  <inkml:trace contextRef="#ctx0" brushRef="#br0" timeOffset="38716">26940 3929 15042,'0'-3'6945,"0"1"-2654,0 2-4117,-27-59-90,9 47-53,-8-14 0,0 6-20,-3 37 6,-1 12-17,16-6 5,12 10 9,17-6 0,6 0-31,3 13-211,7-5 1,3-1 255,14 6-28,0 0 5,-19-16 1,-1-2 0,11 12-12,-1 4 40,-17-7-18,-26-7-55,-20-4-22,-22-6-152,-10-5-2265,13-14 0,1-2 1549,-10-4-1118,12-5 0,4-3-3328,10-3 5375,-9-11 0,24 20 0,1-1 0</inkml:trace>
  <inkml:trace contextRef="#ctx0" brushRef="#br0" timeOffset="38890">26906 3904 24822,'-22'27'187,"-1"0"1,-12 16-171,-3-1-56,17-14-1196,-1 10 0,2 1-2193,3 0 3428,3-1 0,3-5 0,8-22 0,2-3 0</inkml:trace>
  <inkml:trace contextRef="#ctx0" brushRef="#br0" timeOffset="39500">27199 4148 24990,'51'-24'224,"-1"9"-179,-39 23 16,15 1 13,0-6-2,10-2 7,0-7-1,1-8 6,-3-8-33,-9 1 94,2-20-50,-16 9 12,2-14 72,-15 13 28,-7 8-28,-7 6-39,-4 8-72,-2 6-40,1 5-23,0 8 12,2 8-11,4 3 10,-5 25-32,9-4 10,0 23-5,14-7-267,13 1 272,15-4-11,10-6 6,8-12 11,3-15 6,2-14 5,0-17 0,-13-3 6,-11-6 0,-3-4 22,8-16-14,-11 8 0,-1-1 14,-7 4 1,-2-1 122,9-26 68,-6 3 95,-4 9 27,-5 7-83,0 9-84,-2 10-139,0 8-46,-1 6 0,0 7 0,5 11 267,5 16-267,-1 1 0,-1 2-257,7 19 130,-5-9 1,-2 2-695,-5-11 0,-3-1-3971,1 9 0,-3 0 4007,-1 18 0,-5-22 0,0-28 0</inkml:trace>
  <inkml:trace contextRef="#ctx0" brushRef="#br0" timeOffset="50610">28021 3978 2871,'1'-6'4374,"-1"2"2636,0 4-5884,1-13 418,-1 8-1022,1-11 415,1 12-343,-1-1 1458,1 0-965,-1 0-807,-1 2 162,0-1-145,0 3-140,-3 0-67,0 0-23,-2 3-17,2 0 12,0 0 50,2 1-56,1 0 95,0 3-50,3 2 0,4 8 11,3 5-17,5 9-11,4 8-34,2 11-22,2 7-20,-6-17 1,0 1-9,-2-6 0,1 0 3,-1-1 0,0-2 8,9 20 17,-15-20 112,-22 5-90,-26-14-61,-12-7-62,9-11 0,-3-2-574,5 0 0,0-2-1529,-8 0 0,0 0 1536,9-2 0,4-1 0,-6 1 1,24-2-1</inkml:trace>
  <inkml:trace contextRef="#ctx0" brushRef="#br0" timeOffset="61776">4428 1903 30504,'55'-26'323,"-1"0"0,1 1 0,-1-1 1,1 0-1,1 1 0,-2 0 1,-4 2-324,-6 2 0,-3 3 0,3-2 0,5-2 0,6 0 0,0-1 0,-4 2 0,-2 1 0,-2 1 0,2 0 0,0-1 0,4-1 0,0 0 0,-3 1 0,0 0 0,-3 1 0,-1 0 0,-4 1 0,-1 0 0,-2 2 0,4-2 0,-3-1 0,-2 1 0,-5 0 0,-2-3 0,-15-5 0,-35 10-816,-32 3-82,-4 7 526,12 3 1,-4 0 64,-4 0 0,1 0 380,9 0 1,-1-1-529,-9-1 1,3-1 823,3-6-998,10 2 1127,14-1-987,26 1-64,23 0 226,13 3 159,-10 2 1,3 3 95,0 5 1,0 2-299,22 4 218,-13 7 0,0 6-78,2 9 1,-2 4-1539,-5-8 1,-1 2 1620,1 8 1,-6 2-196,-19-8 0,-6-1-314,4 20-853,-8-6 0,-4 0 1513,-10 13 1,2-9 0,1-22-1</inkml:trace>
  <inkml:trace contextRef="#ctx0" brushRef="#br0" timeOffset="62324">6839 1420 32767,'1'-61'0,"-1"0"0,0 7 0,-1 10-319,-6 20 638,0 11-319,0 29 0,2 10 0,1 11 0,6 15-402,2-20-246,9 23-18,-1-23 471,5-2 0,3-1 173,15 4-599,-8-12 0,0-3 79,11-4 430,12-20 547,-20-15 503,9-18-494,-25 8 1,-3-3 224,2-14-428,-7 12 0,-2 0-6,-3-9-366,-2-6-139,-2 12-430,-1 13-533,-1 13 218,3 7-218,9 16-249,11 7-617,16 15-1691,14 4 3131,-17-13 1,-2-2 0,5 3 0,-3-3 0</inkml:trace>
  <inkml:trace contextRef="#ctx0" brushRef="#br0" timeOffset="62573">7697 1274 22895,'-18'-54'1096,"0"1"0,2 5 0,2 7-805,5 12-223,3 11-141,2 10 22,6 14 68,9 13-3420,22 29 3397,-3-10 6,-9-13 0,1 1-159,3 1 0,-1 0 2,11 22 45,-11-14 0,-5 3-56,-10-7 0,-6 1-421,-9 5 1,-6-1-252,-7 11-687,-3-17 1,-4-4 1526,-14-4 0,11-3 0,5-11 0</inkml:trace>
  <inkml:trace contextRef="#ctx0" brushRef="#br0" timeOffset="62756">7626 1222 24279,'-14'-16'106,"4"18"-123,10 56-118,1-24 1,1 2-837,0 3 1,1 1-2181,2 3 0,1 0 2394,-1-4 1,0-3 0,2 13 0,-2-23 0</inkml:trace>
  <inkml:trace contextRef="#ctx0" brushRef="#br0" timeOffset="63366">8039 1408 21349,'20'-50'1299,"0"1"1,-1 5-1,-6 8-833,-10 18-253,-2 9-202,-1 6-28,0 4 28,4 6 12,3 7-12,6 7-11,5 2 11,6-3 17,3-6 17,2-7 67,4-17-67,-12 0 67,2-19-6,-17 2-11,-3-12-28,-11-1-11,-6 0 23,-6 6-18,-2 8-21,-1 12-1,-1 11-6,-2 13-21,3 9-18,2 9 6,6 7-17,6 4-11,5 4 17,11 1 22,8 1-5,13-4 2,0-21 1,1-3-9,15 5-9,-8-12 1,1-5 2,9-6 12,6-10 11,-10-9 5,-8-10 34,-7-6 34,-7-5-57,-4-4-10,-3-2-7,1 0-3413,9-6 3402,-6 18-5,15-6 12,-5 21 4,10 0-16,1 9 12,0 11-18,-5 13-5,-4 13 5,-7 17-83,-8 10-264,-6 8 1348,-6-29 0,-1 1-1931,-1-1 1,-1 1-917,1 0 1,1-1 1851,7 29 0,-5-27 0,7-9 0</inkml:trace>
  <inkml:trace contextRef="#ctx0" brushRef="#br0" timeOffset="64883">9123 1248 18543,'0'-8'2963,"-1"-31"0,-1-6-1938,1 6-723,-1-10 1,1 1 50,4 14-191,-1 12-128,4 11-23,3 11 6,6 17 0,12 31-6,-8-6-236,-5-6 0,-2 3 225,-2 18-23,-5-20 1,-1 2 8,-4 6 0,-1 0 28,-1-11 0,0-2 3,-4 25 50,1-32 17,2-18-11,-2-13 0,1-13 22,1-31-61,2 10-15,4 8 1,1-1 8,8-11 17,8-9 16,9 1-49,0 17-18,14 4 0,-15 21 479,4 3-518,5 17 28,-12-2-6,2 8 1,1 2-39,1 13 16,6 5-129,-8 5-61,-4-11-73,8 6-269,17-12 252,-2-11 224,0-11 34,1-15 78,-9-9 28,9-9 45,-22 9 1,-2-2 66,8-17-67,-6 1 140,-14 1 22,-6 7 34,-1-6-11,-7 7-84,-3 8-107,-5 10-44,-4 8-6,-5 11-17,-4 10-22,-7 23 11,5 3-17,4 3-5,9 0-1,9-9-5,4 7-3386,14-5 3403,-2-15 28,16-6-6,-15-17 6,11-10 22,-8-10 28,6-23-22,-6-1 28,-2-12 3375,-7 18-3336,1-5 11,-3 14 78,1-4-128,-3 15-106,-1 7 10,-2 9 12,4 14 17,-1-2-23,5 24-62,1 12-189,7 14 102,-6-29 1,2-2-160,20 20-5,7-20 184,-4-14-10,8-10 139,-12-15 17,3-8 11,-10-3 51,-2-13 100,-9-6-5,0-3 33,-4-6 17,-4 11-16,-1 6-118,-1 11 78,2 2-134,-2 12-29,1 0 29,2 13-6,-1 2-11,9 28 0,-5-2 11,-2 2 1,-2 1-12,0 4 0,-3 17 0,-2-38 0,0 2 5,0-10 135,0-6-61,0-7-68,1-13 11,2-12-22,1-1 28,9-23 0,-2 15-16,8-15 4,-3 18-38,1 8 16,2 9-16,3 9 22,5 8 0,3 11-17,1 9 34,-1 9-28,-10-5 5,4 12 6,-12-13-11,5 11 17,-4-12-12,-3-10 17,2-4-5,-5-9 11,14-10-6,0-3 0,13-13-11,-1 0 22,-2-1-38,-1 3 16,-4 7 16,-2 7-21,-4 4 16,-3 10-17,-3 4-5,-4 2 6,2 12 5,-3-8 5,5 7-16,0-9 22,2-5 0,-1-5 23,16-14 28,-5-5-29,5-7 68,0-19-17,-17 10 11,2-16 152,-15 9-152,-5 15 34,-6 1-40,1 16-78,-3 2 2,3 4-26,2 10-20,1 10-18,4 13-301,2 11-1015,13 10 1367,1-21 0,2-1 0,2 3 0,7-2 0</inkml:trace>
  <inkml:trace contextRef="#ctx0" brushRef="#br0" timeOffset="74158">6558 1902 19878,'-3'-3'-5070,"0"0"7686,3 3-141,-8-16-4312,12 12 4018,4-10-1197,27 19-592,1 1 0,4 0-514,21 5 844,-9-3 1,3 1 5,-13-3 0,1 0-737,14 2 1,4-1 755,-19-2 0,2-1 1,0-1-759,3 0 0,1 0 0,2-1 148,3-1 0,1 0 0,2 0-1,3-1 1,1-1 0,2 1-29,-14-1 0,1 1 1,2 0-1,1 0-29,-2 0 0,4 1 1,0-1-1,-2 0 1,-2 1 32,12 0 0,-4 0 0,3 0-38,1 1 0,4 0 1,-1 1-1,-4-1 2,-4 1 0,-4 0 1,2 1-47,-4-2 0,2 1 1,0 0-1,0 0-26,-2 0 1,0 0 0,0 0-1,2 0-5,8 0 1,3 0-1,-1 0 1,-4-1-16,-2 1 0,-3-1 0,2 0 16,1-1 1,3 1-1,0-1 1,-5 0 23,-3-1 1,-5 0 0,3 0 20,11-1 1,2 1-1,0-1 23,-2 1 0,-1 0 0,0-1 8,-1 1 0,0-1 0,-1 1-6,-2 0 0,-1 1 0,0-1-17,-4 1 0,0 0 0,-1-1-8,-6 1 0,-1 0 1,0 0 93,5 0 0,0 0 0,-2-1-83,1 1 0,-1-1-9,1-1 1,-3 0 95,2-1-26,-3-3 105,2 0-52,6 0-1141,-8 1-2066,-20 2 3070,-7 2 0,-14 0 1,0 0-1</inkml:trace>
  <inkml:trace contextRef="#ctx0" brushRef="#br0" timeOffset="83806">10345 2852 17563,'-14'-43'1146,"0"0"0,-1 0 0,1-1 0,0 1 0,3 6-312,-2-13-369,1-2-319,6 19 55,4 12-206,4 17 5,3 5 22,9 26 1,3 9-18,2 7-514,2 12 0,-1 6 523,-10-16 0,-2 0 8,1 13 1,-1 1-9,-2-2 0,-2-2 14,-1-6 0,-2-2-17,0-14 1,-2-2 83,-6 29 124,-2-37 11,-8-1-3142,-5-32 2957,3-5-412,-8-17 0,0-3 350,-1-2 31,3 3 0,-3 0 50,-3 2 1,-1 3 19,-12-7-70,12 9 0,2 3 70,-4 5-62,21 13-55,1 3 2656,12 15-2606,7 13 11,11 18-22,10 12 968,-10-24 0,1 0-969,2-1 1,1 0-17,1-2 0,2-2 13,2-4 1,3-4 19,2-4 1,2-4 16,5-5 1,1-5-463,5-6 0,1-5 459,3-5 1,-1-4-1,1-4 0,-2-2 12,-3-2 0,-1-1-156,-8 2 0,-2-1 178,-6 3 0,-4 1 42,7-16-5,-16 10-118,-11 10-1060,-11 11 1071,-3 11 0,1 0 0,3 4 0</inkml:trace>
  <inkml:trace contextRef="#ctx0" brushRef="#br0" timeOffset="301676">15121 11764 18336,'-10'-60'1814,"-1"0"1,4 10 0,0 10-1764,1 27-68,5 14 62,1 15 22,1 17-56,0 30-332,0-19 1,-1 2 342,-2 8 0,-2 4-4,-1-7 1,-1 2 0,0-3-527,-1 4 0,-1-2 508,0-6 0,0 1 0,1-6 23,-4 21-21,5-29 1,1-2 42,-1 6-2382,3-18 2544,3-13 407,3-14-564,9-11 712,11-12-751,17-11-11,-14 19 0,2 0-294,6-2 0,0-1 299,5-2 1,0 1-17,2-2 0,0-1 16,-1 2 1,0 0-6,-3 2 0,-2 1 1518,-4 4 1,-2 1-1503,15-12-10,-13 7 5,-12 3 0,-5-6 1,-6 7 38,2-13-28,0 9 976,4-5-841,-1 7 53,-3 9-188,-6 7-39,-3 12 34,-1 14-6,-1 19 6,-3 21-3,2-23 0,-1 2-290,1 4 1,0 1 123,0 2 1,1 1-966,1 1 0,2-1-1896,1-1 0,3-3 3013,0-6 0,0-4 0,5 6 0,-4-19 0</inkml:trace>
  <inkml:trace contextRef="#ctx0" brushRef="#br0" timeOffset="302052">16314 11906 24234,'-27'20'168,"7"-5"-2957,19 33 1,9 7 2811,0-7-12,3 0 0,5-1 1443,13-9-1421,16 2 1,6-16 78,5-15 39,1-20-16,-2-18 297,-29 6 1,-3-3-310,-1-3 1,-3-3 24,-3-2 1,-3-2-37,-2 0 0,-4 0-34,-1 2 1,-3-1-1096,-5-1 0,-1 1 1051,-1-7 2257,-8 0-2319,7 31-78,0 3-23,3 16-342,5 14-1383,6 16-3972,12 13 5826,3-3 0,-11-23 0,-8-17 0</inkml:trace>
  <inkml:trace contextRef="#ctx0" brushRef="#br0" timeOffset="302476">17323 11714 21220,'2'-51'1587,"1"-1"0,-1 5 1,-1 6-1392,-1 12-118,0 10-112,0 23 46,2 16 16,7 24-26,-2 1 1,1 6-7,-4-9 1,0 3-1,-1 0-424,-1 2 0,-1 1 0,-1 0 428,-1 0 0,-1-1 0,-1-2 8,-3 4 1,0-3 44,1-7 0,0-4 31,1 0-5,-1-13 38,5-33-50,-1-12-27,7-23 38,4-16 0,3 20 1,3 0-229,7-15 197,-3 19 1,2 4 14,12-1-40,11 1 1246,1 14-1268,11 25-304,-16 6 307,-11 6 0,0 4-9,9 21 20,-16-13 0,-1 3-14,-4 1 0,-5 2 0,-11 7 0,-7-2 0,-11 16-6,-13-20 1,-11-4-71,-15-10 1,-5-6-425,12 0 1,-4-2-203,-8-4 0,-7-1 0,7-4-4214,9-5 1,3-3 4361,-11 2 0,4-1 0,10-5 0,34 4 1</inkml:trace>
  <inkml:trace contextRef="#ctx0" brushRef="#br0" timeOffset="302969">19012 10997 23063,'-52'-17'26,"-1"-1"0,0 1 0,0-1 0,0 1 0,-4-1 0,2 0 0,1 1 0,1 3-1219,-4 1 1,2 3-1,-8 1 1198,11 3 1,-8 2 0,-4 0-1,-3 0 1,1 1 0,3 0 0,6 1-437,2-1 0,5 0 0,1 1 0,-2 1 0,-5-1 432,1 0 0,-4 0 1,-3 0-1,-3 1 1,0-1-1,1 2 0,1 0 1,4 1-134,-5 1 0,2 2 0,2 0 0,0 1 0,-1 1 1,-1 0 140,6 0 1,0 0-1,0 0 1,-1 1 0,-2 1-1,-3 1 1,-5 3-54,17-3 0,-3 2 0,-3 1 0,-2 2 0,-3 0 0,0 0 1,-2 2-1,0-1 0,0 1 0,1 0 0,1-1 0,1 0 0,3 0 1,2-1-1,4-1 55,-17 4 1,5-2 0,3 0 0,2 0 0,1 0 0,-2 1 0,-2 1 0,-3 1-44,9-1 0,-4 1 0,-2 1 0,-3 1 0,0 0 0,0 1 0,2 0 0,1-1 0,2 0 1,5 0-1,5-1 0,5-2 46,-18 10 0,11-3 0,4 2 0,-4 2-4,0 2 0,-2 2 0,0 1 0,1 2 0,1 1-3,3 0 1,2 1 0,0 1 0,1 1 0,0 3 5,3-3 1,0 1 0,-1 2-1,3 1 1,2 3 0,4 2-12,2 4 1,3 4 0,3 1 0,3 2 0,3 0-1,4-2-1,3 3 0,4 1 0,4-1 1,3 0-1,2-1 1,0 0 0,1 0 1,3 0-1,4-1 0,7-3 19,8 1 0,6 0 0,5-3 0,4-2 0,1-3-14,-1-5 1,1-4 0,4-2 0,3 0 0,5 0 16,-8-9 1,3 1 0,4 0 0,2 0 0,1-1 0,0 0 0,0-1 0,-1-2 0,-3-1 2,9 5 0,-4-2 0,0-2 0,0-2 0,5 0 0,7-2 34,-15-6 0,5-1 0,4 0 0,3-1 1,2-1-1,1 0 0,-1-1 0,1 0 1,-3-2-1,-2 0 0,-4-1 0,-5-1-11,13 0 1,-7-1-1,-4-1 1,1-2-1,5-1 1,7-1-9,-15 0 0,5-1 1,4-1-1,3 0 1,3 0-1,2-1 0,0 0 1,1-1-1,-1 0 1,-2 0-1,-1 0 0,-4 0 1,-4-1-1,-4 1-30,12-2 1,-8 0 0,-4 1 0,-1-2 0,2 0 0,5-2 0,8-2-9,-18 2 1,3 0 0,4-2 0,4 0 0,2-1 0,3-1 0,1-1 0,1 0 0,1 0 0,-1 0 0,1 0 0,-2-1 0,-1 1 0,-2 0 0,-3 0 0,-3 1 0,-3 1 0,-5 0-3,16-4 0,-8 2 0,-3 0 0,-4 0 0,1 0 0,1 0 1,4-2-1,5-2 0,-9 3 0,4-1 0,3-2 1,3 0-1,2-1 0,2-1 0,0 0 1,0 0-1,-1 0 0,-1 0 0,-2 1 1,-3 0-1,-4 0 0,-3 2 0,-6 0 0,15-5 1,-8 2 0,-4 0 0,-2 0 0,1-1 0,5-2 3,1-1 0,3-2 1,2-1-1,1-2 0,-1 1 1,-1-2-1,-4 1 0,-3 0 11,-3 0 1,-2 0 0,-3 0 0,-1-1 0,-2-3 0,-1-3 66,5-6 0,2-4 1,-1-3-1,-5-1 1,-7-2-1,-11-1-86,-10-7 1,-10-2 0,-8-2 0,-7 1 0,-4 2-41,-4 7 0,-6 1 0,-4 0 0,-4 1 0,-3 3 0,-1 2-27,-5 1 0,-4 3 0,-3 2 0,-2 2 0,-2 2 0,1 2-71,6 7 0,0 2 0,-1 1 0,-1 3 0,-1 0 0,-3 0 0,-1 1 140,2 2 0,-5 1 0,-2 0 0,-1 1 0,-1 0 0,2 1 0,3 1 0,3 0 0,5 1 0,-13-4 0,8 2 0,1 0 0,-5 0 0,-2 1 0,0 1 0,0-1 0,0 1 0,0-1 0,0 1 0</inkml:trace>
  <inkml:trace contextRef="#ctx0" brushRef="#br0" timeOffset="387621">24761 4936 16091,'-25'54'166,"1"0"1,9-5-1,4 3 1,5-9-383,13 7 250,0-7 0,3-3 122,20-4 560,-2-23 1,4-3-647,4-1 0,4-5-34,14-9 1,4-7 175,-17 0 0,0-3 0,3-3-208,5-3 0,5-4 1,1 0-1,-4 1-5,2-1 1,-3 2 0,5-3-17,-6 4 0,4-3 0,2-1 1,-1 1-1,-3 3-53,-3 1 0,-3 1 0,0 1 0,2 0 16,8-4 1,2 0 0,-1 0-1,-2 2-356,-7 2 0,-1 2 0,-1 0 0,-4 2-123,19-7 0,-8 4 533,4 5 0,-42 11 0,-15 8 0</inkml:trace>
  <inkml:trace contextRef="#ctx0" brushRef="#br0" timeOffset="388372">23621 5819 16454,'13'-45'663,"0"0"1,0 0 0,-3-12 0,-15 13-513,-25 29 1,-10 12-1256,-14 9 0,-8 10 1318,13 0 0,-5 4 1,-1 3-1,3-1-669,-2 1 0,3 0 0,-5 5 612,5-2 1,-5 3 0,-1 2 0,0 1 0,3 0-327,10-5 0,2 0 0,1 0 0,-1 1 0,-2 2 225,-2 1 1,-1 0 0,-1 2 0,-2 1 0,1 0 0,0 1-245,5-4 1,0 1 0,0 0 0,0 1 0,-1 0-1,0 0 1,1 1 203,-3 1 0,0 1 0,-1 0 0,1 0 0,-1 1 0,1 0 0,-1 0-92,4-3 0,0 0 0,1 0 0,-1 1 0,0-1 0,-1 1 0,1 0 1,-1 0 88,0 2 0,-1-1 0,-1 1 1,1 0-1,0 0 0,-1 0 1,1 0-1,-1 1-44,-1 0 1,1 0 0,-1 0 0,0 1 0,0 0 0,0-1 0,0 1 0,0 0 33,0 0 1,0-1-1,1 0 1,-1 1-1,0 0 1,-1 0-1,0 1 1,-1 0-1,5-3 0,-2 1 1,-1 1-1,0 0 0,0 0 1,0 0-1,0 0 0,2-1 1,1-2-1,2-1-2,-4 4 1,1-2 0,3-2-1,0 0 1,0 0 0,-1 1-1,-3 2 5,3-2 0,-3 1 0,-1 2 1,0 1-1,-1-1 0,1 0 1,2-1-1,1-2 0,3-3 9,-11 10 1,3-4 0,3-2 0,-1 0 0,-2 2-2,3-2 0,-2 2 0,0-1 0,-1 1 0,1-1 0,2-2-4,-3 3 0,0-1 0,1-1 0,2-2 0,1 0 111,-3 1 0,2-1 0,1-1 0,3-3-82,-1 0 0,3-2 0,4-4 631,1 1 1,7-10-649,9-18-22,34-30 11,0 4 1,2-4 725,4-6 0,1-2-721,0-5 1,-2-1 16,-2 0 1,-3-1 8,-4 3 0,-3 1 1241,-7 7 1,-3 2-1122,-16-15 1719,-14 22-1836,-7 17-17,-4 19 28,-2 13-11,11 5 2,14-3 1,1 3 41,2 10 1,3 3-127,2 4 1,2 2 67,1 10 0,9 2-9,17 1 1,8-3-23,-8-17 0,6-3-32,15-1 0,9-1 0,-2-7-498,-9-10 0,4-4 328,10 1 1,8-1-1,-2-3-1595,8-7 0,0-5 1797,-17 1 0,2-1 0,-5-1 0,4 0 0,-7 0 0,7-5 0</inkml:trace>
  <inkml:trace contextRef="#ctx0" brushRef="#br0" timeOffset="390396">16707 5350 18673,'-9'55'195,"-1"-1"0,0 1 0,0 0 1,0 2-1,0 1 0,1 1 1,0-2-119,2-1 0,0-2 0,2 1 1,-1 2-876,0-6 0,1 1 0,0 1 0,0 0 0,0 2 828,0 3 0,0 1 1,0 2-1,0-1 1,1 1-148,0-9 0,0 1 0,0 0 0,0 1 0,0-1 0,1 1 139,-1 0 1,0 1-1,0 0 1,0 0-1,0 1 1,0-1-61,-1 1 1,1 0-1,0 1 0,-1-1 1,1-1-1,-1-2 50,1 0 1,-1-2-1,1-1 1,-1 1-1,0 4-113,-1-3 0,1 3 0,-1 3 0,-1-1 0,1 0 0,0-4 0,1-5 110,-1 3 1,0-5 0,0-1 0,-1 7 7,0-1 1,-1 7 0,-1 4-1,0 1 1,0-1 0,-1-4 0,2-6-4,-3 4 0,1-6 0,-1-2 0,0 4 71,-1 3 1,-1 3 0,-1 0 0,0-1 0,0-5-75,-5 12 0,-1-5 0,-2-4-4,1-5 1,-2-4 0,-1-3 480,-9 9 0,-4-7-480,3-14 1,-3-9 711,3-13 1,0-10-735,1-14 0,3-10 22,0-13 0,5-10 16,5 0 1,2-6-1,1 3 676,-1-7 0,3 0-695,4 13 1,0-1-1,2 1 45,-1-12 1,0 3 580,4 17 1,-1 1-515,-2-11 1,0 5 593,-2 12-677,1 31 339,-3 28-326,5 0 1,2 4 8,-2 12 0,1 3 185,1 10 0,3 2-206,3-17 1,1 1-1,2-1-2,3 1 1,2-1 0,3 0 5,2-2 0,4-2 1,3-1 24,15 15 1,7-7 21,6-6 1,6-8-35,-14-14 1,3-4 0,1-3 10,3-3 1,2-4-1,0-3-354,2-4 1,2-4 0,-2-3 348,1-2 0,0-3 0,-3-3-19,-2-3 0,-1-2 0,-2-3-26,-4-1 0,-2-2 0,-1-2-864,0-5 1,-3-3 0,-3 2 810,1-1 1,-4 1-216,2-10 1,-6 5-2004,-14 8-7573,-14 5 8673,-4 17 1,-5 11 0,9 1-1</inkml:trace>
  <inkml:trace contextRef="#ctx0" brushRef="#br0" timeOffset="392114">12693 6409 20699,'10'44'218,"1"0"1,0 0-1,9 13 1,3 2-1,4-1-157,1-6 1,3-2 0,1 0-1083,0 3 0,1-1 0,2 2 1081,-5-9 1,1 1-1,1 0 1,-1-1-514,-4-4 0,1 0 0,-1 1 0,2 1 504,-1 0 1,1 2 0,1 1-1,0 1 1,0-1 2,0 2 1,0 0 0,0 1 0,-1-1 0,1 1-5,0 1 1,0 1-1,0-1 1,0 1-1,0 0-9,0 0 1,0 0-1,-1 1 1,1-1 0,-1 1-9,0 0 1,-1 0-1,1 0 1,-1 0 0,0 0 1,0-1 1,-1 0 0,1 1 0,-1-1 0,-1 1-10,1-2 1,-2 1 0,1-1 0,0 1 0,-1-1-14,0 0 1,-1-1-1,1 1 1,-1-1-1,0 0-4,0-1 0,0-1 0,-1 0 0,1 0 0,-1 0-9,5 10 0,0-1 0,-1 0 0,0-1-5,0-2 1,-1 0 0,0-1 0,-2-3 0,2 3 1,-2-4-1,1 4 4,-1 1 0,1 4 0,-1-2 0,-4-7-3,-2-3 1,-2-1 11,3 8 0,1 5 1,-10-10 1008,-17-2-984,-20-5-29,-29-26-5,16-19 0,-2-7-323,-7-5 1,-1-6 311,-3-5 0,2-4 5,1-3 1,2-2 21,2 2 1,2-1 240,5 1 0,0 1-249,3 3 1,1 0 2,2 2 0,1 1 1008,2 2 1,1 1-1009,2 2 0,0 1 17,-18-15 34,10 10 867,14 12-985,12 10 950,16 14-872,14 14-1420,5 5 0,2 3 1403,-6-7 1,1 2-6,18 18 0,2 3-443,-8-8 0,1 0 452,-5-6 0,1 3 1,1-2-10,1 2 0,1-2 0,0 0-6,1-2 0,0-1 1,3-2 14,8 0 0,3-2 1,1-5 1,-6-5 0,0-4 1,-1-1-5,1-1 0,-1-1 1,0-5 8,-1-5 1,0-5 0,-2-1-3,7-6 0,-2-3-64,8-6 0,-1-3-163,-11 0 0,-5-2-616,-10 3 0,-7 1 829,-5-13 0,-11 18 0,-12 7 0</inkml:trace>
  <inkml:trace contextRef="#ctx0" brushRef="#br0" timeOffset="393087">10705 8582 19928,'35'42'11,"-1"1"1,1 0 0,0-1 0,-1 1 0,0-2 0,-1 1 0,0 0 0,-1-1 0,-3-2-991,6 12 0,-3-2 1,1 0 1017,-6-7 0,1 1 0,-1 0 0,1 1-3,1 2 1,1 0 0,0 2 0,1 1-207,0-2 0,1 3 0,1 0 0,0 1 1,1 0 202,-4-5 1,1-1-1,1 2 1,-1-1 0,1 0-1,0 1-142,1 0 0,0 0 0,0 0 0,0 0 0,0-1 0,1 1 125,0 0 1,1 0 0,0-1 0,-1 1 0,0-2 0,0 0-12,2 2 1,-1-2-1,0 0 1,0 0 0,0 0-205,0-1 1,0 0 0,0 0 0,0 0-1,0 0 194,-1-3 1,-1 0 0,1 1-1,-1-1 1,1 1-67,3 3 0,0 2 0,1-1 0,-2 0 0,-3-4 69,7 8 0,-2-4 0,-1 3 0,-4-5 1,2 4 0,-3-2 0,-5-6 315,-5-2 0,-4-2-297,9 20 0,-7 2-12,-15-11 1,-6-1-6,-3-4 0,-7-1 635,-9-3 1,-8-6-633,-7-15 0,-4-8 13,-8-6 1,-2-6 115,-8-8 1,2-5-117,9 2 1,-1-5 22,-1-4 0,-2-4 1,3 1 651,-3-2 1,0 0-648,4 1 1,-2-1 0,2 1 5,-8-3 1,5 2-34,13 7 0,0 0 156,-9-3 0,4 2-67,-3-2 297,-9-3-448,32 18 40,12 7 2303,14 15-2214,13 12-33,4 3 63,8 0 1,7 1 242,-4-9 1,3-1-277,18 8 0,6-2 5,-12-12 0,3-3 0,-1-3-32,-4-1 0,-1-2 0,1-2-279,-1 0 0,-1 0 1,0-4 291,18-4 0,-4-5-22,-14 0 0,-2-3-329,6-4 1,-1-2 227,-7-1 0,-4-3-343,-5 0 0,-2-2-887,-4 0 1,-1-1 1285,-1-1 0,-2 2 0,3-4 0,-4 7 0</inkml:trace>
  <inkml:trace contextRef="#ctx0" brushRef="#br0" timeOffset="408705">18201 12277 12186,'23'-55'1075,"0"1"1,0-1-1,2 1 1,3-5-1,-1 2 1,-2 5-485,-2 7 1,-2 4 0,1-2 75,7-11 0,1-2 0,-2 8-174,-6 11 0,-2 7-387,0 0 228,-10 21 332,-25 70-531,0-13-683,0-6 0,-3 8 0,-3-1 595,-1-2 0,-2-1 0,-2 3-42,0-1 1,-1 3 0,-1 2-1,-1 0-81,3-7 1,0 1 0,-1 0 0,1 1 0,-1 0-943,0 1 0,0 1 1,-1 1-1,1 0 1,0 0 1017,0 2 0,-1 3 0,0-2 0,2-1 0,2-5 0,-2 4 0,3-4 0,1-2 0,3-5 0,1-1 0,-1 1 0</inkml:trace>
  <inkml:trace contextRef="#ctx0" brushRef="#br0" timeOffset="409372">16124 13133 22711,'-47'-26'380,"1"-1"1,4 2 0,7 11-280,13 21-34,7 10-17,4 8-10,5 20-35,5-12-5,10 19-5,8-16-1,13 7-297,14-3 269,-18-21 1,1-1 10,2-1 1,1-2 5,24 13 45,-15-6 51,-20-5 10,-28-3-5,-27 0-31,6-5 1,-4-1-380,-7 0 0,-3-1 365,-3 1 0,0-1-14,0-1 1,1 0-12,5-2 0,2 1 202,-19 1-423,21-2-342,20-2-890,14-1-3541,17-1 4980,6-2 0,-3 2 0,-4-3 0</inkml:trace>
  <inkml:trace contextRef="#ctx0" brushRef="#br0" timeOffset="410056">16440 13092 25225,'-5'10'325,"-3"18"-311,0 10 0,-1 6-818,0 1 0,0 2 599,1 1 1,-1 2-202,2-2 0,0 0-168,2-4 0,1-2 36,1-8 0,1-2 531,1 11 57,1-23 365,0-21-163,0-17 112,1-16 79,1-10 786,2-10-865,2-3-73,3-1-84,5 4-112,5 9-89,6 11-3421,16 11 3399,-9 12-43,24 6-42,-10 7-28,12 5 34,-5 5 50,-7 3 51,-12-1 27,-10-3 102,-10-6 38,-6-3 6,-1-15-55,2-3-40,0-3 266,1 0 154,-4 9-207,-2 2-224,-5 9-28,-8 10 0,-11 21 3358,4-6-3381,-2 16-39,14-16 17,10 3-5,13-6 16,7-11 6,2-5 44,-1-14 23,-6-5 56,2-11 135,-6-4 44,-8-3 90,-19-6-297,0 12 22,-21-5-44,6 16-34,-10 0-62,11 6-61,5 2-34,13 5-184,5 5-499,4 5-1356,11 6 2140,16 4 0,-11-8 0,5-2 0</inkml:trace>
  <inkml:trace contextRef="#ctx0" brushRef="#br0" timeOffset="410388">17291 13186 27236,'-21'-14'-67,"14"14"-5666,39 40 5649,-3-3-157,10 11 1326,-12-10-1135,-2 3 973,-13-10-794,-24-13-73,1-11 90,-20-11 3299,9-9-3300,-6-17 84,11 0-223,6-6-12,12 14-39,11-3-95,12 6-252,3 4 0,3 1-913,31-6-808,-21 10 0,2 3 2113,-2 5 0,-3 1 0,6 1 0,-4 2 0</inkml:trace>
  <inkml:trace contextRef="#ctx0" brushRef="#br0" timeOffset="410704">17825 13346 22190,'-8'5'3960,"1"-1"-3792,7-4-45,0 0-84,44 5 11,-9-5-27,25 3 206,-6-20 253,-29-6-101,5-7-45,-23-1-39,-14 6-90,-8 2-146,-2 7 64,-23 2-125,7 14 0,-17 6 0,9 14 0,12 2 0,1 13 0,15 7 0,3 2 0,16 7-1939,28-6 1939,12-10 0,-10-10 0,-9-12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6T14:24:57.9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1319 2554 16818,'-59'6'1605,"-1"1"1,9-2 0,20 1-603,41 1-723,19-4-567,14 0 1,10-2 323,-3-1 0,3-1 1,2-1-1286,5-1 1,2-1-1,0 0 1238,-13 1 0,-1 0 0,1 0 1,0-1-36,2-2 0,1-1 0,-1 0 1,-1-1-150,4-1 0,-2-1 0,2-1 110,-6 1 0,1 0 0,0-1 0,-1 0-21,10-2 1,-1-1 0,-3 0-103,-7 2 0,-2 0 1,-4 0 281,8-3 1,-7 1 360,4-6-251,-44 2 67,-37 4-89,-10 1 1112,5 5 0,-5 1-835,-5-1 0,-1 0-113,1 0 1,0-1-45,-3 0 0,4 0 115,-3-3 1360,25 4-1747,17 4 940,20 3-956,14 6-6,27 5-1,-16-2 1,2 3-269,7 1 0,2 3 226,2 2 1,0 3-282,-1 1 1,-2 2 115,-4 4 1,-4 2-401,-8 0 0,-7 2-2564,-8 2 1,-7 1 3182,-12 24 0,-5-22 0,-2-15 0</inkml:trace>
  <inkml:trace contextRef="#ctx0" brushRef="#br0" timeOffset="618">4199 2299 17977,'0'-7'2238,"-15"-24"0,-9-5-1224,-12 6-1327,0-9 1,-5 2 553,6 22 0,0 6-40,-4 1 1,0 3-74,0 2 1,-1 4-84,4 2 0,1 4 364,-21 15-398,21 12-11,23 9-11,27 7-3,2-21 0,7-2-414,8 2 0,5-1 408,8 2 1,2 0-557,6 0 1,1 0 543,-16-9 1,-1-1-1,0 1 7,15 8 0,-4 1 167,-9-3 1,-6 1-132,-4 20-36,-49-5 39,-8-22 0,-7-4-3,-11-1 1,-3-3-43,-5-2 0,-2-3 42,1-3 1,0-3-26,2-5 0,3-5 249,6-2 0,4-5-935,9-3 0,5-5-5140,3-26 5840,28 4 0,4 17 0,4 14 0</inkml:trace>
  <inkml:trace contextRef="#ctx0" brushRef="#br0" timeOffset="1310">4674 2170 19910,'1'-7'3618,"0"1"-2503,-1 6-471,0 0-4907,4 93 4268,3-46-37,-2-2 1,1 10-1,1-5-39,3-4 1,0-2-219,2 14 1,-1 1-348,0-3 1,-3-1-298,-2-5 1,-2-4-702,-1-7 1,-3-3-2299,-8 10 1803,-3-24 1967,-1-28 4524,1-18-1909,1-17 163,-5-8-544,-3-2 472,-5 1-1512,2 7-430,5 7-457,9 11-167,17 5-62,21 6-34,26 2 28,-19 6 1,3 2-399,6 0 1,1 0 417,4 1 0,-1-1 31,1 1 0,-1-1 36,-5 0 0,-1-1 87,-8 0 0,-2-1 264,12-7 44,-25-1-6,-22 1 73,-18 0 17,-15 4-263,2 4 258,-27 5-320,20 9-72,-13 8-23,23 9-45,13 10-17,13 5-10,18 3 4,18-1 376,-8-23 0,4-2-367,12-2 1,2-3 13,17 2-118,-19-10 0,-3-6 197,-5-13 50,-3-11 0,-19-13 28,-20-8-48,-5 16 1,-4 2-71,-11-12 25,5 13 1,-1 2 76,-7-2-46,-5-1-56,7 10 170,7 8-304,9 6-157,7 9-269,10 7-4921,20 17 3902,-2-7-6089,31 10 7618,-15-18 0,-6-2 0,-12-7 0</inkml:trace>
  <inkml:trace contextRef="#ctx0" brushRef="#br0" timeOffset="1625">5634 2478 19294,'0'-5'5153,"0"1"-3254,0 4-1866,-8-55-22,10 44-11,4-34-56,22 63-39,14 12 16,-16-11 1,1 2-20,1 2 0,0 1-8,-1 2 0,-2 0 44,-3-1 0,-3-1 79,4 16 56,-26-14 67,-19-14 11,-14-15 17,-3-13 28,5-14-33,9-11-46,11-7-55,12-2-45,15 2-17,12 6-146,16 9-268,13 12-460,-22 14 0,3 3-507,3 3 1,2 4 1380,7 3 0,-3 1 0,6 2 0,-6 3 0</inkml:trace>
  <inkml:trace contextRef="#ctx0" brushRef="#br0" timeOffset="2308">6215 2690 27034,'45'-27'45,"0"1"0,-3 0 0,-4 4-17,-4 1-17,-1-1 6,-5 0 11,-7 2-11,-7 2-6,-6 4 34,-3-7-12,-4 4 6,1-6 6,-2 7 11,-1 2-33,-1 5-29,-3 3 6,0 2 6,-2 2 5,0 0 22,2 2-10,1-1-1,2 0-5,1-1 0,1 1 39,0 0-23,1-1-5,-1-1-5,1 2-23,-1-1-11,0 6 11,-1 0-12,-2 8 12,1-1 12,0 4-12,3 0 0,2-4 28,10 6-6,3-7-28,10 3-22,0-5 45,0-5-6,-3-1 45,3-11-33,-10 1 33,4-14-6,-11-1-5,-1-8 22,-4-2 34,-13-6-73,-1 15 28,-20-4 11,0 21-5,-12 3-17,-2 15-20,16 4 0,1 3-3,-9 11-14,11-2 1,4 3 19,0 14-45,2 16-103,19-25 0,8 0-351,14-1 1,7-3-294,-6-4 0,3-3-228,12-3 1,0-5 991,16-1 0,-25-8 0,-1-1 0</inkml:trace>
  <inkml:trace contextRef="#ctx0" brushRef="#br0" timeOffset="26742">1581 4111 16840,'-62'9'722,"0"-1"1,-1 1 0,5-1-1,2-1 1,14-1-488,16-1 28,11 0 185,30-3-156,26 1-220,-6-2 1,4-1-397,13 1 1,8-1 335,-16 0 1,5 0 0,1-1-1,-1 1-1033,15-2 1,-1 1 0,1-1 997,-16 1 1,1 0 0,0 0-1,0-1-23,0 0 0,-1-1 0,0-1 0,-2 1-312,2-2 1,-2 1 0,2-2 347,5 0 1,2-1 0,-2-1 37,10-2 0,-5-3 64,-16-2 1,-6-2-9,1-6 39,-32-14 0,-25 3 51,-18-12-5,13 21 1,-2 2 20,-2 0 1,0 1 13,0 2 1,0 2 2906,-20-11-2859,12 10 1336,11 9-1515,12 6-90,8 3-16,4 1 447,6 6-397,9 5-12,17 8 29,19 6-37,-5-5 0,2 1-228,-12-6 1,0 0 230,19 11 0,-2 2 5,-21-4 1,-4 1-12,2 8 1,-6 4-155,-16 4 1,-11 3-3118,-14-5 0,-10 1 0,1-3 2252,-1 2 0,-1-3 0,-12 4 0,6-8 1,20-18-1</inkml:trace>
  <inkml:trace contextRef="#ctx0" brushRef="#br0" timeOffset="31966">2838 3804 17350,'-21'-51'1282,"1"0"1,-2 1 0,-1 18-1054,-3 36-145,-16 24-42,16-1 0,-1 5-1898,-7 14 0,-2 4 1870,6-8 1,0 1 0,-1 2-25,3-6 0,0 0 1,-1 1-1,0 0-87,-3 5 1,-1 0-1,0 0 1,0 1-740,-3 1 1,1 0-1,-1-1 1,0 0-490,1-2 0,1 0 1,0-2-1,0-1-1207,-7 6 1,1-3-1,3-3 2338,-6 4 0,4-7 1,-4-1-1,26-26 1</inkml:trace>
  <inkml:trace contextRef="#ctx0" brushRef="#br0" timeOffset="32108">1530 4264 11741,'11'-47'1341,"-1"-1"1,0 1-1,0 0 1,4-9-1,2 2 1,4 7-1006,11 4 0,6 9-462,1 8 0,5 7 229,5 7 1,2 8-514,9 8 0,4 11 429,-16 3 1,2 6 0,2 2 0,-5-1-496,3 1 0,-3 0 0,3 6-961,-6-1 1,5 6 0,-1 2 0,-1 0 0,-6-3 1181,5 6 0,-6-1 1,-3-3-1,8 6 1,-7-7-1,-10-7 0</inkml:trace>
  <inkml:trace contextRef="#ctx0" brushRef="#br0" timeOffset="32908">8212 2596 20060,'-51'8'384,"1"-1"0,0 1 0,-14 2 0,14 0-127,29 1 607,33-1-632,21-3 1,8-3-870,-8 0 0,4-2 665,13 1 0,8-2 0,0 0-754,-4-1 1,0-1 0,3 0 735,-4 0 0,3-1 0,1 0 0,0 0-2,0-1 0,1 0 1,-1 0-1,-1-1-278,-4-1 0,-1 1 0,-1-2 1,-2 0 295,8-1 0,-4-1 0,-3-2-88,6-3 1,-7-5 153,-17 2 1,-11-5 24,-32-39-66,-12 17 49,-13 8 1,-5 2 123,7 10 0,0 1 73,-7-4 1,0 0-49,7 3 0,3 2 76,-11-10 415,22 11-724,19 10 2290,14 9-2295,19 14 6,22 16-17,-17-5 0,1 3 215,6 6 1,0 3-228,0 6 1,-3 3-135,-6 4 1,-8 3-1105,-11 3 1,-11 3 1249,-13-14 0,-8 1 0,0-4 0,5-3 0,-3-4 0,-10 0 0,1-1 0</inkml:trace>
  <inkml:trace contextRef="#ctx0" brushRef="#br0" timeOffset="39691">4739 4942 20617,'-32'-45'989,"0"-1"1,1 5-1,-1 12-737,-15 36-39,-6 17-833,25-2 1,2 3 661,-1 5 0,3 3-26,2 5 1,3 3-20,4 4 1,3 1-12,4 3 0,6 0-241,7 2 0,4-2-146,-1-10 1,6-3-4207,26 10 0,8-6 4043,-16-20 0,1-3 0,6 5 0,-2-4 0,-2-9 1</inkml:trace>
  <inkml:trace contextRef="#ctx0" brushRef="#br0" timeOffset="40607">5181 5165 25444,'-30'-23'11,"0"-1"0,-19-8 12,53 45-12,3 7-11,8 5 0,5 5-11,5 3 22,4 1 0,6-3 6,7-5 5,6-7-10,0-7 21,-9-6 96,-14-2 67,-13-3-101,-12 0-56,-9-1 1,-5-2-18,-5-2 12,0-3 10,3-4-16,4-2-5,4-2-23,4 1 0,1 1 11,3 3-11,-2 1-6,-1 2-10,-2 1-24,-2 2-4,-2 0-63,0 0-66,-2 2-23,0-1 39,-1 0-3308,-3 0 3448,5 0 12,-8 0 27,6-1 12,-8-1 128,-2-3-95,6 2 6,-3-2 73,7 0 61,-2-4-151,3 3 3442,0-5-3403,6 6-16,1 0-12,2 1-11,1 4-39,1 1 224,0 2-230,5 0-11,1 1 0,13 2 11,3 6-11,10 6-11,4 9-1691,-8-2 1,-1 0 1689,12 10 9,-8-5 1,2 1-1133,-3-3 1,0-1 1129,19 16-35,-17-14 1,-2-2 50,-6 2 85,-17 13-63,-13-18 6,-24 3 40,-17-16-12,-11-4-17,13-6 1,0-2 2218,-14-5-2239,23-1 1,6-6 59,13-32-79,16 0-6,10 13 1,7 1-23,19-8 12,8 3 2,-6 16 0,1 2-427,12-6 332,0 3 0,2 2-280,-19 9 0,0 3-730,7-2 0,-1 2-1085,-6 2 0,-1 3 1700,18 0 1,-25 4 0,-11 1 0</inkml:trace>
  <inkml:trace contextRef="#ctx0" brushRef="#br0" timeOffset="40984">5824 5196 15681,'7'10'4940,"-2"-2"-2796,-5-8-968,0 0-997,33-5 618,-16-1-713,38-12-22,-22-3 10,9-9 1,-7-3 134,-7-3-27,-13 8 292,-8 6-349,-14 7 1265,-6 9-1276,-20 3-101,-2 9 17,-2 3 5,0 12-33,14 3 12,-2 9 4,10 6-16,7 15-3420,22 5 3409,-1-10 0,16-6-73,10-16-479,2-10 0,5-3-266,-4-2 0,1-2-13,8 0 0,-1-2-2007,-5-8 1,-3-2 2848,12-6 0,-8 2 0,-23 0 0</inkml:trace>
  <inkml:trace contextRef="#ctx0" brushRef="#br0" timeOffset="42016">6632 5098 24581,'1'-51'1345,"-4"9"-1127,-5 28-134,-2 5 28,-10 1-34,-1 5 1,-19 10-62,11 2 50,-24 24-62,30-11 18,-16 22-12,18-2-11,5 1 0,7 3 11,17-13 12,7-6 16,11-6-6,-2-9 91,22-11-35,-13-13 12,16-11 11,-13-10-34,-11 5 303,0-13-101,-15 16 39,-1-10-235,-9 20 51,-4 1-68,1 12-45,-2 1-16,0 10-17,1 9-12,2 11 1,8 7-3398,8 6 3375,4-9-151,12 11-1043,12-3 158,7-3 672,-17-20 0,2-4 179,-2-7 0,-1-5 85,21-6 83,-11-9 1,-2-4 72,4-7 78,3-6 1,0-3 229,-2-8-216,-17 17 1,-1-2 603,5-26-248,-21 19-78,-1-12-90,-18 15-78,-5 9 3209,-5 5-3377,5 8 363,0 2-385,9 5-1,0-1-22,5 2 252,0 0-118,-3-2-44,0-1-34,-1-4-11,0 1 0,2-1-40,0 2 18,2 0 27,0-2-22,2-4-6,-2-9 29,1-11 5,-3-11-6,-3-9 23,-3 0-10,-1 5-63,1 10 0,3 12 0,2 9 0,3 7 0,-1 4 0,1 5 0,1 12 0,2 16 0,2 21-1696,-1-17 0,0 3 1696,1 5 0,-1 2 0,2 3 0,0 1-234,1 2 1,1 0 233,2-1 0,1 0 0,2-1 0,0-2-37,-2-11 0,1 0-770,8 8 1,3-3-1451,8 1-4061,10 5 6318,-19-32 0,-11-10 0,-8-4 0</inkml:trace>
  <inkml:trace contextRef="#ctx0" brushRef="#br0" timeOffset="42515">7137 5165 19904,'-5'-3'5019,"2"0"-4011,3 3-941,23-60-78,15 37-798,-5-11 1,6 2 668,5 23 0,3 8-387,4-2 1,2 1-1473,-10 1 0,1-1 0,-2 1 1287,1 0 1,-1 0-348,9-1 1,-5-2-219,-6-5 851,-2-5 1294,-19-4 840,-15 0 1271,-14-1-1052,-8 2 2916,-6 5-3880,-1 4-324,-2 8-96,-3 12-5,-4 21-449,12-4 68,0 20-67,21-13-17,9 6 27,12-7-4,12-9 27,5-12 11,4-14-11,1-15-11,-4-14 12,-8-12-1,-13-2-6,-15-1 1,-17 6-23,-16 10 23,-13 11-44,-8 14-74,-2 19 0,2 19 0,28-10 0,3 5-258,1 5 0,4 2 258,2 5 0,3 2 0,3 2 0,4 1 0,1-1 0,4 0 0,5-4 0,7-2 0,6-4 0,8-5-1022,14-5 0,8-6 1022,0-9 0,5-5 0,-5-1 0,-4 1 0,-2-2 0,7-5 0,-1 0 0</inkml:trace>
  <inkml:trace contextRef="#ctx0" brushRef="#br0" timeOffset="106431">2467 5240 16292,'-3'-50'1919,"0"1"0,-1 4 0,-1 8-1851,-1 15-91,-1 11 52,6 18 55,1 17-28,2 17-42,0-1 0,0 6-12,1 16 1,0 1-364,-1-14 1,-1-2 365,1 12 1,-1-5-6,-1-11 207,0 1 196,0-20-78,0-21-264,0-49-506,0 12 473,1-7 0,0-4-9,-1 12 1,2-1 11,2-21 0,1-1-15,-2 17 1,1 1 28,3-13 0,1 3 61,2 3-3044,1 1 2921,-5 23 485,-2 26-440,-3 10 22,1 32-22,-2 9-17,-1-6 1,1 2 10,-1-16 0,1 0-22,-1 24 0,1-1-17,3-1 17,-2-23 0,1-2 3170,5 13-3590,-3-22-1172,1-1-8239,3-17 8273,-4-7 0,2-4 0,-5 2 0</inkml:trace>
  <inkml:trace contextRef="#ctx0" brushRef="#br0" timeOffset="106908">3194 5338 18173,'-7'0'3697,"2"0"-3524,5 0-217,0 0 72,-25-6 0,55 7 11,-17-6-28,18 5 1,6 2-24,17-2 12,-15 0 51,1-1 123,-24 0 27,2-2-128,-20 0-45,-11-1-11,-14 1-11,-3 1-1,-21 3 23,18 3 0,0 1 17,-1 0 0,-1 1 16,-3 3 1,1 1 44,-10 5-78,17-3-16,13-1 10,12-5 17,8 2 6,9-3 5,14-2-16,14-3-6,13-7-268,-22 1 0,2-1 184,2-2 0,1 1-608,0-1 1,0 1-2939,17-2 3602,-7 4 0,-30 5 0,-4 1 0</inkml:trace>
  <inkml:trace contextRef="#ctx0" brushRef="#br0" timeOffset="109891">11373 2673 20537,'1'-39'1308,"0"-1"0,0-21-1190,-2 65 106,-2 14-135,-2 5 23,-7 26-45,0 5-53,5-19 0,0 3-6,3 5 1,2 0-3,2 14 16,12-19 1,4-5 16,6-10 123,29 6 118,-8-28 34,13-16-158,-27 1 1,0-4-393,5-13 0,-2-3 311,-10 10 1,-1-1 47,6-15 1,-3-1 94,-1-15-47,-10 11 0,-1 0-93,0-6 62,-5-12-90,-7 48 1,-1-3-57,1 12 894,-1 0-1213,1 5 179,-1 6 113,2 0-113,2 10-44,2-2-29,2 4-106,-2-3-1260,1-1-29,-2-5 1614,4 3 0,-5-8 0,2 2 0</inkml:trace>
  <inkml:trace contextRef="#ctx0" brushRef="#br0" timeOffset="110423">12414 2526 17479,'0'-6'4441,"0"1"-2782,-8-56-1122,4 42-352,-5-43-174,6 59 0,-1 6 51,-7 21-51,0 9-5,-2 20-17,9 0-3387,17 1 3381,2-14-39,25 6-204,-13-24 0,2-1 173,-1-1 1,0 0-26,2 1 0,-2-1-73,-2 3 56,-22-2 68,-12-7-74,-21 3-128,-7-7-264,5-5 0,-3 0-1001,-26 0-175,2-6 1703,9-11 0,33 6 0,-4-5 0</inkml:trace>
  <inkml:trace contextRef="#ctx0" brushRef="#br0" timeOffset="110606">12428 2416 23422,'-42'42'82,"-1"0"0,7-9 0,5 2-144,10 8 1,6 1-811,5-12 1,2 1-342,-3 15 1,2-1-1509,7 11 2721,11-5 0,-3-34 0,1-3 0</inkml:trace>
  <inkml:trace contextRef="#ctx0" brushRef="#br0" timeOffset="110999">12933 2574 24396,'-7'18'219,"2"4"-180,5 13 28,8-2 17,8-7 34,8-8 27,5-11 12,1-13 40,0-11 21,-4-10 12,-8-7 5,-8-4-28,-12-1-101,-3 7 219,-17-7-179,2 18-1,-9-4-66,5 17-12,0 8-33,-1 11-18,-1 10 12,-1 13-33,2 10-23,5 9-107,9 7-408,18 1-219,3-30 0,6-3-2013,7 1 0,4-4 2096,0-3 1,0-3 0,11 4-1,-15-11 1</inkml:trace>
  <inkml:trace contextRef="#ctx0" brushRef="#br0" timeOffset="116111">11466 3891 20582,'1'-59'1215,"-1"1"1,-2 14-1,3 4-817,13-15-269,-1 29-107,8 0-11,2 11-11,3 16 0,1 17 17,-4 18-6,-6 17-8,-13-19 0,-3 1-519,-5 5 0,-4 0 510,-5 4 1,-4-1 16,-4 0 0,-3 0-179,-1-3 1,-1-1 170,2-5 0,1-3 2,-8 12 1,12-4 16,24-26-10,16-1-12,27-22-12,-13 1 1,2-3-50,7-4 0,3-2 2,4-3 0,2-1-8,1-2 0,0-1 0,-2-2 0,-1-1-23,-3-2 0,-2-1 20,-5-2 0,-4-1 64,-6-3 1,-5 0 10,-8 8 1,-5-2 44,-10-19 1,-10-1-15,-7 14 1,-6 1 10,-10-16 1,-6 2-1,-4 13 1,-4 7 2,-4 5 1,-3 7-4,-1 4 1,-2 7-17,-3 8 0,0 7-11,16 1 1,-1 2 0,1 3-523,-4 4 0,1 3 1,-1 2 516,-3 4 0,0 3 0,2-1-8,8-5 1,1 1-1,0 3 2,0 3 1,-1 4 0,2 1 0,4-1-10,-8 15 0,6 2 0,4-5 0,0 4 0,8-1-506,8 10 0,11-2 470,12-3 0,10-4-12,11-2 0,10-6 35,-4-15 0,5-4 0,4-3-466,8-2 0,4-4 1,3-2 461,-10-5 0,3-2 0,0-2 0,2-1-275,2-3 0,2-2 0,0-2 0,-1-2 308,1-1 1,0-2 0,-1-2 0,-1-2 1,-3-1 0,-1-3 1,-1 0-1,-2-3 131,9-7 0,-3-2 0,-5-3-97,-8 0 1,-4-2-1,-6-3-17,-7 1 1,-5-2-1,-5-2 1,-1-21 1,-10-1-32,-7 19 1,-5-1 0,-3 2-18,-3-2 1,-4 1 0,-4 2-43,-3 1 0,-4 1 0,-6 5-1164,-14 0 1,-7 4 0,1 4 1086,9 8 0,1 3 0,0 2 0,-18-3 0,5 7 0,5 9 1</inkml:trace>
  <inkml:trace contextRef="#ctx0" brushRef="#br0" timeOffset="118923">11113 3220 16802,'-61'9'60,"0"0"1,0 0-1,12-1 1,2 0 0,5 0 51,-8-1 0,18 1 1130,30-2-979,31-10 1,19-6-136,-3 3 1,5 0 0,5-1-841,-2 1 0,5 0 1,3-1-1,2 0 0,-2 0 718,-1 1 1,2 0 0,-1 1 0,1-1 0,0 1-165,-9 0 1,0 1-1,0 0 1,1-1-1,-1 1 1,1 0 148,1 1 1,0-1-1,1 1 1,-1-1 0,-1 1-1,-2 0-285,1 0 0,-2 1 1,-1-1-1,1 1 1,1 0 276,8-1 0,1 0 0,2 0 0,0 0 1,0 1-179,-6 0 1,3 1 0,0 0 0,-1 0 0,-4 0 0,-3 0 1,14-1 1,-5 1-1,0 1-33,-8 0 1,3 0 0,-5 0 0,-15 2 23,-11 2 331,-45 5-76,-14-2 0,-12 0 15,2-1 1,-7 1 0,-4 0 0,0-1-68,-1 1 1,-1-1-1,-1 0 1,-4 1-40,10-1 1,-3-1-1,-2 1 1,1 0 0,0 0-1,4-1 50,-10 1 1,4-1 0,0 1 0,-6 0 32,12-1 1,-5 1-1,-3 0 1,-1 0 0,2 0-1,3 0 1,5-1-31,-4 1 0,7-1 0,-1 0 0,-6 0 42,-2 1 1,-6 1 0,-4 0 0,0 0 0,3 0 0,5-1-219,-5 1 1,4 0 0,2-1 0,1 0 221,4 0 1,0 0 0,2 0-1,2 0 222,-7 0 0,2 0 0,9-1-36,-5 0 1351,56-7-1506,26-6 0,12-1-61,15-1 0,4-1 448,-16 3 0,2 0 1,5 0-491,-2 2 1,7 0 0,3 0 0,-3 1 0,-5 0 73,4 1 1,-6 0 0,7 0-106,-9 1 0,5 0 0,4-1 0,2 1 0,-1 0 0,-1 1-17,1 0 0,0 1 0,1 1 1,-1-1-1,-2 1 0,-2-1-403,9 0 0,-3 0 0,-1 0 0,4 0 448,-9 1 0,6 0 0,0 0 0,-1 0 0,-5 1 0,-8-1-53,16 0 0,-8 0 9,-1 0 0,-7 0 75,-1-2 8,-72 2 0,-16 0-11,12 0 0,-6 1-199,-7-1 1,-10 1 0,-5 0-1,1 0 1,5 0 210,-2 1 0,5 0 1,-8 0 10,4 0 0,-5 1 1,-5-1-1,-2 1 0,0 0 1,1 0 46,8 0 1,0 1 0,-1 0-1,0 0 1,0 0 0,0 0 0,0 0 26,0 0 0,1 0 0,-1 0 0,0 0 1,0 0-1,1 0 0,0 0 41,-8 1 1,0-1 0,0 1 0,2-1 0,2 1 0,2-1-6,-9 0 0,2 0 0,6 0 0,11 0-9,-12 0-65,14-2 58,79-5 1,25-1-33,-12-1 0,5 0 0,3-1-16,1 0 1,4 0 0,3 0-1,5-1-63,-16 3 1,4-1 0,1 0 0,3 1 0,0-1 0,-1 1 0,-1-1-17,-3 1 0,0 1 0,0-1 0,0 0 0,0 1 0,-1-1 0,1 1-4,0 0 0,1 0 0,-1 0 0,0 0 0,1 0 0,-2 0 0,1 1-115,7-1 0,0 0 1,0 0-1,-2 1 0,0 0 1,-3 0-101,-1 0 1,-3 1 0,0 0 0,-1 0 0,3-1 126,-2 1 1,3 0 0,1 0 0,-1 1 0,-4-1 0,-3 0 0,13 0 0,-6 0 0,-3 1 0,9 0 0,-1 0 0</inkml:trace>
  <inkml:trace contextRef="#ctx0" brushRef="#br0" timeOffset="120866">14933 2556 19473,'50'-1'39,"0"-1"1,0 0 0,0 1 0,4-1 0,3 1 0,2-1 0,-3 1 0,-5 0-63,8 0 1,-5 1 0,1-1-830,-5 0 0,2 1 0,0-1 0,-2 0 839,11 0 0,-2 1 0,-4-1 16,2 0 0,-4-1 585,3 1 1,-4-3-393,-3-9 365,-39 1-353,-54-12-1,11 12 0,-3 0-251,-13-5 1,-3 0 418,-2-2 1,-2-1 10,15 4 1,0-2 0,3 2-51,-6-4 0,3 0 634,6 2 0,4 0-595,2-5-190,21 8-163,1 2-83,16 4 38,13 5 875,8 2-869,32 5 17,-27-1 0,2 1-476,13 1 0,4 2 479,-8 0 1,2 2 0,-1 0-21,13 4 0,-2 3-6,-16-2 1,0 2 0,-5 1-37,-4 1 0,-7 3-187,-6 10 0,-10 4-1326,-19 1 1,-8 1 1571,-4 7 0,-1-2 0,1-11 0,0-3 0,-12 8 0</inkml:trace>
  <inkml:trace contextRef="#ctx0" brushRef="#br0" timeOffset="128010">5880 1008 32566,'7'-62'-346,"0"0"1,-2 8 0,0 10 1582,-2 13-1237,-5 18-1157,1 15 1065,0 32-530,1 17 356,0-9 1,1 4-1298,-1 2 1,1 1 1193,0 4 1,1 0 30,-1-1 0,1-1 65,-2-13 0,1 0 152,0 6 1,0-4-683,0-1 715,0 3 59,-3-32-43,-1-14 9,-5-16-19,-4-31-109,2 8 181,2-7 0,2-4-47,3 15 0,2-2 9,-1 1 0,1-4 0,1 0-9,2-15 0,2 0-21,1 1 1,2 2 84,2 5 1,1 3 3,1 10 1,1 4-107,15-15 16,7 21-5,6 16 34,7 15-40,3 14-406,-1 18 485,-26-10 0,-2 3 19,-2 4 1,-3 1-4,4 23-1453,-20-7 1,-8-1 1464,-7-4 2,-9-1 1,-6-2 121,3-22 1,-3-5-123,-7 5 1,-2-2 16,-3-5 1,1-4-15,-11 1-33,8-10-482,35-23-1618,21-8-7249,23-20 9360,-10 29 0,1 3 0,13-8 0,-14 14 0</inkml:trace>
  <inkml:trace contextRef="#ctx0" brushRef="#br0" timeOffset="128669">6562 688 22946,'38'4'13,"0"-1"0,3 4 0,0 4-22,4 10 1,-1 4-681,-2 2 1,-2 2 679,-7 0 1,-4 2 13,-8-1 1,-7 2 348,-8 24-309,-29-7 5,-21-13 23,-11-14 50,0-11 288,8-15-181,12-18-191,18 1 28,11-17-17,19 8-33,14-8-34,19 0 11,-16 19 1,1 3 92,4 0 0,0 2-101,2 2 0,1 1 11,-1 2 1,0 2-10,-3 2 1,-1 1 67,21-1-90,-17 4 40,-19 2 50,-13 5-6,-10 6-16,-8 9 478,-4 7-507,1 5-10,5-5 10,9 19 18,13-15-12,13 13 11,12-15 1,9-8 27,2-9 73,-1-7 73,-6-13 45,-8-10 17,-12-15 5,-9-10-5,-17-7-79,-10-3-55,-13 0-281,-6 5 281,1 7-12,4 9-79,8 11-89,7 10-17,8 8 6,2 15-140,2 12-309,3 17-693,6 12-4,1-23 0,1 1-935,4 1 0,4 0 2078,5 2 0,1-3 0,3 5 0,2-8 0</inkml:trace>
  <inkml:trace contextRef="#ctx0" brushRef="#br0" timeOffset="129004">7700 1029 20206,'2'-47'1206,"1"-1"0,-1 5 1,-1 10-1017,1 20-190,-1 8-51,4 12 94,5 9-43,8 16 22,5 10-8,-5-9 0,0 1-3,9 14 7,-11-19 1,0-3 76,-1-6 107,-5-10-73,-3-12-3437,1-20 3347,-2 3 62,6-25 5,0 8 28,9-22-100,-6 20-6,7-7-28,-9 27-56,3 1-112,0 9-252,3 8 2720,5 10-4703,6 8-3383,4 10 5786,-3-3 0,-16-11 0,-10-9 0</inkml:trace>
  <inkml:trace contextRef="#ctx0" brushRef="#br0" timeOffset="129171">8383 995 25040,'-26'-19'-201,"5"-1"66,22 55-548,6-6-1580,4 3-5780,6 8 8043,-2-9 0,-6-12 0,-5-9 0</inkml:trace>
  <inkml:trace contextRef="#ctx0" brushRef="#br0" timeOffset="129338">8472 842 15933,'-3'-4'4766,"1"1"-8373,2 3 3607,-18-11 0,14 9 0,-14-10 0</inkml:trace>
  <inkml:trace contextRef="#ctx0" brushRef="#br0" timeOffset="130368">9003 960 24148,'-40'-18'49,"0"0"0,0 0 0,-6-9 0,4 11-27,4 28 0,3 11-28,7 0 1,3 1 16,-17 15-5,18-10 0,5 1 648,7 3-677,4 5 273,15-9-217,21-12 18,9-13-29,6-10-11,-3-10 42,-9-5 1,1-4-313,-6 1 1,0-3 297,2-5 1,1-5-1,-3 3 141,-3 0 1,-3-2-137,-1-6 1,0-4 0,-3 3-753,-4 5 0,-1 2 730,2-10 1,0 2 156,-3-14 29,-6 30-63,-6 3 528,-1 12-651,-1 12-22,-3 12-28,1 3 6,-2 23 0,1 7-1,2 17 418,2-5 0,4 1-490,5-14 0,5-3-309,9 9 1,5-1-4,-3-10 1,2-1-84,6 0 0,0-3 65,6-2 145,-5-13 56,-4-14 280,-6-17 11,2-3-11,-11-9 112,-4-2 855,-2 4-592,-1-3 123,-1 5 141,-4 5-493,-4 9-152,0 3 6,-4 5-39,0 5-6,1 4 12,1 12-23,11-4 11,8 4 6,5-11 5,13-6 12,-2-5 38,18-17 7,-11-6-12,2-17-39,-19 7 34,-5-10 66,-9-3-88,-3 9 55,-14-12-17,-2 27-22,-6-1 45,-4 12-17,-4 8-73,1 7-22,-5 11 17,11 13-6,3 11-12,7 9 1,12 8-266,15 1 271,-2-29 0,4-2-2,3-2 0,2-3 2,28 15 0,-8-15 6,10-9 28,3-16-11,-11-3-9,-10-8 1,-2-4 13,1-16-5,-10 8 0,-1-2 11,11-23 6,-2 1-6,-4 7 5,-1 10-22,-4 9-11,-8 12 239,1 6-217,4 19-11,4 8 6,6 23-62,-6 14-507,-7-7-104,-12-13 1,-1 1 655,-2 1 0,-1-2 0,-1 14 0,0-3 0</inkml:trace>
  <inkml:trace contextRef="#ctx0" brushRef="#br0" timeOffset="134093">11241 798 4823,'-45'4'659,"0"0"0,6-1 0,10 0 2136,19 0-2627,9-2 1874,1 1-1560,1-1 618,4 2-1195,2-1-350,18 4 445,-5-2 0,2 0 0,-10-1 0</inkml:trace>
  <inkml:trace contextRef="#ctx0" brushRef="#br0" timeOffset="134861">10833 1045 25085,'-40'-1'1426,"1"-1"0,-22-1-1690,59 1-638,13 1 1172,17 0-682,25 1 81,3 0-729,5 0 0,4-1 484,-15 1 0,2-1 341,9-2 1,5 0-1,-6 0-142,-12 0 1,-2-1 225,9-1 1,-7-2-558,-20-6 394,-13-3-62,-11-10 331,-25-6 38,-23-4 24,12 17 1,-3 1-234,-4 0 1,-2 1 363,-2 1 1,0 1 47,3 1 1,1 1 645,5 2 0,2 0-405,-17-5-106,18 4-163,16 6-129,9 3-34,9 2 745,11 1-739,16 1 23,21 5-32,-18 0 1,2 2-198,5 3 0,-1 2 195,2 3 0,-1 2-11,-1 3 0,-2 3-6,-4 1 0,-4 2-20,-4 2 1,-4 0-9,5 17-104,-20-13 0,-7-1-579,-17 10-872,0-11 1,-4-1 956,-3-8 0,0-3 0,-11 6 0,12-10 0</inkml:trace>
  <inkml:trace contextRef="#ctx0" brushRef="#br0" timeOffset="136336">4789 1138 23408,'1'-10'953,"7"-26"1,1-2-490,-2 13 151,3-15 0,-1 2-1044,-6 28-153,-4 9 290,-7 26 22,-2 6-713,-4 13 638,3-8 0,0 2-110,3-5 0,-1 1-254,-2 15 0,0 0 335,6-10 0,2-2-249,3 26-31,9-16 292,2-22-3031,12-20 3317,-10-12 1,15-22 87,-3-25 6,-13 24 1,-2-3 36,1-19 1,-4-2-3,-6 11 0,-2 1-6,0 0 0,-3 0 37,-3 2 0,-3 1 123,-11-20-87,7 25 1,-2 2 69,-19-21-100,-4 18-62,9 16-12,-15 17-32,11 21 30,9-1 0,0 3 2,-9 24 1,12-8 0,2 4 1353,4-3 1,2 4-1368,1 0 1,1 4 0,2 0-589,-1 14 0,3 0 566,4-14 0,3 1 1,2-3-19,7 10 1,4-4-15,7-2 1,5-4-6,5-4 0,6-6 45,6-4 0,4-6-1154,6-5 0,1-7 1190,-7-4 0,-2-5 6,0-4 0,0-6-165,10-13 0,0-10 360,-3-8 1,-2-4-175,-14 17 1,0-1-1,-3-4-88,2-14 0,-3-5 1,-7 1 141,-6 1 1,-4-2-55,-1 2 0,0-3 0,-3 3-15,-3-2 0,-5 0 20,-6 3 1,-4-2 0,0 5-38,-1 8 0,-2 2-2,-4-4 1,-5-4 0,-1 6 151,-5 6 0,-4 4-431,-16-6 0,-2 4 42,15 9 1,0 4 486,-12 1 1,1 6-269,-12 18 0,17-8 0,8 10 0</inkml:trace>
  <inkml:trace contextRef="#ctx0" brushRef="#br0" timeOffset="137997">2184 5257 9761,'-4'-4'5052,"1"0"-3344,3 4-162,-13-84-515,17 40-1042,-8-11 1,6 0 425,23 8-152,7 6-43,10 6-153,4 8-28,2 11-44,-2 11 10,-3 20 12,-8 16-22,-8 21 2,-18-8 0,-5 1-180,-2-12 0,-3 0 191,-7 19 1,-6 0-411,-3-15 1,-3-1 403,-6 9 1,-2 0 8,-3-3 1,-1-1 7,2-3 1,-1-1-27,3-5 1,2-2 56,-13 20 48,15-14-64,14-11 497,13-10-430,11-6 829,12-6-891,15-10-61,17-6-550,-21 2 1,3-2 355,6-1 0,3-2-141,-5 2 1,4-1 0,-3 0-37,4 0 1,0-1-598,-3 0 1,4 0 0,-5 0-1792,-2-1 0,-2 1 2781,3-2 0,-2 1 0,6-5 0,-25 10 0</inkml:trace>
  <inkml:trace contextRef="#ctx0" brushRef="#br0" timeOffset="138392">2835 4853 11175,'-49'-26'852,"1"0"0,-1-1 0,1 1 0,-11-4 1,1 2-1,2 7-639,-5 9 0,1 8-483,16 4 1,0 2 0,1 3 619,-14 4 0,1 4-164,10-1 1,-2 1 0,0 7-8,4 4 0,-1 6 0,1 3 1,4-1-104,-1 5 1,4 1-1,0 1-888,-3 7 0,1 1 1,7 0 841,7 5 1,8 0 11,5 3 0,4 2 34,3 2 1,4 3-55,2-12 0,3 2 1,4 0-3,9 5 1,6 0-1,4-3-16,1-10 0,4-3 0,2-1-6,-1-2 0,3-1 0,3-5 0,9-7 0,4-5 0,0-4 13,-3-5 1,0-4-1,4-2-3,6-2 1,5-3-1,2-1 1,-2-3-356,-8-3 1,0-1-1,-1-2 1,-1-1 361,-1 1 0,1-1 1,-2-3-1,-2-2 24,-4-3 0,-1-2 1,-3-2-1,-3-2-58,1-2 0,-4-3 1,0-2 117,6-6 0,0-3 0,-5-2 253,-6 0 0,-3-1 0,-5-4-319,-4-10 1,-5-4 0,-6 1-32,-5 7 0,-4 1 0,-3 1-1,0 0 1,-1 0 0,-6 3 0,-7 2 0,-6 3 0,-2 4-22,-12-5 1,-6 4-39,7 9 0,-3 1 0,-5 4-275,-12 3 1,-6 5 0,4 3-1,16 4 1,2 2 0,-4 4 332,-5 3 0,-5 4 0,3 2 0,9-1 0,-14 2 0,15 4 0,0-1 0</inkml:trace>
  <inkml:trace contextRef="#ctx0" brushRef="#br0" timeOffset="139247">11543 4061 11631,'-1'-3'5506,"0"0"-1960,1 3-3446,-2-42 52,12 29-52,8-30-16,18 43-5,13 10-18,8 10-44,-26-5 0,-1 2-209,1 2 1,-2 2 188,-3 1 1,-2 1 108,11 23 163,-20-1 11,-29-7-72,-28-6-119,9-19 1,-5-2-305,-7-1 1,-3-1 253,-4-2 0,-2-2-410,-1-1 1,0-1 359,2-2 0,2-2-96,8-3 1,3-1-552,-18-12-3470,29-11 3395,25-1 0,6 8 1,5 9-1</inkml:trace>
  <inkml:trace contextRef="#ctx0" brushRef="#br0" timeOffset="139864">11326 3851 21511,'-26'-51'151,"0"1"1,-1 5-1,14 10-112,45 20-11,1 7 6,15 1-6,3 4-28,9 14 0,-20-2 0,11 19 17,-23 0-4240,6 21 4234,-16-14-671,-12-2 1,-6-1 692,-7-3 46,-17 26 16,-3-23 6,-6 5 5,2-8 258,4-9 2252,9-9-2471,6-5 3466,5-8-3421,3-9-195,4-1-1,3-4 17,10 3-16,0 6-7,14-5-4,5 7 10,15 1 9,-11 5 0,2 4-588,-2 1 1,-1 1 587,0 1 0,0 2-306,-3 4 0,-3 3 280,8 14 23,-5 13 34,-35 10 22,-29-9-212,-15-6 181,9-22 0,-4-4 272,4-3 0,-1-2-281,-11 1 1,-2-1-3,-8-1 0,1-4-45,13-4 1,2-3-273,1-2 1,4-2 77,6-10-6451,23-16 5889,20 7 1,-3 3 0,4 8-1</inkml:trace>
  <inkml:trace contextRef="#ctx0" brushRef="#br0" timeOffset="140563">11353 3847 19899,'-20'-32'422,"-1"-1"1,-5-20-316,46 44 100,10 0 62,12 3-191,4 2-28,14 10-958,-6 8 914,-9 5-6,-16-4 0,0 3 11,2 6 0,-1 2-16,17 15 44,-16-3 0,-8 2 80,-14 4-27,-10-11 1,-5-2-28,-16 6 30,-10-11 1,-5-3 50,-18 7-200,15-9 1,-1-2 350,-14 1 62,14-8 489,17-9-478,7-14-174,13-10-174,0-2 317,9-9-283,3 13-8,0 0 19,4-1 267,-6 12-350,10-2 4,-4 8 46,10 0-28,3 5-29,6 2 18,-3 2 5,22 9 0,-12 0-6,14 9 12,-14-1-6,-10 0 16,-10 0 80,-9-1 38,-10-2-33,-12-2-12,-11-3-61,-16-3-61,-9-3-275,-10-4-649,27-4 1,-1-2 956,-5-1 0,2-1 0,-5 1 0,4-2 0</inkml:trace>
  <inkml:trace contextRef="#ctx0" brushRef="#br0" timeOffset="144631">2503 8497 8198,'-53'11'2149,"1"1"1,0 0-1,-13 2 1,13-3-1725,29-6-156,34-7 224,26-4-283,-2 1 0,5-1-1065,13-1 0,6-1 886,-12 2 1,2 1 0,2-1-19,5 0 0,2 0 0,1 0-510,4 1 0,0-1 0,1 0 463,-14 1 1,-1 1-1,1-1 1,0 0 9,1 0 0,-1 0 0,0-1 1,0 0-12,-1 0 0,1-1 0,-1 0 0,0 0-33,13-4 1,-1-1 0,-1-1 39,-4 0 0,-2 0 0,-3-2-79,-8 1 1,-1 0 0,-4-2 285,4-4 0,-7-2 118,-4-18-56,-48 1-90,-5 18 1,-6 2 436,-9-2 1,-4 2-284,-4-1 0,-1 2 93,-1 0 0,0 2-37,5 1 0,2 1-84,8 2 1,2 0 2045,-8-4-2245,20 6 574,12 6-680,12 3 28,13 5 11,20 6-22,21 10-10,-23-6 1,1 2 0,4 2 0,0 2-427,0 3 1,0 2 278,-2 2 0,-3 1-244,-3 2 0,-5 3-616,-5 0 1,-5 1-1876,-8 3 0,-5-1 2903,-6-3 0,-3-2 0,-4 9 0,-1-17 0</inkml:trace>
  <inkml:trace contextRef="#ctx0" brushRef="#br0" timeOffset="147023">6779 8214 12567,'0'-10'2556,"-3"-25"1,-4-6-674,-7 4-1547,6-4 0,-5 2 784,-29 6-756,4 23-140,-21 3-118,6 22-78,12 4-8,13 7 0,2 5 8,-2 20-25,10-20 0,3 2 8,8 8 0,7 0-22,17 14 11,0-16 0,5-3-483,22 4 489,6-18 0,5-6-493,-12-8 1,2-2 476,-1-1 1,2-1 0,0-2-967,13-7 0,-4-3 990,-11 2 0,-1-4 8,4-5 1,-3-5-46,-10-2 0,-3-2 132,-1 1 0,-3-2 36,-5-2 1,-5-1 486,-8-12-447,-18 8 653,-5 12-698,-29 8-112,16 12 0,-9 13 0,2 5-28,8 5 14,2 6 0,5 1-3,12-2 2219,8 21-2208,27-5-16,12-3-131,-10-21 1,4-4 135,-2-7 1,-1-3-18,20-1 118,10-19 0,-29-8-17,6-18 6,-23-6 5,-11-2 34,-13 0-44,-12 6-63,-2 13 74,-23-1-57,11 20-11,-14-1 529,13 16-585,8 8 6,7 8-28,9 8-6,8 5-61,12 3-191,9 2 39,4-9-453,17 4-454,12-11 677,3-6 320,6-13 196,-20-20 107,-9-14 156,-8-8 118,-9-6 39,-5-2 17,-3 2-56,2 3-235,0 11 66,5 3-105,4 11-102,2 4-16,5 13-39,-2 16 27,2 15-5,-2 13-5,-5 8-230,-6 5 257,-5-1-33,-2-6 11,-1-12 73,0-16 50,5-16-44,7-21-18,9-15-10,7-15 49,2-4-44,-7 10 342,2 0-337,-13 24-66,4-2 16,-4 19 11,3 7-27,0 3 38,23 14 23,-2-8-34,-8-5 1,2-2-9,-1-4 0,1-3-367,3-2 1,1-3 363,1-4 0,0-2 6,-1-4 0,-2-3-218,-3-4 0,-3-3 251,-5-4 1,-4-3-1,-5-4 1,-4-2 10,-4-4 1,-4-2 2,-5-2 1,-2 0-1,-3 0 1,-2 1 16,-3 3 0,-2 1 39,2 6 1,0 2 154,-10-13-79,7 17-163,7 13-55,6 13 720,2 15-687,3 22-6,0 22-170,1-21 1,0 1 147,0 3 0,1 2-64,2 1 0,1 0-199,4 0 0,1-1-146,4 0 0,2-3-283,3-2 1,3-4-894,0-5 0,2-4-6794,19 8 8396,-12-19 0,-19-14 0,-9-3 0</inkml:trace>
  <inkml:trace contextRef="#ctx0" brushRef="#br0" timeOffset="148107">8398 8254 15972,'-50'-30'2108,"0"0"0,3 1 0,9 4-1329,24 8-522,5 0-240,11 5-28,29 0-101,13 7-37,-8 2 1,2 1-416,2 1 0,1 1 26,2 1 0,1 0-185,0 1 1,0 0-160,-3 0 0,0 0-1340,2-1 1,-2 0 2333,10-1 582,-2-4 510,-36-2 141,-4-2 150,-12-2 130,-6 0-740,-2 2 3101,-1 3-3600,1 2-224,2 2-94,3 2-35,2 4 12,3 3 28,9 4 5,6-1-5,14-1-16,9-5 4,6-5 12,-1-8 28,-8-6 33,-10-9-5,-12-4-17,-13-3 22,-12 0 34,-11 0 40,-5 5-18,-1 6-56,5 8-94,5 5-68,4 9 22,1 12 0,0 12-10,2 15-1703,9-9 1,2 0 1690,4 17-258,4-12 1,6 0-214,18 12 151,-7-20 1,3-1-70,5-3 0,2-4-115,4-5 0,2-4-62,13-4 1,-1-6 539,-15-2 1,-1-3 8,14-6 0,-2-4 102,5-18 122,-18 6 0,-2-4 42,-9 4 0,-2 0 76,12-23 342,-19 9-57,-10 14-173,-8-1-157,-7 10 3094,-8 8-3268,-10 17 517,9-1-561,-11 21-23,10-2-16,-6 11-35,0 2 23,-1 1 17,-2-7 39,3-12 40,3-12-28,7-23-1,5-17 90,7-29-73,6 14 85,7-17-24,4 31-21,3 0-34,1 13-17,7 15-45,-6 8 0,14 18-17,-5 8 18,11 11-24,2 3-303,8-4 309,-20-24 1,2-1 8,4-3 0,2-3 2,4-2 1,0-3-1,2-4 1,0-4 16,-1-4 1,-1-4-15,-2-4 1,-3-5-12,-4-3 0,-3-6 17,-4-13 0,-6-4-337,-5 13 0,-4-2 334,-2-18 1,-6-2 24,-3 19 1,-3 0 83,-3-13 0,-1 0-30,-6-12 69,3 21 1,0 4-20,3 9 140,-3-13-134,9 27-101,1 2-45,2 17 284,1 17-290,0 7 6,2 29-3,0-28 0,1 2 56,1 11 0,1 2-62,2 1 1,1 2-82,6 10 1,1-1 16,-5-18 1,2-2-217,5 15 1,1-3-720,4 7-1227,-4-23 0,1-1-2918,7 3 4350,7-9 0,-22-24 0,-1-3 0</inkml:trace>
  <inkml:trace contextRef="#ctx0" brushRef="#br0" timeOffset="148275">9873 7988 25169,'46'-33'-88,"0"0"0,-8 4 1,2 6-594,2 18 1,1 7-735,20-2 0,-30 1 0,-9 0 0</inkml:trace>
  <inkml:trace contextRef="#ctx0" brushRef="#br0" timeOffset="149048">11909 8225 20270,'-10'-48'967,"0"1"1,0 0 0,-3-14 0,-2 10-532,-4 17-46,4 20-379,6 19 117,4 21-117,2 28-11,2-14 0,2 4-702,1 11 1,1 3 691,-1-14 1,1 1 0,0 1-38,1 4 0,0 0 1,1 0-27,-1 0 0,1 0 1,0-1-7,0-4 1,0 0-1,1-2-190,1 11 0,1-4 204,-3-12 1,0-5 2,-1 5-179,-20-24 107,-4-30 72,-14-20 65,18 6 0,2-5 376,-2-8 1,2-3-372,-1-9 1,2-2-350,4 13 1,0-2-1,1 0 358,-1-4 0,1-1 0,0-1 18,0-1 1,0 0-1,1 0 17,1 1 0,1 0 1,1 0-7,0 4 1,2 0 0,1 3-22,0-6 0,4 2 17,9-10 0,5 5-329,0 23 0,3 2 287,11-9 0,4 4-6,1 15 1,3 6-1,4 4 1,0 4-7,-7 2 1,1 5-20,17 10 1,0 7 4,-19 1 1,-1 5-14,13 10 0,-4 6 11,-17-2 0,-8 3 14,-8-1 0,-10 0 22,-12-1 1,-8-4-121,0-9 0,-5-3 131,-29 5 1,-5-6 8,17-11 0,0-2-4,-17 4 1,1-4-11,19-8 0,4-5-25,-16-9 1123,22-13-2394,22-11-2202,25-6-4492,21-6 7968,-7 23 0,1 1 1,5-3-1,0 5 1</inkml:trace>
  <inkml:trace contextRef="#ctx0" brushRef="#br0" timeOffset="149982">12427 7646 20442,'43'-17'599,"1"0"1,-4 1-1,-5 7-414,-10 17-101,7 11-62,11 15-784,-17-12 1,1 2 761,3 3 0,0 3-14,-1-1 0,-1 3 22,-4 3 0,-3 1 54,3 9 630,-21 6-423,-25-29-22,-16 1 83,-11-10 368,3-7-171,11-8-203,16-3-228,14-5 793,16-3-867,14-4 6,18-3 6,-1 4-9,-3 3 0,2 1-14,4 0-5,7-3 0,1 0 5,4-1 5,-17 3 1,-2 1 158,2-4 172,-16 6-90,-15 4-184,-6 5-50,-6 2-7,-5 9-27,-5 9 0,-3 14 11,4 7-6,8 5-5,17 1 34,13 0-18,20-2-306,-2-11 323,-3-12 1,1-3 39,10-2-29,-17-6 1,-2-5 61,-2-18-11,-16-16 6,-11-17-6,-13-14-429,0 25 0,-1 0 356,-5-3 1,-2 1 7,0 0 1,-2 2-72,0 3 0,-2 3 97,-21-17 235,2 19-280,4 14-6,6 13 1,7 14 714,7 11-804,5 16-174,10 8-286,14 6-496,15 0 435,-7-28 0,5-2-230,3-1 1,2-3-318,3-3 1,0-3 30,-2-3 1,-1-4-235,24-3 1148,-13-17 856,-10-12 796,-10-13 638,-9-9-27,-8-5-505,-3 3-476,-4 7-285,-1 10-275,-1 12-4,0 9-500,1 5-22,3 10 33,6 13-28,8 14-11,8 15 28,8 5-9,-12-25 1,1-2-3,1 1 0,2-2 0,2-2 0,0-2-1,23 13 35,-6-13-12,-11-12 6,-10-16 5,-7-13-16,-1-24 11,-5 10 11,0-23-12,-5 18-10,2-16-45,-1 20-224,4 2-421,1 23-789,7 3-2935,11 11 4408,18 12 0,-18-7 0,3 5 0</inkml:trace>
  <inkml:trace contextRef="#ctx0" brushRef="#br0" timeOffset="150189">14476 7834 21646,'-3'-4'4375,"0"0"-3815,3 4-616,-17-39 39,15 47 11,-12-19-55,22 60-202,3 7-404,5 0-952,5-3-4049,3-6 5668,-3-14 0,-8-14 0,-7-12 0</inkml:trace>
  <inkml:trace contextRef="#ctx0" brushRef="#br0" timeOffset="150339">14618 7581 10819,'0'0'0</inkml:trace>
  <inkml:trace contextRef="#ctx0" brushRef="#br0" timeOffset="151839">15100 7765 14785,'0'-4'7517,"0"0"-5736,0 4-1137,-22-71-387,11 48-78,-5-18 1,-4 4-1,-7 29-27,-15 10-102,8 10 0,-2 6-33,5 3 0,1 3-408,-6 12 1,4 3 392,12-10 1,5 2-1564,3 20 0,6 0 1572,9 1 0,16 3 1,10-2-32,-3-28 0,5-3 50,12 7 1,2-4 11,-7-16 0,-2-6-201,16-9 178,-24-9 1,-3-6 53,12-29-37,-16 14 0,-2-7-318,-7 2 0,-2-5 0,-1 3 302,1-5 0,-3-1-6,-2 0 1,0-5 0,-2 4 1137,-2 0 1,0 2-1033,0-15 1,-2 0-12,-1 18 0,-1 3-14,1 7 1,-1 3 229,-7-2-27,5 22-248,-1 1 2108,4 10-2153,2 16 18,3 13-35,4 25 1,2-3-89,0-11 0,1 3 24,0-4 0,2 1-499,5 12 0,3 2 286,2-1 1,4-1-92,-3-15 1,2 0 0,-1-3 116,2 1 0,1-4-793,15 6 1,-2-8 393,-8-14-251,21-4 482,-30-26 599,5-29 45,-13 6 112,-6 6 0,-3-1 543,1-9 1118,0-8-1219,-2 18-162,-11 11-521,1 14 770,-7 7-758,-3 18-68,8-7-12,-3 21 18,18-10 5,8 5-22,5-6 11,15-3 34,7-12-18,-6-3 152,17-23-78,-30-5-73,3-9 8,-20 3 0,-7-1 59,-15-12-11,-6-14 17,-12 29-74,9 20 57,-8 8-67,10 12-34,-2 3 28,3 22-31,8-7 0,2 4 0,-2 3 1,2 1 2,-1 0 0,1 2 2,4 12 1,5 0-742,7-16 0,2-1 739,-1 8 0,5 0 8,15 0 1,6-5 8,-7-15 0,2-3-6,12 7 0,3-5 11,-6-14 1,0-7 2,2-6 0,0-5 0,1-5 1,-1-5-334,1-3 1,-2-5 332,-3-2 0,-2-3 6,-3-2 0,-4 0-12,-6 7 1,-4-1-146,1-10 1,-4 1 181,-4-11 526,-3 17 1,-1 1-483,-4-9-27,0 14 73,-1 2 730,-1 12-764,1 1 414,-2 4-515,2 5 186,-1 2-208,-1 2-23,-5 0 46,-7 3 10,-6 1-22,-2 1 17,3 1-23,8-4 29,2 0-18,6-2-5,1 1-5,2-1 5,8 1 5,5 2-16,3 1 17,18 8-12,-5-2-22,15 4 11,-2-3 6,-8-4 0,15-3 61,-18-10-61,9-5 5,-15-11 51,-10-7-45,-6-6-5,-6-2 33,-5 1-6,-2 5 12,-3 4-6,2 7-6,1 6-11,2 4-11,1 5 0,1 3-117,1 2 77,-3 2 52,0 4-7,-1 3 1,2 3 5,1 1-17,6 2-5,3 5 39,8 6-39,6 9-34,2 10-28,0 11-444,-13-23 0,-2 0 237,-2 4 0,-2 1-294,-4 2 0,-3 1-768,-3 2 1,-1 1 1341,-3 5 0,0-2 0,-3 5 0,4-6 0</inkml:trace>
  <inkml:trace contextRef="#ctx0" brushRef="#br0" timeOffset="152772">2765 10325 16732,'-61'11'359,"0"0"1,0 0 0,11-2-1,1-1 1,7 0-63,-19 7 832,45-9-429,38-2-297,39-9-305,-11 1 0,3-2-748,-4-1 0,4 0 673,-7 0 1,6-1 0,2 0 0,-3 0-508,1 0 0,-2 0 0,4-1 489,1 0 1,3 0 0,1-1 0,-3 1-3,4-2 1,-2 1 0,-2-1 7,-5 1 1,-1 0-1,-2-1 22,12-4 0,-5-1 93,-15 1 0,-7-3 138,0-17-63,-43-5-5,-36-1 100,12 19 0,-4 1-11,-4 0 1,-2 0-15,3 2 1,1 1 944,6 1 0,3 1-908,-12-8 162,22 9-448,14 9-22,14 3 0,3 6 0,37 15-45,2 10-8,-10-4 1,2 5-77,-2 4 0,-3 2-17,-5-6 1,-3 4-527,4 13 0,-5 5-4244,-12 7 1,-4 0 4126,0-13 0,-2-2 1,-5 3-1,-4-8 0,-3-23 1</inkml:trace>
  <inkml:trace contextRef="#ctx0" brushRef="#br0" timeOffset="155205">7049 10265 17378,'-16'-46'1441,"0"-1"0,0 5 1,-5 9-977,-25 10-173,-10 14-119,-6 19-348,31 1 0,2 4 175,0 6 0,4 4-3,2 4 0,4 3-364,4 4 0,4 1 367,2 2 0,5 1-9,5 0 1,5 0-14,10 5 0,4-3 5,-4-14 0,3-2-34,15 7 1,6-7 2,-6-12 1,2-5-12,13 2 0,4-3-486,3-5 0,1-4 536,2-5 1,-1-4 56,-3-3 0,-2-4-156,-6-3 1,-4-2 280,-7-1 1,-5-1 66,-8 1 1,-3-1 424,1-20 69,-15-4-499,-8 19 719,-6 1-786,-1 21 1165,-5 8-1311,-7 16-2878,-13 30 2856,8-7 0,9-6 0,3 2-136,5 8 131,10 9-12,17-11 6,19-13 0,17-13 2,-21-15 1,0-4-180,4-5 0,-1-3 216,-2-5 1,-1-3-4,-3-3 0,-4-3 42,-5-9 0,-4-1 6,2-14-12,-18 14 1,-5 1-64,-14-9 103,-16-5-45,-11 9-34,-5 14 6,-3 12-11,3 14-28,6 14-34,8 13 17,12 9-112,14 20-90,19-8-84,20 7 129,5-26-39,-5-15 0,3-4-60,30-2 169,-4-9 1,3-5 114,-17-2 0,0-3 75,6-2 1,-5-2-42,1-14 78,-11-6 174,-7-2 140,0-17-269,-14 19 3519,-7-7-3547,-7 29 44,-1-3-128,0 12 311,-1 1-389,0 14-3359,1 6 3380,-1 7 24,3 13-7,4-1-16,3 12 11,7-2-6,4-5 1,0-10 10,-2-11 40,-3-12 6,5-25 3357,-6 3-3329,18-34-18,-11 14-44,6-7 28,-4 9-17,-3 15-6,4 2 6,13 18-33,-13 4 16,9 10-11,-7 5 6,4 4 16,9 4-5,3-3-23,6-7 29,5-9-1,6-9-1704,-20-11 0,-2-4 1704,14-6 20,-13-13 0,-4-6-254,-17 9 1,-4-3 250,5-16 0,-2-4 39,-9-9 1,-3 1-43,-2 17 1,-2 1 7,-1-7 1,-3 2 219,-9-10 21,-3 8 57,-9-10-247,9 26 17,0 6-90,11 21 3113,1 8-3123,2 14 730,0 5-753,2 27-1,2-11 1,0 3-6,3 3 1,1 1-448,3 11 1,2 0 354,4-8 0,3-3-101,3 1 0,1-2 2,-4-10 1,3-1-807,13 9 0,0-3-106,0-5 1045,4-7 1,-3-5 0,-15-12-1,10-2 1</inkml:trace>
  <inkml:trace contextRef="#ctx0" brushRef="#br0" timeOffset="155365">8840 10223 23842,'44'-27'-1967,"0"-1"1,0 1 0,-2 2 0,-1 1 0,-3 8 1285,-5 13 0,-3 5 0,12-3 0,-31 1 0</inkml:trace>
  <inkml:trace contextRef="#ctx0" brushRef="#br0" timeOffset="156318">9358 10176 9128,'-10'-1'8732,"3"0"-5478,7 1-1971,0 0-762,-4-9-73,3 19-213,-3-2-5,8 19-40,7 0 0,13-4 40,10-6-40,12-8-33,6-9 0,4-10-353,-6-8 325,-15-2 191,-4-18-118,-22 7-62,-7-15-68,-18 10 12,-13 6-11,-8 9 380,-3 10-408,1 9-6,4 10 23,6 8-40,6 8 1,5 7-1,7 8-55,6 4 33,13 2-23,13-1-44,19-3-3,-13-22 0,3-2-371,6-2 0,2-2-11,4-3 1,1-2-929,1-2 0,2-3 1380,3-5 0,-3-1 0,5 0 0,-7-5 0</inkml:trace>
  <inkml:trace contextRef="#ctx0" brushRef="#br0" timeOffset="157000">10342 10005 16924,'0'-5'5932,"0"1"-3597,0 4-2251,3-36-50,-4 33-12,0-17-5,-9 50 22,-2 10-32,-4 8-30,-2 4-28,-3 0-585,-7 1 120,11-27 1,-1 1-731,-4-2 0,-1-1-166,-2-1 1,-1-3 246,-25 6 1344,6-23 471,11-24 269,13-21 78,10-15-561,11 24 1,2 0 140,4 0 0,2-1-104,3 4 0,2 1 183,19-19 75,0 17-501,-1 14-124,-2 15 1,3 18-40,4 15-45,5 17-360,-18-20 1,0 0 354,3 2 0,1 0-6,3-1 0,1-2-93,2-1 1,2-3 86,1-3 1,2-3 5,-2-3 0,2-3-5,0-4 0,-1-5 8,0-5 0,-1-3-3,0-6 0,-2-3-6,0-5 1,-3-4 16,-2-3 1,-4-5 10,-3-3 1,-4-4-3,-4-3 1,-4-3-372,-3-4 1,-3-1 395,-2-2 0,-2 0 34,-1 1 0,-3 0 41,0 2 1,-2 2 66,-1 4 1,0 3 3,-6-18 257,-3 4-274,7 34 507,-2-1-692,5 25 381,-1 14-370,0 20 17,0 23 114,4-23 0,1 3-145,1 17 0,2 0-388,-1-17 1,2 0 364,0 19 1,3-1-73,-1-21 0,2 0-1840,5 16 0,0 0 1666,-3-19 1,1-1-726,4 8 0,1-4-8834,10 0 8547,-6-8 1,-1-12-1,-15-16 1</inkml:trace>
  <inkml:trace contextRef="#ctx0" brushRef="#br0" timeOffset="157173">10777 9959 19428,'-2'-4'4291,"1"1"-3631,1 3-329,66-51-2120,-17 32 1831,4-9 0,4 1-25,-17 20 0,-1 5-51,2 0 1,-1 0-138,-2 0 0,-1 1-846,25 0 1017,-17 2 0,-23-1 0,-12 2 0</inkml:trace>
  <inkml:trace contextRef="#ctx0" brushRef="#br0" timeOffset="158902">12853 9976 21450,'2'-42'982,"0"1"0,1 2 0,-4 14-898,-2 24-22,-5 19-1,-6 19 1,-5 20-367,11-23 0,1 1 305,1 1 0,3 0 17,6-1 0,4-2 87,5-3 1,5-3-77,6-3 0,4-5 14,5-3 0,2-4-186,3-5 1,1-4 187,0-4 1,0-6 19,-2-3 1,-2-4 16,-2-4 0,-3-4 12,-4-3 0,-4-2 10,-3 0 1,-3-3 5,-5-1 1,-3 0 119,-1-28-212,-12 4 118,-7 10 403,-3 11-544,4 14-61,5 10 11,4 12 294,4 11-770,7 13-940,7 11-4119,13 8 5591,1-5 0,-9-14 0,-7-12 0</inkml:trace>
  <inkml:trace contextRef="#ctx0" brushRef="#br0" timeOffset="159337">13859 9957 19199,'0'-9'2355,"-5"-29"0,-2-7-1364,1 7-655,-2-11 1,1 2 116,2 14-156,3 11-174,1 9-95,2 8-5,5 14-12,8 11-11,2 7-9,1 5 1,1 3-9,-5-6 1,-1 1-295,5 14 1,0 1 293,-6-7 0,-2-1-6,-2-2 1,-2-1-135,-3 24-229,-14-12-6463,-42-13 5577,20-21 101,0-12 0,2-8-453,9-19 622,-3-30 1192,11-3 249,7-2 221,6 27 1,2 1 1216,7-19-29,3-7-453,3 16-96,-1 13 2160,-7 17-3252,0 5-50,-5 15-6,-2 12 392,-5 17-521,-2-2 1,0 2-40,-6 17-64,3-11 0,0 1-966,0 17-718,6-22 1,1 1 1492,4-1 0,2-2 0,-1 5 0,6-9 0</inkml:trace>
  <inkml:trace contextRef="#ctx0" brushRef="#br0" timeOffset="159926">14157 10036 19736,'22'-42'1736,"0"0"0,-1 5 1,-7 9-1519,-14 21 29,0 5-163,0 16-39,0 1-6,6 13-22,1-8 11,14 2-28,8-7 28,14-2 14,-11-9 0,2-3-3,24-10-11,-3-2 51,-14-17 66,-20-10-27,-6-5-56,-11 0 61,-20 1 101,-15 7-157,3 6-5,-6 5 72,6 16-128,12 4 10,-11 12 1,16 8 0,-3 17 11,3 10-17,3 11-11,4 9-3,4-30 1,2 1 18,3 0 1,3 0-12,4-1 1,3-2-262,6-1 1,4-2 252,3-4 0,4-3 3,1-4 0,1-4 17,-1-4 0,-1-5 27,27-12-44,-7-14 28,-7-14 8,-23 7 1,-3-3 2,5-12-17,-11 9 1,-2-1-124,5-19 157,4 3-28,-1 7 22,4 18-22,-6 14 34,39-7-40,-13 14-327,-7 5 1,-1 2 321,7 7-28,-13 8 0,-2 6-34,5 17-11,5 11-482,-26-11 1,-7 2-1645,-5-8 0,-2 1 2182,0 10 0,-1-1 0,-6 3 0,4-20 0</inkml:trace>
  <inkml:trace contextRef="#ctx0" brushRef="#br0" timeOffset="160826">2848 12704 18380,'-54'17'644,"0"0"1,5-3-1,10-2-297,21-4-61,12-5 89,24-2-4414,26-4 4095,9-1-30,-10 0 0,7-3 1,2 0-497,7-1 0,3-1 1,0 1 456,-3-1 0,1 0 0,2 0-340,-3 0 1,3 0-1,-2 1 1,-7 0 343,4-1 1,-2 1-64,1 0 1,5-1 0,-3-1 82,-10 0 0,-2 0 1,-3 0 7,7-1 1,-4 0 22,2-4 0,-19-2 3,-43-1-17,-6-1 692,-15 3 1,-7 2-575,8 2 0,-2 0 100,-16-4 1,-1-1 937,12 4 0,2 0-789,3 1 0,4 1 156,-6-2-405,14 5 3211,21 6-3324,1 1 637,8 0-614,8 2-40,15 3-38,11 5 28,-1 3-12,-5 1 0,1 3-16,19 13-341,-14-7 0,-1 1 268,-6-1 0,-3 1-115,-4 0 0,-3 2-944,7 25-2413,-31 2 3499,-14-22 0,-4-2 0,-4 3 0,-7-3 0</inkml:trace>
  <inkml:trace contextRef="#ctx0" brushRef="#br0" timeOffset="162318">7501 12416 19408,'-39'-43'831,"0"-1"0,2 4 0,-1 13-5801,-15 28 5116,1 14-85,5 15 1387,5 16-1437,25-17 0,3 3-14,2 4 1,3 1 262,4 3 1,3 1-273,6 1 1,5-1-40,5 0 1,4-3-51,7-2 1,5-4-63,6-3 1,4-4-23,5-4 0,3-5-314,4-4 0,1-5 448,2-6 1,0-5 55,-1-5 1,-2-5 1117,-2-4 1,-4-5-1023,-4-2 0,-3-3 56,-6 0 0,-3-3-91,-6 1 0,-4 0 320,4-27-22,-19 5 17,-18 11 380,-13 13-498,-10 13 1070,-4 18-1254,3 13-51,6 14 704,11 11-720,10 5 319,11 2-337,11-1 12,13-8-28,13-8-6,13-13-1680,-15-14 1,1-3 1713,16-5 2,-17-4 1,-2-4-48,5-17 117,3-12 68,-12-7 55,-13-1 34,-18 1-38,-16 1-40,-14 4-12,-11 7-44,-7 8-22,-2 12-35,2 10-38,9 13 0,9 12-40,10 15-22,9 9-163,11-11 1,4 1-578,14 27 2573,5-1-3197,-2-30 0,4-2-3772,23 11 4593,-11-15 0,0-2 0,3 1 0,0-9 0</inkml:trace>
  <inkml:trace contextRef="#ctx0" brushRef="#br0" timeOffset="162953">8461 12679 18520,'18'-46'934,"-1"0"1,0 0-1,-1 0 1,0 1-1,-4 9-77,-5 2-151,-1-3-197,-4 13-234,-3 15-308,-1 10 44,-1 9 17,-2 15-11,0 10-17,1 14 16,3 6-38,5-1 0,3-2 16,5-9-16,1-11 38,3-15 7,1-19-6,3-18-1,-3-3 35,4-14-6,-4 5 16,2-7 6,0 3-11,-3 7-33,-3 11 5,-3 9-6,-1 8-5,3 8-23,5 8 1,3 10 10,3 7-16,2 2-17,4 0 28,4-3 0,4-5 17,13-10-11,-4-13-12,-1-8 28,-2-19 1,-8-7-6,4-17 11,-22 11 0,-3-5-404,-4 2 1,-3-2 400,-1 0 0,-3-2 22,-3-5 1,-3 0 78,-1-4 0,-1 2-59,1 8 1,0 0 97,-3-9 0,-2 5 166,-3 3-247,1 11 12,1 11-85,6 21-6,-2 19-5,2 0 0,-1 15 0,1 4 12,0 5 291,0 1 1,1 4-310,2-13 1,1 0-7,0 9 1,2 1-87,5 10 0,5-1-564,0-8 1,3-2 266,7 8 0,2-4 90,-5-18 0,1-3-567,5 2 1,3-5-4691,23-3-4269,-3-12 9187,-11-9 0,-23-8 1,-11 6-1</inkml:trace>
  <inkml:trace contextRef="#ctx0" brushRef="#br0" timeOffset="163120">9233 12309 20050,'-52'-27'1467,"0"0"1,4 4-1,17 3-1344,32 11-106,10 2 11,26 0-118,-3 4 1,5 1-258,3 0 0,4 0-1353,14 0 0,2 1-2134,-4 0 1,-2 1 3307,-7 0 0,-3 0 0,14 0 0,-30 0 0</inkml:trace>
  <inkml:trace contextRef="#ctx0" brushRef="#br0" timeOffset="163509">9762 12195 25231,'-50'8'443,"18"1"-399,44 1 74,25 2-62,-4-8-6,14 1 51,-10-11-11,-6-5-1,-7-9-5,-10-5-50,-8 3 78,-20-16-39,-7 14 44,-18-8 1,0 18-12,0 7-55,10 7 66,-1 8-21,3 17-52,1 10-4,-1 20-40,13-10-6,6-14 0,4 3 0,5 2 1,5 0-46,3 1 1,8 0-167,11-4 1,9 0 0,1-5-249,8-2 0,3-6-869,-4-4 1,5-1 0,-3-6 1333,9-7 0,-5-5 0,6 1 0,-10-6 0</inkml:trace>
  <inkml:trace contextRef="#ctx0" brushRef="#br0" timeOffset="164298">10517 12199 19557,'16'-47'1723,"0"1"0,-3 7 1,-3 7-1506,-9 14-72,-7 11 33,-8 19-55,-6 14-77,2 4 1,1 5-46,0-1 1,2 1-71,-4 10 1,1-1-48,7-14 1,0 0-1598,-2 13 1,0-1-2562,0 2 4273,2-7 0,2-5 0,5-19 0,1-3 0</inkml:trace>
  <inkml:trace contextRef="#ctx0" brushRef="#br0" timeOffset="164714">10196 12333 16252,'0'-11'2419,"4"-22"1,3-5-823,6 1-1082,-2-5 1,4 2 105,15 6-324,9 17-213,-6 11 0,15 30 0,1 10-1164,-4-2 1083,-11-4 1,4 6 0,-4-3-7,-6-3 1,-1-1 2,7 7 0,1-1-23,-1-3 1,0-2-4,-9-7 1,2-3-76,8 0 1,0-4 10,12-8 73,-14-6 1,1-5-81,21-23 108,-28 5 1,-1-3 10,14-21 14,-19 10 1,-3-3-503,-6 0 0,-2-3 566,1-11 1,-3-5 44,-5 11 1,-1-1 0,-2 2-42,0-3 0,-2 1 139,-5-14 1,-4 2-168,1 25 1,-1 2 113,-3-5 1,0 1 360,-1 5 0,1 4-405,-5-5 218,7 17-347,9 23 1168,3 22-1188,3 5 0,2 5-292,-1 4 0,1 3 283,4 16 1,1 3-12,-1-5 1,0 1-45,0 3 0,0-1-20,-2-14 0,-1 1-451,-1-5 1,0 2 0,0-3-811,1-2 1,0-2-2538,4 13 1,0-4 3117,7 1 1,-4-26 0,-6-15 0</inkml:trace>
  <inkml:trace contextRef="#ctx0" brushRef="#br0" timeOffset="164872">11178 12141 22240,'-14'-46'864,"1"0"0,4 4 1,7 7-803,14 15-46,25 3-321,-6 10 0,2 3-563,24-4 595,-15 8 0,6 1 0,-8 0 0,0 0 0,-2 2 0,-1 0 1</inkml:trace>
  <inkml:trace contextRef="#ctx0" brushRef="#br0" timeOffset="165914">13276 11861 21450,'1'-9'1652,"3"-28"1,-1-5-953,-6 10-490,3-11 0,-3 3 37,-10 21-124,-5 10-28,-4 19 0,-6 13-50,-7 20-28,16-14 0,1 2-401,-1 4 0,2 3 389,3 3 1,2 1-12,2 1 1,4 1-1,4-1 0,5-1-217,5-3 1,5-2 233,4-4 1,6-3-12,4-3 0,3-5-3,3-5 0,2-3 11,-1-4 1,0-4 2,29-9-11,-19-7 23,5-25-7,-25 4 24,3-15 10,-21 10 6,-13 3 748,-4 8-776,-4 9 454,8 9-488,2 8 6,10 8-5,7 5-1,2 2-5,21 6 16,-4-9-5,16 3-5,-5-8 16,4-5-11,-3-7 0,-3-5 0,-5-8 0,-9-8 11,-7-8-11,-9-3 28,-7-3 0,-5 9 23,-8-10 5,2 15 0,-3-8 5,6 11 18,2 5-40,7 5-22,3 5-6,6 4 0,3 6 0,3 5-11,3 5 11,-3 0-16,22 6-1,-6-8 17,21 0-22,-3-7 0,1-9 22,-3-4 23,-10-8-1,-12-3 1,-12-1 16,-9 1 1,-6 1 5,-5 4 28,0 4-28,0 4-67,1 5 11,1 4 22,0 8-16,0 10-23,0 12 11,1 8 12,0 7-29,0 2-161,0 3-416,5 1-413,7-3-757,12-5-1625,16-12-3175,16-12 2240,-23-15 0,0-2 4330,27-4 0,-31 1 0,-20-2 0</inkml:trace>
  <inkml:trace contextRef="#ctx0" brushRef="#br0" timeOffset="166849">14719 12126 20705,'-6'-47'1504,"0"0"1,1 5 0,-2 7-832,-7 11-242,2 6-207,6 9-162,2 4-45,9 6-6,10 4-6,17 4 7,17 3 16,11-1-144,-28-7 1,0 0 104,26-1 17,-10-9 5,-10-7 6,-11-12-17,-11-7 0,-9-8 28,-13-1 28,-10 4 11,-11 7 230,-6 10-280,-4 10 0,0 8 5,1 11 1,6 9-12,6 11-22,12 9 5,8 8 1,15 5-51,12 2-126,-1-21 0,3-2-432,13 11 320,-7-14 0,3-3-653,24-1 465,-19-11 1,3-3-65,1-3 0,1-3 431,0-6 0,-2-2 70,-4-3 1,-2-4-103,-5-2 0,-2-3 310,14-22 61,-13-2 246,-14-1 358,-10 3-319,-15 7 596,-11 6-747,-14 12 202,-5 7-442,0 15-3286,1 17 3185,16-3 11,-1 19-11,14-11 11,2 7-17,6-3 6,10-5-6,7-9 3381,9-9-3347,6-13-6,3-11 6,0-12 44,-2-6 12,-8-4 78,-9 1 28,-8 3-33,-6 8-73,-4 9-84,-3 9 39,-5 18-34,4-1-22,-5 21 22,9-4-10,-1 9-12,18 5 16,10-9-32,23-4 16,-3-16-271,-10-9 1,2-4 281,26-11 0,-24 2 0,0-6-8,3-12 0,-4-6 11,-8-1 0,-4-3-9,-2 0 1,-4-4 5,-6-9 1,-6-2-821,-2 3 1,-4-2 821,-1 9 0,-1-2 0,-1-1 30,-3-4 0,-1-1 0,-1 4-15,0-2 0,-2 3-40,-3-5 1,-1 6 174,2 11-62,0 5-79,5 18 431,5 23-442,5 36-5,0-4 425,1-1 0,2 2-434,-1-8 1,1 1-10,3 11 1,2 4-4,-1-9 0,3 1 1,0-1 0,0-5 1,1-2 0,1 1-60,3 6 1,2 1-1,-1-5-56,2 0 0,0-3-372,4 3 0,0-3-1770,9 6-7560,13-4 7373,-22-22 0,-4-13 1,-19-6-1</inkml:trace>
  <inkml:trace contextRef="#ctx0" brushRef="#br0" timeOffset="167665">15944 11671 18151,'-10'-3'5282,"2"0"-4929,-21-11 0,-1-1-90,19 8-140,-29-20-67,79 35-67,4 0 0,5 1-45,-1 1 0,3 0-413,-8-3 1,2 1-1,-2-1 388,14 1 0,-4-1 41,-11-2 1,-2-2-303,2 0 0,-2-2 275,10-4 50,-3-1 90,0-12 11,-28 3-6,5-4 1306,-18 2-1317,-4 7 790,0-6-784,-1 9 190,-1-3-151,0 6 1535,0 0-1591,0 2 68,-8-6-119,5 3-10,-5-4 44,7 6-50,1 0 179,0 0-124,0 0-16,-2-3-11,-1 1-22,0 0 5,1 2-12,-2 3 35,-4 8-6,-8 9-12,-4 13 23,-3 9-33,1 8-18,5 3 40,8 0-6,15-3 0,5-12 14,10-14 1,6-2 2,18 2-17,-11-9 0,3-2-16,24-5-7,-3-16 35,-6-8-1,-10-12-5,-15 3 56,-9-26-6,-23 11 23,-11-20-18,-16 14-540,-5 6 496,7 14-52,1 4-10,19 15-10,0 4-85,12 16-325,8 15-739,8 14-1809,6 10-414,-3-9 3416,1 1 0,-13-28 0,-1-1 0</inkml:trace>
  <inkml:trace contextRef="#ctx0" brushRef="#br0" timeOffset="167997">17065 11557 23601,'-12'-43'909,"1"0"0,1 5 1,1 8-798,1 18-39,3 7-17,9 14-45,7 13-6,9 22-16,-6-15 0,0 3-627,1 5 0,0 1 632,-2-7 0,-1 2-5,7 16 0,-1 1-313,-6-17 1,0-1 315,4 12 0,0-2 8,-1 4 28,-7-22-17,-8-18 22,-8-29 1143,1-8-1137,3-25-3,10 25 1,4 0-152,7-6 1,4 1 125,-2 5 1,3 1 2,12-7 0,5 2-489,1 9 1,2 4-585,-2 2 0,0 4 1026,3 7 1,-4 6 0,-7 5 0,-12 7 0</inkml:trace>
  <inkml:trace contextRef="#ctx0" brushRef="#br0" timeOffset="168937">17097 11718 18621,'-19'-44'1471,"1"0"1,0 0-1,1 9-575,5 15-224,-2-1-224,7 5-190,9 4-224,4 6 17,18 2-23,5 6-6,15 9-11,5 12-1707,-16 1 0,-2 4 1696,11 14-20,-13-6 1,-3 3-217,-11-11 1,-4 1 246,2 8 0,-3 1-14,-4-1 1,-4-1 13,-6-1 0,-3-2-11,-11 27-179,-16-7 224,11-23 73,-6-7 55,12-35-50,-1-29-22,7-21 1106,7 28 0,2-1-1188,1 3 1,2 0 25,3-4 0,3 0 313,2-1 1,6 0-306,14-12 1,7 2-60,-1 12 1,5 6-335,13 1 0,1 8 264,-15 10 1,0 6-357,12 3 0,1 6-1209,-11 2 0,-1 2 1641,4 2 0,-4 1 0,10 6 0,-26-7 0</inkml:trace>
  <inkml:trace contextRef="#ctx0" brushRef="#br0" timeOffset="170242">17894 7424 11334,'21'-40'1324,"-1"0"1,1-1 0,3-7 0,1 5-790,0 16 0,0 6-505,20-5 185,-16 13 1,4 1-23,9 4 1,2 4-107,-4 4 0,-1 2-285,-1 0 0,0 3 240,-2 5 0,-3 3 31,16 14-62,-21-8 1,-1 3-15,-3 3 0,-3 2 20,-2 2 0,-3 2 19,-1 3 0,-2 2 14,1 2 1,-1 2 2,1 3 1,0 2-338,0 2 0,2 2 357,0 4 0,0 1 13,1 2 1,-1 2-24,-5-18 1,0 2 0,-1 0 5,1 1 0,-1 2 0,-1 0 7,1 3 1,-1 0-1,0 1-582,-1 3 0,-1 1 0,0 0 588,-1 3 0,0 0 0,-2 1-2,0 1 0,0 0 1,-2 3-10,-1-4 1,-1 2-1,-1 1 1,1-5-52,-1-1 1,0-2-1,-1 2-367,0 4 1,0 3 0,-1 1 0,1-4 370,-1-1 0,0-4 1,1 3-11,-1-4 0,2 3 0,-1 0 0,0 1-3,1-1 0,-1 0 0,1 1 0,0-1-3,0 2 1,1-1-1,-1 1 1,2-1-2,-1 1 0,1 1 0,0-1 0,0 1 0,-1-1 0,1 1 0,0 0 0,0 0 0,0 0 0,0 1 0,0-1 0,-1 1 2,-2 0 1,0 0 0,-1 0 0,-1-3-1,2 5 1,-2-3-1,-3 5-248,-2-14 1,-3 6 0,-2 1 0,0 0 0,0-4 0,1-5 247,-1 4 1,1-6-1,-3 5-1,-2 5 0,-3 8 0,-1 1 0,0-2 0,1-7-171,-1-2 0,1-6 0,-1 2-494,1-4 0,-1 2 0,0 0 1,1-2 656,-5 6 0,1-2 0,3-6 0,3-6 0,3-7 0,4-7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6T15:14:11.7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2143 2892 18089,'-9'-60'1394,"0"-1"1,-3 16 0,-4 0 0,1 10-1210,-10 6-110,-5 8 1,-2 7-1564,-3 20 1544,-13 12 5,20 1 1,0 8-1133,-2 11 1,-1 8 0,2-3 1078,-3 2 1,1 3 0,9-8 1,-1 6 0,1 1 0,7-4 145,3 10 0,6-2-164,1 12 1,6 0-1,10-7 1,7-4 11,-2-14 0,7-5-23,29 0 1,8-9 7,-13-15 1,3-6 15,-4-1 0,3-3 0,-2-4 10,9-12 0,-5-8 19,-5-7 1,-4-7 5,-6-4 0,-6-5 6,-3-6 0,-6-3-12,-10 17 1,-3-2 0,-1 0-5,-3-2 1,-1 0 0,-3 0 3,-3 1 1,-2 1 0,-3 0 16,-6-15 1,-5 4-7,-3 8 1,-5 6-124,-1 9 0,-3 6 87,1 7 1,0 6 447,-26 9-439,9 21-28,10 23 1108,21-11 0,4 3-1100,2 7 0,2 4-19,2 7 0,2 2-169,1 6 1,1 2-204,2-18 1,0-1 0,1 1 32,1 19 0,1-1 173,1-8 1,1-2 303,1-12 1,1-3-50,5 7 6,-2-23 151,3-38 28,-1-17-70,-2 4 0,0-3 115,-1-4 1,1-1-108,0-2 1,-1 0-26,1 0 0,-1 2 1406,7-20-1406,-6 26 0,1 4-52,3 3-68,5-2 0,-5 31-12,6 18 6,6 19-28,-11-12 1,2 2-390,1 5-1,0 2 382,3 2 0,0 1-6,3 3 0,2-1-3,4-1 1,3-2-12,4-1 1,3-3-158,4-4 0,2-4-790,2-7 1,0-4-1908,-1-7 1,-2-5 2870,-7-6 0,-4-2 0,7-4 0,-21-2 0</inkml:trace>
  <inkml:trace contextRef="#ctx0" brushRef="#br0" timeOffset="350">3091 3060 22599,'10'-42'798,"0"0"1,-2 5 0,-2 10-631,-4 20-134,-3 8 67,-10 23-40,-3 11-38,2-5 0,1 2-9,1 2 0,1 1-6,2 10 1,3-2 7,-1 17 12,8-23 0,4-3 28,11-1 6,14-1 56,7-15 50,4-16-90,-10-8 174,11-34-39,-17-2-513,-8 9 0,-2-2 373,-5 2 0,-2 0-12,0-1 1,-2 0 2,-2 3 1,-1 1 63,2-19-27,-5 16-84,-4 16-73,2 10 0,-2 7-162,10 17 728,-1-2-2208,18 21 1698,5 2 0,-9-13 0,0 0 0</inkml:trace>
  <inkml:trace contextRef="#ctx0" brushRef="#br0" timeOffset="1334">3700 3200 26978,'-15'-42'96,"7"9"-74,23 32-11,5 0-5,2-3 33,1-3 23,-1-5-12,-3-6 6,0-6-17,-3-4 23,-3-2-1,-5 1 1,-3 4-6,-10 5-28,-4 7-17,-8 7 23,-5 7-29,-3 10 7,-3 11-1,1 12 6,2 12-17,8 8-28,9 4 16,15-2-16,14-7 17,18-8 34,13-11-397,7-10 374,0-10 5,-4-14-90,-7-12 107,-8-12 34,-8-10-11,-9-7-39,-10-2 61,-12-4-17,-5 18 12,-5-3 11,2 18-12,1 0-5,3 4 337,3 7-415,3 3 116,7 4-105,9 7 0,8 7 33,4 10-22,3 15-11,-11-12 5,3 11-16,-12-17 22,3 3-6,-2-7-5,5-6 39,-5-6-50,13-7-23,0-6 11,7-6 29,7-13 10,-15 7 18,2-13-1,-18 10-11,-1-7 23,-6 3 16,-2 1-22,-2 3 17,1 5-17,0 3-39,2 5 0,-2 5 5,3 8 6,4 19-17,1 10 6,1 5 39,0 9-22,1-10-17,6 6-6,6-10 0,13-12 23,-11-10 10,14-17 1,-10-13-17,7-17 17,-2-9 16,-17 17 1,-1-1 56,5-17 5,-5 5 52,-9 16-147,-4 12 0,-1 2 0,0 7 0,-1 19 0,-1 1 0,1 32 0,-5 7 0,-4-3 0,-3 2-429,3-14 1,-1 2 428,-7 15 0,-3 6 0,2-5-551,2-12 0,-1 0-720,1-3 1,-1 7 0,-2 0 0,2-5 1270,-4 8 0,0-5 0,3-2 0,0-5 0,-2 3 0</inkml:trace>
  <inkml:trace contextRef="#ctx0" brushRef="#br0" timeOffset="2092">5630 2866 24228,'-37'-46'760,"-1"0"0,7 6 0,5 10-743,14 24 56,16 35-12,12 18-1172,-2-3 1,0 4 1127,3 11 0,-1 3-488,-6-13 0,0 2 0,-2 2 486,-1 4 0,-2 1 0,-1 1-10,-2-1 1,-2 1 0,-1-2-43,0-5 1,-1-1 0,0-3 53,-3 11 0,0-6 33,1-16 1,0-5 145,-4 2 798,0-29-960,0-15 1742,0-33-1748,5-2 0,1-2-23,1 8 1,-1-4-225,1 0 0,0-8 0,1-1 1,0 4 234,0-1 1,1 3 0,0-3-13,0-1 0,0-4 1,1-1-1,0 3-2,0-7 0,1 2 0,0 2 1,-1 4 1,1 1 0,0 1-414,1-16 1,0 4 417,0 8 1,1 3-12,-1 14 0,1 3 6,2-1 0,4 2-3,10-8-28,1 17 0,3 2 0,24 0 16,-17 17 1,1 7-39,24 25-61,-31-3 0,-3 5 97,-5 6 0,-5 4 109,-7 6 1,-7 0-88,-2-7 1,-7-1-7,-7 1 0,-7 1 0,0-4-66,-5 2 0,-1-2 62,1-3 0,-2 1 1,2-2-143,-4 1 1,3-3 87,4-6 0,3-2-445,-4 9-1045,20-16-112,30-11 1658,30-13 0,-20 5 0,8-5 0</inkml:trace>
  <inkml:trace contextRef="#ctx0" brushRef="#br0" timeOffset="3674">6488 2795 26133,'-40'-29'113,"-1"0"1,7 1 0,3 12-58,6 31 0,2 11 28,-7 13-50,-6 9 16,22-16 1,4 1 16,2 12 11,6 18-10,15-18-7,12-9-10,0-13 178,19-12-111,-14-20-29,14-15-10,-10-17 5,-3-9-17,-7-5-319,-6-3 313,-8 3 12,-5 7 22,-7 12 17,-2 13-56,-1 12-28,-1 8-5,2 10-12,-2 11 303,-1 14-309,0 26-33,3-4 28,4-19 0,3-2-5,5 8 22,16 3-17,7-14 0,12 3 0,1-12 16,-4-11-4,-8-16 10,-6-12 6,-4-13 28,-3-26-45,-9 21 17,-2-21-5,-8 37 10,0-13-16,0 9-6,4-7-5,7 0-1,9 1-5,9 4 0,5 6 0,-7 10 0,9 10 6,-17 12-12,5 10-5,-13 11 17,-5 6-6,-1 5-11,3 4-238,7 2 137,15-1-8,-8-26 0,5-2-90,5-1 0,3-4-335,4-2 1,2-3 353,-2-4 1,1-3 114,-5-4 1,-2-4 2,24-19 101,-24 0 38,-9-20 58,-18 8 72,-2-11 11,-1-1 0,-3 3 6,0 5-6,-3 7 187,-2 8-271,-4 9-67,-9 9-45,3 7 495,-14 13-478,4 9-11,-6 11-28,1 9 11,6 4 0,8 3 7,8-2-19,12-6-4,11-11 27,10-13 0,7-12 17,4-16 0,0-11-17,-1-16 23,-3-10-378,-3-8 400,-4-2-6,-4 2 29,-8 10 10,-6 12-65,-8 13-24,-2 10 0,-1 7 0,-2 11 400,-1 11-400,-1 16 0,0 10 0,3 7-318,5 2-46,7 2-448,7-3-471,20-6 796,-10-21-465,21-14 498,-12-26 376,9-13 134,-1-15 39,-21 18 0,-2-2 81,0-2 1,-2 1 377,11-25 141,-7 7-28,-9 10-113,-5 12-173,-5 8-180,-1 9-128,-2 5-45,-1 10 328,-3 9-328,-3 12 0,-2 10-17,-1 4-27,1 3 32,3-2-10,2-6 5,2-8 68,2-12 72,0-10-22,2-12-96,3-12-3402,2-15 3405,7-15 0,2-3-13,5-12-102,-3 11 0,1 2 103,3 11-24,-1 10 0,-2 11 0,6 14 0,-7 6 3302,11 18-3314,-7 9 24,8 15 258,-3 6-270,-14-21 0,-2-1 0,2 10 0,-6 6 0,-7-27 0,0-4 0,0-10 0,1-25 0,5-10 0,0-9 0,10-16 0,4 9 0,6-10 0,8 5 0,-10 21 0,9 7 0,-6 20 0,9 10 0,5 12 0,0 14 0,-18-6 0,-2 2 0,7 13-427,-12-9 1,-2 2-139,0 20 0,-3-17 0,-3-4 0</inkml:trace>
  <inkml:trace contextRef="#ctx0" brushRef="#br0" timeOffset="4307">9184 2625 25942,'-40'-11'140,"6"15"-112,14 47-16,9-8 10,10 6 40,21-11 61,6-5-34,6-11 225,14-26-208,-22-5 354,24-30-91,-30 4-72,3-18-79,-17 8-78,-11 5-106,-3 13 44,-15 0-55,6 17-40,-7-1-22,4 15-23,0 11-16,4 3-1417,-12 36-2868,11-2 3684,7-18 1,2-1-1,1 5 1,7-18 0</inkml:trace>
  <inkml:trace contextRef="#ctx0" brushRef="#br0" timeOffset="4640">9272 2985 26026,'-26'32'173,"-1"0"1,4-1 0,8-2-118,22 8 11,5 0-33,3 1 0,1-6 66,-2-7 192,-4-11 83,-2-12-151,-1-13-56,1-12-62,-1-2 146,2-27-162,-4 22-18,0-2 1,-2-1-17,1 0-16,0-10-52,-3 23-27,0 10-134,-3 6-841,-4 9-5254,-9 8 5420,-2 4 0,3-3 0,5-5 0</inkml:trace>
  <inkml:trace contextRef="#ctx0" brushRef="#br0" timeOffset="5050">2519 3946 14883,'-50'12'393,"-1"0"0,1 0 0,0 0 0,-4 2 0,2-1 0,3 0-21,-6 3 1,11 1 1623,18 3-590,64-9-793,4-7 0,8-3-1195,-3-2 0,4-2 1,4 0 792,-3 0 0,3 1 1,2-2-1,1 1-412,-1-2 0,1 1 0,2-1 0,2 0 0,1 0 276,-11 1 0,1 0 0,0 0 0,2 0 1,0 0-1,2 0 0,-1 0-215,0 0 0,0 0 0,2-1 0,-1 1 1,2 0-1,0 0 0,1 0 0,0 0 169,-2 0 0,1 0 0,0 1 1,1-1-1,1 0 0,0 0 1,0 1-1,1-1 0,0 1-127,-2-1 1,0 1 0,1 0 0,0-1 0,1 1 0,0 0 0,0 0 0,1 0 0,0 0 0,0 0 105,-3 1 1,1-1 0,0 0-1,0 1 1,1-1 0,0 1 0,0 0-1,0 0 1,1-1 0,-1 1-1,1 0-23,-4 0 0,1 0 0,0 1 1,0-1-1,0 0 0,1 0 1,-1 1-1,1-1 0,-1 1 0,1 0 1,0-1-1,-1 1 18,2 0 0,0 0 0,-1-1 1,1 1-1,0 0 0,0 1 1,0-1-1,0 0 0,0 0 1,0 0-1,0 1 0,-1-1-5,0 1 1,0-1 0,0 1 0,0-1 0,0 1 0,0 0 0,0 0 0,-1-1 0,1 1 0,-1 1 0,0-1 0,0 0-33,3 1 0,0-1 1,-1 1-1,1 0 1,-1 0-1,0 0 1,0 1-1,-1-1 1,0 0-1,0 1 1,-1 0-315,3 0 0,-1 0 0,0 0 0,-1 0 0,1 1 1,-2 0-1,0-1 0,-1 1 0,-1 0 0,-2 0 348,5 1 0,-1 0 0,0 0 0,-2 0 0,-1 1 0,-2-1 0,-2 0 0,-3 0 0,8 1 0,-3 0 0,-3-1 0,-3 1 0,-5-1 0,19 4 0,0-1 0</inkml:trace>
  <inkml:trace contextRef="#ctx0" brushRef="#br0" timeOffset="10650">4304 6213 19244,'5'-50'1191,"0"1"1,0-1-1,2-16 1,-2 6-458,-3 22 0,0 4-1196,-1-13 709,1-7 519,-2 29-755,0 17 147,1 7-124,3 17-23,1 5 0,4 28 9,-5-6 0,-2 5-589,-3 6 1,0 1 565,-1 3 0,-2 1 10,-1-16 1,-1 1 0,-1-2-94,-3 9 1,0 1 77,2-6 1,-1 3-1,1-3-271,-1 5 0,1-3 284,2-2 1,1-6 28,3-7 212,4-17 17,5-24 1379,11-16-1592,1-5 1,2-3-18,0 0 1,2-2-320,7-8 0,-1 1 300,-9 13 0,0 2 11,8-7 0,2 2 31,13-6-39,3 1 635,-4 18-635,-13 19-17,-1 4 0,9 16 5,0 23-5,-19-19 0,0 3-143,3 6 0,-2 1 126,-3-5 1,-1-2 872,10 15-856,8-2 50,-5-21-11,14-9-16,-1-25-4,-15-3 1,-2-5-9,15-21 6,-12 7 0,-1-3-308,-5 3 1,-2-5 314,-1-3 1,1-5-1,-3 1-471,-3 5 0,-1 0 0,-1-1 454,0-7 1,0-2 0,-3 2 14,-1-10 1,-2 4-228,-2 5 1,-2 3 243,-2 8 0,-1 2 79,-5-18-56,-2 21 428,1 18-490,4 19 1702,1 8-1714,-1 29 18,1 15 0,-1 5-6,1-18 0,1 3-249,-1 10 1,1 6 0,0-2 198,1 2 0,1-3-18,0 2 1,2 1-249,3-5 1,3 3 0,2-5-884,4-4 0,4-3-918,5 16 0,2-6 1529,-6-25 1,-1-6 0,5 1 0,-14-16 0</inkml:trace>
  <inkml:trace contextRef="#ctx0" brushRef="#br0" timeOffset="10826">5140 6294 25578,'14'-46'-13,"0"0"0,3 4 0,8 8-556,12 21 1,6 7 147,7-1 0,-3 1 0,9-1 0,-6 4 0</inkml:trace>
  <inkml:trace contextRef="#ctx0" brushRef="#br0" timeOffset="11183">5678 6571 27348,'17'-50'196,"-1"0"0,2 2 0,0 3-168,1 13 0,1 2-756,1-5 0,0-2 742,1-4 0,-1-3-485,0-4 1,-2-2 475,-1-3 1,-3-1 14,-1 0 0,-4 1 2,-2 4 0,-4 1 6,-4 6 0,-4 3 496,-11-22-463,-11 18-27,0 17-23,3 12 645,8 9-678,1 23 1234,5 15-1196,3-2 1,1 5-14,1 8 0,2 3-428,1 10 1,2 3 405,0-15 0,2 1 1,0 0-485,1 2 0,1 1 0,2 0 101,0 0 1,1-1 0,1-1-634,1-3 1,0 0 0,0-3-2993,6 14 0,-1-5 3491,-2-11 0,-1-6 0,0-1 0,-8-24 0</inkml:trace>
  <inkml:trace contextRef="#ctx0" brushRef="#br0" timeOffset="11333">5848 6334 24010,'-34'-47'836,"0"0"1,4 4-1,9 4-713,20 6-111,21 3-24,21 4-114,-10 14 0,3 2-1711,7 1 0,3 0 1837,9 1 0,-3 1 0,9 0 0,-6 2 0</inkml:trace>
  <inkml:trace contextRef="#ctx0" brushRef="#br0" timeOffset="11976">6523 6420 23086,'0'-8'1546,"-4"-28"0,0-5-1031,2 8-387,-3-10 1,2 3-22,5 21-57,2 13-5,5 20 17,4 19 16,2 26-50,-9-19 0,-2 3-608,-2 9 1,-4 2 590,-3 7 1,-4 3-424,1-20 1,-1 1-1,-1 0 412,0 0 0,0-1 0,-1-1-3,-4 13 1,1-3 18,3-14 1,0-4 28,-1 1-17,6-37-11,6-31-6,7-30 3,-2 20 0,1-4 114,2-7 1,-1-3-121,0-4 1,-1-2-65,-3 19 1,0 0 0,-1-1 64,0 2 1,-1-1-1,0 0-4,-1-18 1,0 0-356,0 4 0,0 0 361,2 4 0,1 1-214,3 3 1,3 2 199,3 5 0,4 4-3,5 6 1,4 5 10,2 7 1,1 5 661,29 1-678,-6 25 5,-13 19-16,-12 21 492,-18-19 1,-3 2-477,-5 4 1,-4 1-4,-3 2 1,-4 1-1117,-10 6 0,-3-2 1125,5-14 0,-1-2 2,-10 8 1,-2-4 327,-13 0-324,-4 0-129,13-16-1429,20-20 79,16-8 938,31-27 0,-17 23 0,11-9 1</inkml:trace>
  <inkml:trace contextRef="#ctx0" brushRef="#br0" timeOffset="12458">7323 5885 26491,'-42'9'95,"1"0"0,0 1 1,10 5-51,22 13-6,0 9-6,13 1-5,9 1 6,13-2-17,11 2-12,-5-12 1,1-2-6,6 8 6,9 4 10,-38-20-16,-13 1 0,-14 5-44,-15-2-236,-12-3-1082,-14-7 701,18-8-44,-3-8-2438,15-20 287,12-7 1316,-2-22 1993,20-5 1362,6-3 453,6 2-2982,3 0 1336,-5 21 717,7-11-499,-9 26-689,1 0-78,-6 13-23,-4 10-22,-1 18 6,1 10-23,-10 28-42,2-20 0,-2 1 1272,-1-4 1,-1 1-2531,-7 14 1,0 0 1288,4-13 0,1-3 0,-10 24 0,11-25 0</inkml:trace>
  <inkml:trace contextRef="#ctx0" brushRef="#br0" timeOffset="13057">7906 5927 25371,'-6'-43'306,"1"0"0,-1 5 1,4 8-330,7 15 1,-2 11-169,4 10-1136,-5 16 1327,-2 23 0,-1-18 0,-3 4 0</inkml:trace>
  <inkml:trace contextRef="#ctx0" brushRef="#br0" timeOffset="13224">7887 6290 24903,'10'-29'-5103,"-2"12"5284,-2 38 1,-3-6 0,-2-6 0</inkml:trace>
  <inkml:trace contextRef="#ctx0" brushRef="#br0" timeOffset="13484">8545 5804 25542,'25'-52'420,"1"0"0,-4 5 0,-3 12-381,-8 24 96,-5 20-107,-5 7 42,-9 16 0,-5 7-50,-1-3 0,-3 3-795,-1 1 1,-2 3 0,-2 0 716,-1 1 0,-1-1 1,-1 1-438,-1 4 0,-2-1 1,1 1-1258,0-1 1,1 1-1,1-3 1752,-6 14 0,4-6 0,9-18 0,3-5 0,3 1 0</inkml:trace>
  <inkml:trace contextRef="#ctx0" brushRef="#br0" timeOffset="13708">9014 5731 23691,'28'-49'998,"0"0"1,-4 6 0,-5 9-808,-11 20-74,-5 23-78,-5 5 29,-8 34-21,2-19 1,-3 4-989,-5 13 1,-4 4 925,3-10 0,-2 2 1,1-2-45,-8 13 0,-2 3-2399,4-12 0,-3 5 1,0-1-1,3-7 1810,-1 2 0,1-3 0,1 0 1,-2 1-1,7-10 0,6-13 1</inkml:trace>
  <inkml:trace contextRef="#ctx0" brushRef="#br0" timeOffset="15159">9729 5796 19311,'-2'-11'2884,"-5"-31"0,-1-2-2620,4 22-183,-4-22 1,1 9-99,6 33 39,4 13 6,5 12-33,6 19-7,6 13-41,-6-15 0,2 0-202,0-5 0,1 0 28,-1-1 0,1-2-786,24 15 357,-9-27 472,7-8 312,0-38 197,-12-13-26,-12 6 1,-3-1-320,0-17 412,-6 20 0,-2-1 314,-2-14-146,-4-4 61,-7 10-419,0 18-168,-2 10-1,0 24-16,-6 35-20,8-13 0,-1 2-347,0 3 1,-1 3 343,1 7 1,-2 4 0,2-4-397,1-3 0,-1 0 371,0-2 0,-1 5 0,0 2 1,0-1-361,-2 12 1,1 0 0,1-1-743,1-1 1,1-1 0,0 1 348,2 1 0,0 1 0,5-7-364,6-7 0,5-7-1244,8 2-5416,19-38 7324,-6-22 0,-6 1 1,-8 0-1</inkml:trace>
  <inkml:trace contextRef="#ctx0" brushRef="#br0" timeOffset="15849">10235 6403 11971,'20'-40'1445,"0"1"0,0-1 0,1-3 1,1-2-1,-2 1-25,2-14 0,-3 2-1079,-2 10 1,-3 1 419,-1-13 1,-4 4-11,-6 11-460,-3-5 306,-7 30-513,-5 17 16,-8 14-27,-7 18-45,-5 18-241,5-2 202,9-12 0,3 3 16,4-6 1,1 2-15,-1 14 1,3 1 5,6-12 1,4-2-4,4 1 0,5-6 6,12-2 77,18-14-44,9-24-10,5-15-12,-21 2 0,-2-5-253,-5-2 0,-4-3 261,0-2 1,-3-2 19,-2-1 0,-3 1 0,-3-1 1,-3 1 21,-3 2 1,-1 2 83,0-24 1,-5 16-28,-6 17 156,-3 13-258,-6 17-21,-3 11-18,-4 15 18,0 10-6,4 8 531,9-9-565,8 9-34,14-14-273,22 9 10,10-20-685,14-10 960,-14-20-135,-13-8 0,0-6 213,13-17-3,-15 9 1,0-3 8,-9 5 0,-3-1 83,10-22 68,-10 9 51,-11 14-130,-4 13-83,-7 14 792,-3 11-747,-5 12 329,1 12-374,2-4 5,5 25-39,9-19 6,7 18 22,13-19 0,9-10 0,9-10 28,4-11 28,0-19 5,-4-13 1,-4-17 22,-9-9-45,-10 8 11,-13 9 1,-4-1 10,-6-12-47,1 15 0,-2 0-47,-9-7 16,2 10-134,1 10-118,4 9-2487,5 5-4637,11 4 7393,5 3 0,-2-1 0,-3 1 0</inkml:trace>
  <inkml:trace contextRef="#ctx0" brushRef="#br0" timeOffset="16048">11733 5371 24861,'0'-44'784,"0"0"0,0 5 1,0 7-629,1 15-105,0 11-23,2 24-23,0 22-5,-2-5 0,0 3-471,-1 9 0,-1 4 401,-4 9 0,-2 3-894,1-17 0,-1 2 0,-2 0 964,-2 10 0,-2 1 0,1-6 0,1-4 0,1-3 0,-1-3 0,1 1 0</inkml:trace>
  <inkml:trace contextRef="#ctx0" brushRef="#br0" timeOffset="16542">11445 5973 23086,'-15'-52'700,"1"0"0,0 5 0,9 7-678,20 6-33,19 7-23,24 8-463,-22 12 1,2 1 348,4 3 0,-1 1 44,-8 0 0,0 2-254,10 0 0,-2 0 10,8 0 396,-16-1 0,0-2-3,7-8 123,-7-8 123,-8-9-95,-9 5 769,-3-12-635,-8 19 623,1-11-527,-6 19 214,0 0-629,-7 30 6,-1 10 28,-7 29-37,8-29 1,0 2-123,2 1 1,1 0 116,1 0 0,3-2-26,9 27 29,1-20 22,20-8 50,-9-23 6,15-14-5,-4-21 44,4-18-87,-17 17 1,-1-2-166,0-2 0,-1 0 171,-2-2 0,-1 0-6,-3 2 1,-2 0 339,2-20-320,-6 12-50,-5 15-68,-2 13-16,-1 11-112,-1 11-209,1 11-2469,5 10 2868,11 10 0,-7-18 0,7-1 0</inkml:trace>
  <inkml:trace contextRef="#ctx0" brushRef="#br0" timeOffset="16999">12675 5480 24161,'0'-9'1333,"4"-26"0,2-5-930,2 10-308,-1-12 1,3 4-12,3 19-45,0 9-17,1 19 18,4 29-35,-6-2-290,-4 0 1,-4 4 286,-4-7 1,-3 1-9,-3 12 1,-2 2-430,-4 0 0,-3 1 460,-1-2 0,-2-2-14,0-6 0,0-1-23,3-9 1,0-2 117,-10 6 40,8-18-40,4-19 441,7-16-485,3-14 938,6-10-978,4-4 6,8 0-6,7 4 12,4 7-28,5 8 56,3 8-68,7 10-27,3 8 33,6 14-6,0 11-11,-3 13 6,-10 7-17,-15 2 17,-26 2-6,-23-4-214,2-21 0,-4-3 147,-5-2 0,-3-3-244,-9-3 1,0-3-70,-16-1-275,23-9 0,4-5-2790,6-14 3462,4-19 0,13 19 0,10-3 0</inkml:trace>
  <inkml:trace contextRef="#ctx0" brushRef="#br0" timeOffset="17349">13213 5643 25898,'-11'43'285,"0"1"1,-1-5-1,7-10 208,12-23-370,-1-6 6,15-12-28,2-9-39,10-13-1,3-10-39,-14 13 1,-1-1-6,8-13 33,-11 14 1,-3 2 66,-4-1 18,-5-2-1,-14 11-16,-8 9-57,-6 8-10,-5 10 16,0 10-39,-1 12-6,3 11 6,4 9-39,7 5-51,7 4-621,15-2-128,15 0 1,-7-26 0,3-5 0</inkml:trace>
  <inkml:trace contextRef="#ctx0" brushRef="#br0" timeOffset="17825">13673 5841 22643,'-3'-4'2207,"1"2"-443,2 2-1825,-24-34 22,19 27-337,-12-21-4407,38 41 4783,0-1 0,0 1 0,-12-8 0</inkml:trace>
  <inkml:trace contextRef="#ctx0" brushRef="#br0" timeOffset="18433">14202 5455 26726,'-38'-8'39,"1"0"1,-5 10-1,5 10-28,11 19 0,6 9-25,-2 6 0,3 2-1724,7-4 0,6-1 1718,5-7 1,4-4 8,15 13 599,19-8-638,13-6-26,-16-15 0,4-2-22,9-6 0,0-5 95,-6-6 1,-2-3 7,-1 0 1,-2-4-6,2-12 0,-5-3 0,2-1 17,-1-5 0,-2-3 55,-3-4 52,6-15 627,-22 20-706,-7 13-1,-14 10 18,-19 23-23,-9 10-8,10-4 0,1 4 1844,-16 24-1886,24-19 0,4 2 5,5 14 396,11-5-384,24-15 16,10-14-5,15-4 0,-8-8 22,9-14 28,-3-18-870,-2-5 854,-8-4 89,-18-12-84,-16 26 33,-8-3 1,-6 0 22,-10 1-62,-8-6 51,-9 14-84,14 17-28,-8 3 11,14 8 863,-3 20-925,11 2-166,0 18-668,16 1-1770,11 2 1818,17 3 0,-15-23 0,2-5 0</inkml:trace>
  <inkml:trace contextRef="#ctx0" brushRef="#br0" timeOffset="18990">15168 5657 26598,'20'-47'397,"0"1"1,-3 4-1,-4 13-352,-10 26-11,-6 15-1,-3 15-27,-7 17 5,-6 14-262,7-25 0,1 0 262,0 0 0,0 0-11,-8 26 133,6-13-111,6-16 45,4-15-11,7-18-44,5-15 32,7-15 377,5-10-421,2-6 39,-1 0-11,-7 11 89,4-8-94,-8 21-18,6-8 7,-3 17-18,3 7-5,2 5-17,5 10 11,0 8 28,0 14-22,-4 11-11,-6 7 10,-8-7-21,-5 15 38,-6-22 23,-2 8-11,-1-22 22,0-11-22,4-15 6,3-22-7,4 3 7,9-24-18,4 10 12,9-12 17,4 1-29,5 7-10,-6 15 16,22 2-5,-11 19-1,21 5-10,-7 22 2,-24-3 0,-2 5-346,1 5 1,-3 2 272,-2 4 1,-4 3-331,-5 0 0,-6 2-3711,-10 1 1,-7-1 4116,-4-4 0,-1-4 0,-4 2 0,9-20 0</inkml:trace>
  <inkml:trace contextRef="#ctx0" brushRef="#br0" timeOffset="19551">16435 5245 21909,'18'-42'1026,"-1"0"1,0 0 0,5-10-1,-3 6-617,0 0-286,-12 27-22,-3 24 39,1 26-48,-2 2 1,-1 5-1019,0 18 0,-1 6 961,-2-12 1,-2 4 0,-3 4-13,-2-8 1,-2 3-1,-1 2 1,0-1-1,-1-3-568,1-1 0,1-3 0,-2 0 0,-2 3 292,-1-1 0,-2 3 0,-2 2 0,-1 0 0,0-1 0,1-2 84,-2 0 0,0-1 0,0-1 1,0-2-1,1-2 0,-5 14 1,1-4-1,1-1 0,1-4 1,0-1-1,0 0 0</inkml:trace>
  <inkml:trace contextRef="#ctx0" brushRef="#br0" timeOffset="25390">17412 5602 25074,'-35'-18'37,"0"0"0,1 6 1,2 10-41,6 26 0,2 9-845,-2 0 0,-1 2 579,0 2 1,0 2-906,-1 3 1,0-1-2605,1 1 0,0-1 3778,5-6 0,2-2 0,-5 8 0,12-21 0</inkml:trace>
  <inkml:trace contextRef="#ctx0" brushRef="#br0" timeOffset="25557">16919 5979 16867,'13'-44'1295,"1"0"0,0-1 1,5-16-1,-1 5-875,-7 20 0,0 5 112,6-19 463,-5 20-939,-3 16-3765,9 22 3709,-5 5-633,8 9 1,2 4 643,2 4-109,2 1 0,3 0-249,-6-10 0,0 0-737,8 5 1,3-1 800,8 3 0,-1-3 1,2 1-1,3-2 1</inkml:trace>
  <inkml:trace contextRef="#ctx0" brushRef="#br0" timeOffset="25917">17659 5657 18610,'0'-8'5512,"0"2"-4952,0 6 342,-4-64-835,6 47-64,-4-19 0,5 8 14,5 29-3393,19 14 3371,-8-3-75,5 7 0,3 2-172,8 8-98,-7-8 0,-1-1-121,10 6-290,9-4 441,-1-16 354,-9-4 403,10-26 218,-27-6-274,1-6 347,-5-7-425,-7 17 509,10-25 3027,-5 20-3486,3-6-25,-6 20-283,-4 15-11,-5 23 5,-6 26-28,-2-10 0,-2 6-1149,-3 1 0,-2 5 0,-1-2 1118,-2 7 1,-1-1-97,3-8 0,-2 2 0,0-2-1158,1-3 1,1 0 0,-1-1 1273,-4 14 0,0-2 0,2-5 0,1-3 0,-1 5 0</inkml:trace>
  <inkml:trace contextRef="#ctx0" brushRef="#br0" timeOffset="26674">18573 5553 25247,'-42'-16'998,"10"3"-757,27 12-90,15-3-56,16-4-89,8-1-15,8 1 1,5 1 13,-9 2 1,0 0-459,16 0 1,1 0 449,-14 4 1,-5 1 213,16 5-211,-15 18 23,-32 6-18,-6 8 26,-24-2 0,-10 0-15,2-7 1,-3 1-472,1-1 1,-2 2 0,1-3 459,-4 0 1,1-1 5,-10 7 1,4-2-33,1 1 71,-3 6 684,46-23-554,29-9-102,30-14-70,-17 1 1,3-2-482,8-3 1,2-2 346,4 0 0,1 1-647,2 0 1,0 2-3267,1 0 1,-1 1 4038,-9 2 0,-3 2 0,12-3 0,-29 5 0</inkml:trace>
  <inkml:trace contextRef="#ctx0" brushRef="#br0" timeOffset="27208">19786 5501 22043,'7'-62'1088,"0"0"1,2 2 0,5 3-834,4 14 0,4 3-737,2 0 0,3 3 619,0 4 0,3 3-53,-2 6 0,2 2 87,-1 6 1,0 3-133,28-1-17,-2 16-5,-4 21-12,-28-1 1,-3 6-117,-2 10 0,-6 5 136,-2 9 0,-5 3-607,-6 6 0,-6 1 593,0-18 0,-3-1 0,-1 0-6,-2 0 1,-2-1 0,-1 0-3,0-2 1,0-1 0,0-1-21,-7 17 1,3-1 88,4-6 0,4 0-4988,6 2 1,3-3 3354,3 10 0,6-10 1,-3-40-1</inkml:trace>
  <inkml:trace contextRef="#ctx0" brushRef="#br0" timeOffset="27400">20220 6457 28671,'-21'-3'-5876,"10"1"5876,17 7 0,1-2 0,-3-2 0</inkml:trace>
  <inkml:trace contextRef="#ctx0" brushRef="#br0" timeOffset="35122">21226 5452 20963,'12'-52'1135,"1"0"0,-1 1 0,-2 7-608,-2 18-320,-2 3-168,-2 14-28,-1 17 6,1 17 0,-2 23-12,0-16 1,-2 3-514,-1 5 1,-1 3 95,-2 4 1,0 2-1317,-3 5 0,-1-2-739,2-8 0,-1-1 2467,-1 3 0,1-5 0,1-9 0,0-2 0</inkml:trace>
  <inkml:trace contextRef="#ctx0" brushRef="#br0" timeOffset="35621">21159 5886 9190,'-2'-6'8558,"0"0"-7463,-8-22 0,-2-6 378,3 9-1019,-4-12 0,1 3-40,8 20-313,5 6-79,12 4-27,11 3-35,14 0-38,13 1-73,10 0-167,-29 0 0,1-1 270,0-1 1,-1-1-173,27-8 265,-10-8 72,-12-9 85,-11-3 112,-10-3 234,-7 4 152,-5 4 374,-3 7-626,-1 6-44,0 6-398,0 4-12,0 10 29,5 9-18,4 12 1,6 7-6,5 3-11,2-1 16,2-4 6,1-9 6,-1-10 22,0-11 6,3-14 34,0-8 83,1-8 112,-4-4 102,-4 2 4,-7 1-55,-6 6-90,-2 7-145,-5 7-90,0 7 0,-5 18 0,-3 16 6,-6 23-617,5-20 0,0 2 549,-2 6 0,0 3-448,0 4 1,-1 2-1549,1 4 0,0 0 2058,3-6 0,0-4 0,-2 15 0,7-30 0</inkml:trace>
  <inkml:trace contextRef="#ctx0" brushRef="#br0" timeOffset="36095">22247 5750 25618,'5'-40'448,"-1"-1"0,3-15-376,-7 73 12,0 20 0,-2 18-73,-1-21 1,-1 2-639,-2 4 1,-1 0 620,-2 3 1,-1 1-7,-1 1 1,0-1 28,0-2 0,0-1-28,1-7 0,-1-2-6,-3 12 11,3-25 17,4-24 12,3-21-12,2-24-1189,2 4 1,1-3 1182,0 12 1,1-1-15,2-24 1,2-2-191,2 17 0,2 2 201,2-11 1,2 0 5,2 6 1,0 3 24,0 6 1,1 2-49,-1 8 1,1 3 8,15-15-5,2 15-56,16 13 44,-5 15 12,0 6-6,-10 19-5,-17 9 11,-3 16 22,-18-17 0,-5 1 0,-6 13-5,-7-15 0,-5-4-6,-23 1-40,17-13 1,-2-2-317,-3-4 1,1-4-1264,-12-6 85,13-6-3443,38-18 4977,13 2 0,-7 9 0,-4 7 0</inkml:trace>
  <inkml:trace contextRef="#ctx0" brushRef="#br0" timeOffset="36461">22857 5491 25175,'5'61'963,"-3"-14"-6472,19-56 5565,-8 0 1460,10-13-1421,-3-2 11,6-11 40,0-6 218,1-10-62,-9 11 826,-5 0-1016,-11 19 51,-8 6-85,-11 9 3337,-8 8-3376,-9 13-28,2 14-5,6-1-1,2 14-38,12 10-1,8 4-234,7-22 1,5 0-713,20 18-224,2-12-3582,-6-18 0,1-2 4786,12 3 0,-6-4 0,-12-10 0</inkml:trace>
  <inkml:trace contextRef="#ctx0" brushRef="#br0" timeOffset="36938">23495 5402 9682,'-5'0'7321,"1"0"996,4 0-7891,-48-3-241,36 0-146,-25-4-55,62 0-124,10 2 0,4 0-147,21-1-823,-7 3 0,1 2-1259,-19 0 0,-2 1 2369,3 1 0,-2 0 0,6 0 0,-22 2 0</inkml:trace>
  <inkml:trace contextRef="#ctx0" brushRef="#br0" timeOffset="37120">23488 5669 21780,'-3'0'3614,"1"1"-3603,2-1-1916,74-27 1244,-17 12 0,-15 1 0,-1 0 1,-3 6-1</inkml:trace>
  <inkml:trace contextRef="#ctx0" brushRef="#br0" timeOffset="41261">24481 5171 18969,'-8'-11'3108,"2"2"-1696,6 9-578,0 0-817,-20-10-34,14 20-464,-14-1-3742,20 27 3375,2-4 0,0-10 0,0-10 0</inkml:trace>
  <inkml:trace contextRef="#ctx0" brushRef="#br0" timeOffset="41961">26299 5214 21282,'0'-6'5041,"0"1"-4453,0 5-565,-9-26-23,8 43 0,-7-7-196,7 19 0,3 8-1919,-6 2 1,-1 0 1435,-1-3 1,0-2 0,-6 11-1,3-20 1</inkml:trace>
  <inkml:trace contextRef="#ctx0" brushRef="#br0" timeOffset="44044">24906 5653 17092,'23'-46'1740,"0"1"0,-2 4 1,-3 5-1091,-3 7-130,0 0-49,1-3-1,-6 10-162,-5 9-218,-11 12-62,-15 16 5,-19 16-19,12-6 0,-2 2-480,-4 5 1,0 2 465,0 2 0,2 1-11,5-1 0,3 1-52,7-5 1,4 0 84,8 21 1,23-12 27,18-15 11,15-13 35,8-20-238,-27-2 0,0-4 296,0-4 0,-1-4 39,-2-3 1,-1-2 4,-2-3 1,-3-1-25,-4-2 0,-2-1-29,-2 2 1,-3 0 1001,3-22-867,-6 14 7,-6 16-237,-2 12-56,-1 12-10,2 13 549,-1 16-544,3 17-45,1 15-381,-2-27 0,1 2-958,2 2 1,0 0 1394,4 5 0,1-3 0,0 5 0,3-6 0</inkml:trace>
  <inkml:trace contextRef="#ctx0" brushRef="#br0" timeOffset="45387">27228 5585 23467,'-13'35'369,"-1"0"1,-4 16-320,-17-16 68,0-11 5,-6-2 140,-15 2 191,1-11-5414,-2-17 5128,23-6 1459,5-27-1526,23-7-59,10 0 0,5-4-45,2 2 0,4-2 8,-1 7 1,3-2-1,2 2 12,8-16 0,3 1-3,1 1 0,-1 2-6,-6 12 1,0 2-9,0 0 0,-2 2 22,5-14 107,-7 9 2896,-9 13-3014,-10 21-33,-4 11 55,-2 14-5,-8 19-28,-6 22 491,1-1-486,5-13 1,0 2 5,3-5 1,0 3-12,3 0 0,-1 3 0,2-2-3,-1 2 0,3 1-1,4 3 1,4 3-1,2-5-13,5-5 0,2-3 11,2 10 1,2 0-6,6-8 0,1-2-1,-5-10 1,0-1-14,4 8 0,-3 0-110,-4-4 0,-8-1-1330,-17 2 1,-9-2-3452,-6-7 1,-4-3 3696,-4-2 1,0-5 0,-12-1 0,31-11-1</inkml:trace>
  <inkml:trace contextRef="#ctx0" brushRef="#br0" timeOffset="49004">28021 5392 22862,'-47'-22'168,"0"0"0,-2 11 0,6 13-152,22 21 1,5 7-1057,-3 8 0,3 0 1034,4 16-8,14-14 0,6-1-48,17 10 20,-10-19 0,4-3-323,16-2 1,5-7 10,-9-8 1,2-3-53,15 3 0,1-5 213,-16-5 0,-1-5-40,7-5 1,-2-5 344,-9-3 0,-2-4-17,9-17 1,-3-3-43,-11 12 0,-2-3-314,-3-7 1,0-5 0,-3 4 495,2-19 17,-2 4 0,1-3 185,-2 13 0,-1 2-143,1 0 0,0 1-28,1 1 0,0 3 890,3-2-1060,-6 21 488,-5 12-472,-3 27-17,-4 13-50,-1-2 0,-1 3-456,-3 8 0,-1 0 419,0-5 1,-2 1-1,-3 12 1,-3 2 13,-2 1 1,0 1-18,1 0 1,0 0-6,-1 4 0,1-3 664,8-18 1,2-3-620,0 16 11,5-23 300,16-17-244,9-20-6,19-12 6,9-15-400,-22 16 1,0 1 332,18-15-14,-20 16 0,0 2 1180,12-5-1199,8 1 51,-15 13-74,-7 12-23,-14 4 29,-1 22-1,-4-4-55,4 13 689,2-7-908,6-6-117,7-8 201,0-8-23,12-5 175,-3-12 60,18-15 68,-10-8 90,2-12-101,-19 11 112,1-8 212,-7 3-190,-4 3-72,-5 2-45,-11 17-62,-6 8-28,-5 8 11,-6 11 17,-4 10-28,-4 12 0,0 8 0,5-5-17,-1 17 6,15-20 11,2 8 23,15-21-1,8-11 0,1-7 57,15-15 5,-8-4 67,8-12 39,-10 1 12,-8 0 11,-7 6-90,-6 7-89,-2 7-40,-1 5-16,-1 9 38,1 4-38,0 7-68,4 4-178,5-1-432,8-2-695,8-4-1445,6-6-5422,5-5 8262,-3-7 0,-11 2 0,-11-3 0</inkml:trace>
  <inkml:trace contextRef="#ctx0" brushRef="#br0" timeOffset="49778">29546 5473 16292,'2'-3'6895,"0"1"-5322,-2 2-1494,11 4-7,-14 12-27,7 11-6,-17 15 6,1 3-22,1-2-1,2-4 17,2-7 56,1-10 220,3-8 177,1-8-150,1-10-168,5-9-40,5-10-28,7-10-27,9-6-12,4 1 0,5 2-11,-1 6-45,-2 7-16,-1 7-1,-5 7 1,2 5-7,3 7-16,1 6-44,-1 7-63,-6 5-313,-7 4-717,-6 3-946,-2-2-1004,1-2 404,1-7 1698,4-8 1007,1-9 633,0-9 891,0-10 616,-1-8-151,2-7-611,4-4-476,2-1-201,3 3-90,-2 6-140,-5 7-185,-6 9-168,-8 6-95,-2 8-12,-3 9 23,-2 11-17,-1 12-16,-3 11 16,0 6 11,0 3-22,0-5 0,1-7 28,1-11 40,1-11 100,1-9-34,1-11-84,1-11 12,5-10-28,5-11-12,8-7 6,7-2-28,3 2 6,3 7 5,-1 8 11,2 10 6,1 6-33,4 7-12,6 9-28,4 7-73,0 9-380,-7 8-740,-8 4-1327,-10 5-4302,-3-1 6019,-6-7 0,-6-16 0,-5-10 0</inkml:trace>
  <inkml:trace contextRef="#ctx0" brushRef="#br0" timeOffset="50337">30681 5662 25853,'32'-23'100,"0"1"1,-2 0 0,-4 8-50,-8 15-23,4 0 33,5 0 18,2-5-12,-2-5 22,-3-9-33,-7-7-33,-6-7 55,-6-3 34,-6 2 6,-8 7-29,-3 9-49,0 8 72,-3 4-96,6 10-21,-5 6 16,1 12 0,-2 11 0,1 8-16,4 8 10,4 0-22,12-17 1,3-3 21,1 7 1,14 2 16,-5-28 1,2-6-12,12-9 0,7-14 23,9-19-26,-22 10 1,-2-3-550,2-7 1,-3-3 548,1-8 0,-3-3-2,0-7 0,-2-2 8,-7 18 1,-1-1 0,0-1 9,0-5 1,0-1-1,-1 3-7,0 0 0,-1 1 36,1-6 0,-3 6 59,-5 10 28,0 4-67,-5 17-79,0 13 29,-8 18 5,-6 19-23,5-6 1,-2 3-500,-2 9 0,1 3 488,-1 7 1,1 1-7,0 5 1,3 1-6,2 0 1,2 0-77,5-2 1,5 0-376,4-3 1,6-2-993,5-2 1,6-2 1459,10 0 0,1-4 0,4 6 0,2-12 0</inkml:trace>
  <inkml:trace contextRef="#ctx0" brushRef="#br0" timeOffset="50779">31648 5306 21465,'43'-10'-2123,"1"0"0,-1 1 0,10-6 1,-6 6 2122,6 21 0,-34-7 0,-2 1 0</inkml:trace>
  <inkml:trace contextRef="#ctx0" brushRef="#br0" timeOffset="50928">31738 5407 19277,'-4'1'4716,"0"1"-2587,4-2-1933,-7 8-168,20-8-342,6 6-2302,30-12 2616,1 1 0,-16 1 0,-14 2 0</inkml:trace>
  <inkml:trace contextRef="#ctx0" brushRef="#br0" timeOffset="51504">32205 5010 20588,'0'-4'5002,"0"0"-4067,0 4-913,-12-27-33,15 36-23,-5-12-475,20 47-3104,2 6 3613,-1-6 0,-7-16 0,-5-14 0</inkml:trace>
  <inkml:trace contextRef="#ctx0" brushRef="#br0" timeOffset="53230">32537 5140 24256,'13'-11'269,"-14"51"-252,-12 14-308,3-13 1,2 0 313,2 11 5,-1 0-17,3-20 0,1 0 34,-5 22 251,0-9 12,-2-12 223,2-15-313,2-9 85,4-14-152,2-9 241,6-12-324,5-12 27,11-7-6,6-3-10,4 3-18,-2 7-16,-2 10-28,-5 11-11,-2 9 10,0 11-27,1 8-3392,5 21 3403,-10-5-189,-7 4 1,-3 1 177,-4 0 11,-8 3 0,-3-1 0,-3-7 17,-25 19-6,3-27-95,-19-3-476,10-11 1818,4-15-3672,22-3 2414,10-12 0,6 14 0,0 0 0</inkml:trace>
  <inkml:trace contextRef="#ctx0" brushRef="#br0" timeOffset="53435">33163 4946 21254,'-1'-12'3467,"0"3"-3316,1 9 112,0 0-274,-49 61-364,30-16-510,-9-5 1,1 4 884,19-7 0,3-4 0,1-7 0,-2 11 0</inkml:trace>
  <inkml:trace contextRef="#ctx0" brushRef="#br0" timeOffset="58888">20891 7376 12169,'-7'-55'2494,"1"-1"1,-1 6-1,2 3-1497,2-8-258,2 9-201,3 13-325,1 11-196,2 11 22,-1 10 17,2 11 28,-2 10 17,0 13-17,-6 11-33,-7 7-40,-3 6-17,-2 0-27,6-2 27,4-14 62,14 8-6,4-19-22,15 8 12,5-14-18,11-5-5,10-3-241,-23-10 1,1 0 212,5 0 0,3-1-454,5-1 0,2 0 473,7-1 1,4 0-458,-15-1 1,2-1 0,1 0 451,4 0 1,1 1 0,4-1 1,-2-1 1,5 1 0,-1 0 0,-3-1-586,0 1 0,-2 0 0,3-1 585,3 1 1,6-1 0,-1 1 0,-3-1-6,0 1 0,-3-1 0,2 1 1,-3 0 0,2 0 1,1-1-1,0 1 0,0 0 1,1 1-1,-1-1 1,1 1 2,2-1 0,-1 1 0,1 0 1,0 1-4,-12-1 0,0 0 0,0 0 0,0 0 0,3 0-1,0 1 0,2-1 0,2 1 0,-1 0 0,-1-1 0,-4 1-431,8 0 1,-4 0-1,0 0 1,3 0 430,-5-1 1,3 1 0,1 0 0,1 0 0,-2 0 0,-4-1 0,8 2 1,-4-1-1,0 0 1,2 0-182,-1 0 0,3 0 0,0 0 1,1 0-1,0 0 177,-1 0 1,0 0 0,0 1 0,0-1 0,1 0-130,-1 0 1,1 0-1,-1 1 1,1-1 0,0 0 129,-1 0 1,1 0 0,0 1 0,-1-1 0,1 0-36,0 0 1,-1 0-1,1 0 1,-1 0-1,1 0 39,-1-1 0,0 1 1,0 0-1,-1 0 0,1 0-2,-1-1 0,0 0 0,0 1 0,0-1 0,0 0-3,-1 1 1,0-1 0,0 1 0,0-1 0,0 0 4,-1 0 0,-1 1 1,1-1-1,0 0 0,0 0 0,-2 0 0,1 1 1,0-1-1,0 0 0,-1 0-10,0 0 1,0 1-1,0-1 1,0 0 0,0 0 5,0 0 1,0 0 0,0 0 0,-1 0 0,1 0-4,0 1 1,0-1-1,0 0 1,0 1 0,0-1-5,0 1 0,1-1 0,-1 0 0,1 1 0,-1-1 7,1 1 1,-1 0 0,1-1 0,0 1 0,-1 0-2,0-1 1,0 1 0,0-1 0,-1 0 0,0 1-7,-1-1 0,0 0 0,-1 1 0,1-1 0,1 0-24,5 0 0,2 0 0,1 1 0,-3-1 0,-3-1 33,-5 1 0,-4 0 0,0-1 0,2 1 4,12-1 0,3 1 1,-1-1-1,-6 0-4,-9 0 0,-3-1 0,1 0-24,9 0 0,2 0 0,0 0 24,-5-1 0,0 0 0,0 0 218,-3 0 0,1 0 1,-1-1-218,-1 0 1,0-1 0,0 1 1,-2-1 1,1 0 0,-1 0-2,-1 0 0,0-1 0,-1 1 0,-1-1 0,-1 1 0,-1-1-5,19-1 0,-2-1 11,-5 0 1,-1 0 536,-7 0 0,-1 0-545,-6 0 0,-2-1 1815,23-5-1792,-12-2 5,-10 1 2758,-7-1-2752,-4 1 1121,-1 0-1121,-1 0 692,-2 1-625,-3-1 114,-3 0-159,-2-2-28,3-3-34,0-2 12,3-2 50,0 0 22,1-4 40,1-5 16,-1-10 23,0-13-525,-11 19 0,-2-2 418,1-8 1,-2-2-4,-1-7 1,0-2-1034,-3 7 0,-1-2 0,0 3 1003,0-4 0,0 2-8,-2 6 0,-1-1 1,-1 5-248,-5-23 185,3 30 0,-2 2-1017,-4-13 1070,3 20 0,4 13 0,1 7 0</inkml:trace>
  <inkml:trace contextRef="#ctx0" brushRef="#br0" timeOffset="60699">21935 8972 18196,'4'-51'815,"-1"1"1,1-1 0,0 0 0,-2-11 0,-2 2 0,-5 8-525,-7 9 1,-8 7-32,-13 2 1,-4 6-844,-19-3 650,10 19 1,-2 9-283,12 11 1,1 5 228,-9 4 0,1 6-302,2 9 0,5 4 282,5 6 1,4 3-4,7 3 1,6 1-9,5-1 1,7 1-4,7-4 1,8-3 10,13 2 1,6-6 5,-8-12 0,3-4 6,16 1 0,2-8-343,16-14 385,-25-7 0,-1-5 13,-3-5 1,-2-6 5,-4-6 1,-3-3 27,-1-4 1,-4-2 19,-1-2 0,-3 0 28,-2 1 1,-2 0 32,-2 4 1,-1 2 431,1-18-414,-4 18 290,-4 18-554,-3 19 977,-6 22-904,-10 28 5,4-15 1,-3 2-551,-5 10 0,-2 1 550,5-13 1,-1 0 0,-2 1 1,-1 3 1,-1 0-1,0 0-7,0 0 0,0 0 0,2 0 5,2-3 1,1-1 0,2 0-118,-2 11 0,4-2 120,6-10 1,4-2-9,11 13-23,14-22 23,21-24-17,-10-11 1,3-6-248,8-5 0,2-3 163,7-7 1,1-3-102,2-2 1,0-1-277,-18 10 0,0-1 0,-1 1-1642,15-12 0,-2 1 2120,-8 4 0,-4 3 0,9-6 0,-23 16 0</inkml:trace>
  <inkml:trace contextRef="#ctx0" brushRef="#br0" timeOffset="61065">22526 8839 25774,'-45'-36'174,"9"8"-152,0 62-16,14-1 5,1 13 12,13 2-7,18 0 12,16-5 17,20-7-14,-16-22 0,2-3-130,3-3 0,2-3 133,0-5 0,0-4 41,-1-3 1,-3-5 16,-3-3 1,-1-3 19,-4-3 0,-3-3 11,-2-1 0,-3-2 79,9-27-29,-9 1-33,-9 6-56,-5 11-61,-3 10-141,0 12-845,0 8-1345,0 34 2308,7 6 0,-6 1 0,6-9 0</inkml:trace>
  <inkml:trace contextRef="#ctx0" brushRef="#br0" timeOffset="62592">23187 8930 25808,'-4'-38'243,"0"0"1,-2-21-255,6 65 50,2 8-22,0 10 11,3 7-17,8 10 6,-2-14 22,15 5-11,2-18 6,13-2-6,3-7 50,1-12 51,-5-7 17,-7-11 10,-9-7-49,-6-5-34,-8-4 27,-5 1 1,-8 2-28,-4 6-6,-4 6-33,-2 9-29,2 8-61,-3 12 73,4 3-22,-12 17 10,2 4 18,-6 12-3432,-3 16 3398,11-16-1,0 18-10,14-18 0,10 8-2219,18 0 2247,-2-18-220,32-4 203,-27-21 2215,30-9-2187,-16-9-17,13-11 0,-6-6 11,-22 10 0,-1 0 34,10-17 3227,-5 3-3244,-10 6 438,-5 10-455,4-6-3398,9 4 3381,-8 7-733,15 3 722,-22 9-22,10 7 44,-12 7-5,0 19 11,-6 3-22,-1 9 6,-1-16 3033,2 0-3017,4-10 1053,3 1-1064,3-7 28,-1-6-28,-2-3 23,-2-3-6,-4 1-12,-2-1-83,-3 1 83,-6 2-5,1 0-33,-3 0-23,4 1-107,1-2-1197,2-1 88,5 0-1591,5 0 1878,0 0-1239,1 3 1793,-8-1 952,-2 1 247,-1-2-315,1-9 353,3-4-335,2-6-230,0 1-208,-2 8-122,-1 1-953,-3 5 359,1 0-2639,-1 3 4851,2 0-274,0-6-230,2 0-527,-1-4 398,2-2-128,2 2 397,7-6-454,1 2-151,4 1-134,-5 6-286,-6 4 51,-2 1-68,-5 8-22,0 4-73,0 2 17,2 7 22,9-1-61,14 1-29,-3-4 46,15-7 38,-7-9 29,10-6 5,-9-2 549,17-31-185,-24 9-207,7-14 235,-18 10-89,-9 10-241,1 2-55,-4-1-102,-1 13 0,0-2 0,0 10 0,-1 13 0,-1 15 0,-1 7 0,-2 0 0,-3 6-557,-3 0 0,-2 4 1,-1 1 460,-2 5 1,-1 2-1,-1 3-536,0-3 1,-1 3 0,-1 0 0,0 1 631,-1 0 0,0 1 0,0-2 0,2-4 0,2-7 0,1-3 0,1 0 0,-6 12 0,1 1 0</inkml:trace>
  <inkml:trace contextRef="#ctx0" brushRef="#br0" timeOffset="63458">25728 8700 20806,'-11'-50'1297,"0"1"1,0 4 0,0 8-1013,-6 19 354,-13-5-336,8 8-158,-6-1-83,14 14-34,-1 16-17,3 2-11,-2 12 0,-1 5 0,3-3 0,0 1-442,-6 17 1,1 2 421,4-4 1,2-1 8,2-1 0,3-1 22,5-5 0,5-3-28,18 24 1,5-21-58,1-19 0,2-3 169,1-2 0,9 0 118,-64-29-230,0 7 22,-13-4 1,-5 1-257,10 6 1,-1 3 247,-7-2 1,0 2-32,6 0 1,3 1 577,-15 3-1267,19 3-1600,16 4 2323,17 6 0,-4-7 0,8 1 0</inkml:trace>
  <inkml:trace contextRef="#ctx0" brushRef="#br0" timeOffset="63695">26193 8604 24451,'0'-47'586,"1"0"1,-1-1 0,0-14 0,0 8-273,0 18 79,0 16-449,0 15 131,0 22-69,2 24-9,-2-6 0,0 4-570,1 11 0,0 3 410,-1 8 1,0 2-184,-1-17 1,-1 0 0,0 1-662,-1 3 1,-1-1 0,0 1 812,-3 5 1,-1 0 0,1-5 0,0-4-1,1-4 1,-2-5 0,1 1 0</inkml:trace>
  <inkml:trace contextRef="#ctx0" brushRef="#br0" timeOffset="64341">25962 9143 22201,'8'-54'931,"1"-1"1,0 5-1,3 7-897,17 4-124,15 9-173,17 12 11,-26 13 0,3 1-748,2 3 0,0 2 212,0 2 1,-1 2-117,-4 0 0,-1 0 135,20 6 848,-19-5 819,-17-8 239,-12-8 359,-10-7-74,-2-5 275,-2-3-823,4-2-207,5 0-152,4 3-213,5 2-179,2 8-100,3 9-29,6 18 6,7 15-39,7 20 0,-17-17 0,-1 1-399,-1 5 0,-2 1 317,-4 4 1,-3 0-3,-6 1 0,-5-2 15,-4-2 0,-4-2 102,-4-7 1,-3-3 89,-21 8 72,3-20 52,8-23-40,12-17-28,12-16-12,17-9-55,14-3 101,-7 27 1,4 1-175,2 2 0,3 2-3,1 2 1,2 1 4,1 3 1,1 1-3,0 2 0,0 2 3,0 1 0,1 0-1595,3 2 1,-1 0 1614,12-3 16,4-2 6,-33 0 55,-1-2 35,-8-3 178,-6-4-178,-1 5 426,-2-4-302,-1 9 3133,0 3-3392,0 1 0,0 7 0,-1 11 0,-3 9 0,-5 34 0,1-11-291,1-6 1,1 0-320,-1 18-32,3-22 1,0 1-2557,0 25 3198,8-9 0,-2-24 0,4-9 0</inkml:trace>
  <inkml:trace contextRef="#ctx0" brushRef="#br0" timeOffset="64530">27377 8591 25588,'-17'-56'373,"1"0"1,1 7-1,5 11-635,8 25 88,2 15-406,6 20-1269,5 18 1849,-3-6 0,1 0 0,2 6 0,-3 1 0</inkml:trace>
  <inkml:trace contextRef="#ctx0" brushRef="#br0" timeOffset="65241">27624 8874 25651,'19'-49'649,"0"1"1,-4 6 0,-2 9-538,-5 19-90,-4 11-5,1 11-67,6 29 39,-3 12 13,-2-13 1,-2 1-349,-5 17 338,-3-19 0,-3-1-48,-10 18 50,4-21 0,-2-2 1,-5 8 111,4-13-50,11-22 6,8-16-29,8-13 46,20-28-62,-5 12 13,3 8 1,1 1 321,-2 8-352,-1 3 0,1 4-17,7 3-45,8 5-50,4 19-28,-12 12 56,-2 8-157,-7 12-39,1-4 129,-1-10 0,4 0 61,-2-5 1,3-2-711,10 1 0,0-3 767,17 1 16,-25-13 0,0-2 73,8-6 62,-1-9 16,-18-6 73,-18-9-61,-18 7-79,-7 4 1488,-23 10-1482,-10 18-96,4 4 12,6 14 22,28 0-11,19-1 11,5-8 1,25 4-46,0-13 34,19 2-28,-5-13 28,-11-6 45,3-14 285,-3-33-179,-10 15-257,-8 1 0,-4 1 302,-5 6 115,3-26-311,-8 29 0,0-18 0,-3 32 0,-1 0 0,1 28 0,-1 22 0,-1 8-111,-1-2 1,-2 3 110,-1 0 0,-2 4-665,-1 6 1,-2 6 0,-1-1 664,0-5 0,0-1 0,-1 0 0,0 0 0,-1 1 0,-2-2-900,-3-1 0,-3-2 0,-1-4 490,-4 0 1,-1-4 0,4-3 0,1-4 0,-8 3 0</inkml:trace>
  <inkml:trace contextRef="#ctx0" brushRef="#br0" timeOffset="66381">29787 8571 20324,'24'-42'963,"1"-1"1,0 0-1,11-21 1,-13 28-695,-33 56-2850,-10 20 0,-4 5 2631,5-6 0,-4 3-11,0 1 0,-5 7 1,-1 1-1,2-4-79,3-5 1,1-2-1,-5 7 55,2-3 0,-4 7 1,-4 5-1,-2 4 1,0 1-1,0-2 1,3-4-1,3-5-207,1-1 0,3-5 0,0-3 0,0 4 0,-5 5-191,5-6 0,-3 4 1,-2 4-1,-2 2 1,0 2-1,-1-1 1,2 0-1,1-3 1,2-4-1,3-4 282,-5 8 0,3-5 0,1-2 1,2-2-1,-1 0 0,-4 9 0,-1-1 1,3-3-1,2-4 0,-3 7 1,-1 0-1</inkml:trace>
  <inkml:trace contextRef="#ctx0" brushRef="#br0" timeOffset="67696">22436 11089 19098,'-10'-53'853,"0"0"1,1 0-1,1 4 1,-1 2 0,-4 13-434,-23 14-123,-12 11-194,15 9 1,-2 5-741,-3 7 0,0 5 679,-2 7 0,2 5-23,0 6 1,3 1-17,8-6 0,4 2 11,-2 15 0,6 1-14,8 12-6,4-24 0,7-1 87,14-6 0,7-5-64,21-5 0,-8-8 0,2-6 13,-1-10 1,0-7 19,1-4 1,0-5 33,-1-4 0,-2-3-36,-2-3-1,-3-1 113,-4 1 0,-3-1 16,-3 2 1,-3 2 193,3-18-85,-9 17 468,-7 13-736,-5 18 218,-7 18-213,-10 21-16,6-12 0,-1 4-4,-2 5 1,0 2-181,0 4 0,0 1 164,0 1 0,1 1-23,2-2 1,1 1-40,3-3 1,2-2-283,2-3 1,4-2-422,11 23-145,11-22 101,13-21 201,11-27 258,9-19 93,-22 6 1,2-3 289,2-5 1,0-2-58,2-4 1,0-2 140,-1-1 1,0-1 47,-2 0 0,-1 0 48,-3 3 0,-2 1 147,-4 5 0,-1 2 158,10-17 0,-13 18-191,-11 15 270,-8 11-510,-9 15 1037,-8 12-1060,-8 19-27,-4 14-297,14-23 1,1 1 278,0 3 1,2 0 2,2-2 1,1 0 2,0 27-5,14-13 11,12-14 16,11-16 40,6-16 5,5-20 23,-14-4 0,1-5 78,1-9 0,0-3-1521,-4 6 1,-2-1 1388,-2-2 1,-2 1 86,7-21-72,0 2-37,-9 18 0,1 2-19,3-8-34,0 4-23,-13 28-61,2 4 2916,1 14-4798,5 10 1994,5 12 0,-8-12 0,0 0 0</inkml:trace>
  <inkml:trace contextRef="#ctx0" brushRef="#br0" timeOffset="68621">23426 11244 20464,'-8'-2'3630,"1"0"-2874,7 2-258,0 0-251,0 2-135,18-1-73,-4-1 23,27-8 0,-5-6-12,7-8 0,-1-6 29,0-17-23,-16 13 73,0-16-3269,-21 15 3235,-3 7-200,-12-3 161,1 22 22,-11-2-44,4 12-6,-5 8-17,-8 21 3216,8-3-3211,3 5 1,1 1-6,1 2-5,3 0 0,2 2-6,2 12-12,4 11-16,20-2 12,7-20-7,16-8 12,-10-21 522,8-12-500,-6-11 1,9-10 27,4-19-6,-9-2-383,-4-1 394,-4-5 1,-6 10 11,5-6-17,0 5-16,1 9-1,3 6-5,1 8-3265,6 10 3243,-12 8 250,12 20-256,-18 9 0,3 8 0,-9 13 11,-5-3-23,2 11-133,5 2-186,0-18-212,6-8 262,-6-21-363,9-15 565,-10-6 40,17-15 145,2-17 29,4-5-196,0-2 285,3 4 336,-5 15-197,-6 6 3170,-8 11-3337,-23 20-90,-3 3 17,-13 17 144,6-9-206,-13 28-39,17-22 0,3 12-11,14-25 0,21-4-16,29-10 10,-7-2 9,1-7 0,1-7 11,-22 1 0,-2-3-133,14-7 1,-2-4 202,-12 0 0,-5 0 73,12-17 582,-8-10-491,-20 25-248,-1-6 0,-10 20 0,-1 8 0,-3 11 298,-7 16-298,-5 10 0,-3 7 0,-2 7 0,-1 4-280,1-1 1,-1 3 0,1 2 279,-1 5 0,2 2 0,1-2-674,2-6 0,1-2 1,1 4 602,1-2 1,0 3 0,1 2 0,1 0 70,0 7 0,1 3 0,1-2 0,1-5 0,-1-6 0,1-3 0,0 0 0,2 8 0,0 0 0,-1 0 0</inkml:trace>
  <inkml:trace contextRef="#ctx0" brushRef="#br0" timeOffset="69337">25959 11576 18119,'19'-51'550,"0"1"0,0 0 0,0-3 0,0 0 0,-4 6-63,-4 7 1,-4 2 311,0-1 0,-3 2-710,-5 0 910,-6 21-954,-2 34-1,-5 22-16,3-6 0,0 4-290,-3 11 0,0 3 260,3-12 0,0 2 0,0 0-110,-1 4 0,1 0 1,0 1 97,0 0 1,0 0 0,0-1 9,2-3 1,-1 0-1,1-1-10,-5 20 0,1-5 17,5-20 0,-1-5 30,-10 26 464,10-51-497,-1-17-5,5-11-1,5-16 0,3-6 14,2 3 1,3-1-295,-1-3 1,2-3 0,0 2 293,3-5 1,3-2 2,1-5 0,2-5 0,-1 4-35,-5 15 1,-1 3-1,1-3 22,4-16 0,0-3 1,0 3-7,-4 13 1,-1 3-1,0 1-3,7-16 0,1 3-220,1 6 1,4 4 224,1 7 0,3 4-5,-1 7 0,3 5-6,4 7 0,1 5 12,10 5-110,11 25 81,-25 20 6,-16-10 0,-2 3 11,-3 7 1,-6 2 24,-5 2 1,-6 1 598,-5 0 1,-5-1-603,-6-2 1,-4-2-1,-3-4 1,-3-3-6,0-3 0,-2-4 5,2-5 1,1-2-11,-16 5 567,3-9-2971,30-12 2564,8-7 0,8 1 0,8-3 0</inkml:trace>
  <inkml:trace contextRef="#ctx0" brushRef="#br0" timeOffset="69977">27063 11078 19468,'2'-5'4738,"-1"2"-3293,-1 3-1310,-62-47-12,18 57-98,4-27 0,0 3-3,10 34 1,4 8-352,-11 14 332,15-15 0,1 2-6,5 0 0,2 0 14,-1 23 23,21-7-12,17-11 18,17-11 10,9-12 23,4-17 16,-1-12-3203,-2-16 3266,-6-9 10,-8-5-61,-12 9 291,-4-8-140,-13 27-107,1-5 74,-8 20-219,-3 6 3392,-4 9-3386,-5 8 5,-3 11 0,0 9-11,4 6 0,5 3-17,10 0 1,10-5 4,12-4-4,-1-12-7,14-3 34,-12-18 17,10-8 0,-11-16-11,-2-11 6,-4-10-23,-4-8 0,-3-5 16,0 0-4,0 6-1,3 9 6,4 8-17,2 9 5,3 7-5,3 6 0,2 6-22,3 11 11,0 7-1,-2 13-10,-7 10 5,-9 10 6,-9 3-123,-12 0-421,-2-7-1035,0-6-1934,10-7 3524,16-6 0,-7-12 0,7-5 0</inkml:trace>
  <inkml:trace contextRef="#ctx0" brushRef="#br0" timeOffset="71004">28066 11248 24262,'21'-32'652,"0"0"1,8-21-423,-44 46-85,-4 3-16,-3 1-17,-4 8-50,5 0 151,-21 19-107,11 1-39,-12 15-39,13-1 0,8 0 11,9-2-33,9-4 16,11-6-5,8-6-6,9-10 6,13-11-28,-11-6 61,13-14 23,-15-5 22,3-14 29,-2-9-7,-4-4 68,-3 2 73,-6 11-51,-5 14-129,-4 13-72,-3 9-17,-4 19 33,-2 5 6,-5 21-34,-3 3 18,0 2-108,4-2-335,4-3-1765,16 0 920,1-16-1956,20-4 532,3-19 1809,25-16 1076,-16 0 263,-11-2 0,-2-4 1239,7-13-83,6-13-30,-5-3-393,-6 2-260,-5 7-193,-6 12-252,-6 11-247,-7 8-66,-4 12-118,-3 2 344,-1 20-344,-2 8-23,-4 16-5,-5 6-13,-6 1-4,5-24 0,0-2 0,-5 10 0,-2 5 17,13-30 6,0-2 33,6-24-51,3 0-5,9-22 0,-2 11 11,11-18 23,1 4-6,6-9 34,1 5 50,4 8-84,-11 13 11,7 7-22,-10 12-12,5 5 6,8 13-5,-12-4-12,6 16-10,-16-4 16,-1-4 33,-7 4-22,-5-16 174,1 0-118,-1-9-39,10-19-5,5-7 5,18-31-45,1 8-116,-10 19 0,0 3 156,9-6 10,7 7-10,-8 17 10,15 7-44,-7 23 5,-9 0-5,-11 12-62,-16 4-246,-14 7-1415,-6-5 1,-4 2 1444,2-9 1,0-1 0,0-3 0,1-3 0,1-2 0</inkml:trace>
  <inkml:trace contextRef="#ctx0" brushRef="#br0" timeOffset="72186">20851 8012 23584,'-46'-28'247,"-2"9"-214,16 20 1,-4 5-595,-1-1 0,-2 0 575,-6 1 0,-1-1-319,-3 1 1,0-1 301,11-1 1,0 0-4,-11 1 0,3 0 421,-2 2-611,-11 2 128,40-2 52,10 6 38,11 9 521,2 2-587,9 38 55,0-4-369,-4-11 1,-1 4 362,-2 1 1,-2 0 2,0-7 1,-3 3 20,-2 7 1,-2 7 0,-1-2-2,-1-10 0,-1-1 0,-1 3-624,0 4 0,-1 4 0,-1 1 0,-1 0 614,-1-4 0,0 0 1,-1 0-1,0 0-8,1-8 0,0 1 0,0 0 0,-1 0 0,0 1 2,0 2 0,-1 0 1,0 1-1,0 1 1,0-1-414,-1 2 1,0 1 0,0 0 0,-1 0 0,1 0 416,-1 3 1,0-1 0,0 1 0,0 0 0,0 0-233,2-9 0,0 0 0,-1 1 0,1 0 0,0-1 0,-1 1 234,0 1 1,0 0 0,-1 0 0,1 0-1,0 0 1,-1 0-97,1 0 0,-1 1 1,0-1-1,0 0 1,0 0-1,1 0 96,0-1 1,0 0 0,-1 0 0,2 0-1,-1-1 1,1 1 7,-1 7 1,0 0 0,0 0-1,1-1 1,1-1-5,3-3 1,-1 0-1,2-1 1,1 0-1,1-1-8,0 9 0,2-1 0,1-1 0,3-1-2,3-4 1,1-1 0,3-1 0,1-1 133,6 11 1,3-1 0,4-3-209,4-4 1,4-2 0,3-4-175,4-4 1,3-3 0,4-3-522,3-3 1,3-4 0,4-3 756,-7-8 0,3-1 0,0-3 0,-5-1 0,11 4 0,-5-3 0,1-5 0,1-1 0</inkml:trace>
  <inkml:trace contextRef="#ctx0" brushRef="#br0" timeOffset="74061">15574 10259 18499,'-4'-51'619,"0"0"0,1 0 0,-1 0 1,0 0-1,-1-5 0,0 4 1,-2 3-501,-2 3 1,-2 2-1,-4 11 347,-29 9 276,-3 12-664,-12 22-72,30 6 0,3 7 8,-1 14 0,4 7-686,6-6 0,2 4 0,0 2 672,-1 10 0,1 3 0,0 3-6,3-9 1,1 3-1,-1 1 1,1 4-109,2-8 0,0 4 0,0 2 0,0 0 0,0-1 0,1-3-488,-1 8 0,0-2 0,0-2 0,0 4 345,2-6 1,0 3-1,-1 0 1,1 0-1,0-2-1435,-1-2 1,1-1-1,0 0 1,0-2-1,-1-1-309,-1 0 1,0-3 0,0 0-1,-2 2 2159,-2 13 0,-2 3 1,-1-1-1,-1-9 1758,-2-10 0,-1-6 0,-2-5-255,-9 2 0,-1-16 1128,-24-48-2089,25-12-239,24 2 1,6-9 0,5 0-335,3 4 0,5 0 0,3-3 250,3-11 1,4-4 0,2 1-353,-3 14 0,1 0 0,1 0 1,1 1-12,1 1 0,0 0 0,2 2 0,0 0 0,7-9 1,2 1 0,1 2-2,-3 5 0,2 2 1,-1 3-5,-2 4 0,1 2 1,0 2 399,14-8 1,1 3-413,-2 6 0,-1 2-28,-1 4 0,1 2 28,-3 2 0,1 2 14,-3 2 1,-1 0 10,-4 2 1,-1-2 172,-1 0 1,-3 0 118,6-6 885,-7-1 95,-21 7 782,-8 8-1808,-8-1 942,-13 18-1008,-9 9-79,-4 16-84,3 6-16,9-5-1301,12-1 1,4 0 1204,0 0-377,5 2 0,3 0-2367,6 2-7014,8 5 8999,-3-16 1,-5-11-1,-6-13 1</inkml:trace>
  <inkml:trace contextRef="#ctx0" brushRef="#br0" timeOffset="74252">16066 10138 24995,'-7'21'-9831,"8"17"9688,9 1 1,0-6 0,-7-13-1</inkml:trace>
  <inkml:trace contextRef="#ctx0" brushRef="#br0" timeOffset="74570">16124 10835 26110,'39'-21'150,"0"0"0,1 0 0,16-12 0,-7-5-117,-20-2 1,-4-4-1839,3-6 0,-2-4 1819,-9 14 1,0-1 0,-1-2 2,-1-3 0,0-1 0,-2 0-184,0-4 1,-1 0 0,-1 0 197,-2 1 1,-1-1 0,0 2-2,-3 2 0,0 1 0,-2 2 65,1-13 0,-3 3 493,-3 13 1,-2 4-348,-4-9-180,-1 24-61,1 26 28,-2 46-22,4-4 330,0 8 0,1 3-333,3-24 0,0 3 0,0 17 1,0 9 0,0-3-45,1-13 0,0-2 0,0 3-238,0 1 0,0 5 0,1-1 0,-1-1-436,0 6 0,1-2 0,0-1-2254,1-2 1,1 0-1,0-3 2969,1 12 0,1-5 0,-1-20 0,1-5 0,1 0 0</inkml:trace>
  <inkml:trace contextRef="#ctx0" brushRef="#br0" timeOffset="74811">17032 10052 24421,'8'-43'687,"1"1"1,-1-1 0,4-13-1,-4 12-451,-5 26-131,-2 16-5,-1 18-21,-3 21-6,-1 27-62,-1-8 0,0 5-1175,0-2 0,0 1 1102,0 2 1,-1 1-260,3-19 0,0 0 0,0-1-1572,-1 12 0,1-1-1384,1-11 0,0 1 0,0-2 1993,0 4 0,0-5 0,1 11 0,1-39 0</inkml:trace>
  <inkml:trace contextRef="#ctx0" brushRef="#br0" timeOffset="75495">16899 10630 16784,'-2'-10'2428,"0"-23"0,0-5-1262,1-3-945,1-4 0,3-1-109,12 0-173,34 6-29,-9 17-415,-2 12 1,2 3-555,15 4-521,-15 3 1,-2 2 145,11 1-1790,7 6 2860,-39-4 841,3 3 1596,-20-6 1008,-7 1-500,-5-2-122,-4-2-1860,7 1 664,1-1-575,6 1-75,1 1-569,6 3-10,9 3-17,4 1 28,26 2-40,-17-6 26,6-6 0,0-2 14,3-8-23,7-5 28,-18-6 40,-14 2 67,-5-14-68,-12 7 23,-9-2-61,0 15 33,-7 6-6,-3 11-83,4 2 49,-14 23-32,19-6 10,-9 26 28,14-1-36,6-6 0,1 2-14,1-4 0,3 0-229,2 7 0,2-1 218,3-10 0,2-1 5,17 23 6,-2-19-17,10-7 0,-7-19 40,18-13 5,-6-14-23,-2-7-5,0-16 6,-7 0-1628,-7 8 0,-2-1 1628,9-12-1,-12 15 1,1 1-206,10-4 228,-4 5 317,10 4-239,-9 18-67,0 1 79,26 37-107,-26 2-3,-4-2 1,-2 2 2775,-8 12-2879,-6 10-667,-4-13-8581,-2 12 9343,-1-12 0,0-17 0,1-13 0</inkml:trace>
  <inkml:trace contextRef="#ctx0" brushRef="#br0" timeOffset="281220">1057 15155 21724,'-11'-60'1099,"0"0"1,0 0-1,-3 0 1,1 3-1008,-1-6 0,1 10 37,-1 21-90,13 41-5,6 24-20,1 0 0,0 4-626,2 17 1,-1 5 600,-3-11 0,0 4 0,-1 2-534,-2-7 0,-1 2 0,-1 1 0,-1 0 476,-1 6 0,-1 2 1,-1 0-1,0 0-43,-2 2 0,0 1 0,-1-1 0,0-1 44,0-3 1,-1 0 0,0-2 0,0-2 63,-1 6 1,-1-3-1,0-4 107,-4 5 1,1-10-25,-4-4 33,-4-51-6,12-51-64,4 6 0,2-8-515,3 9 0,1-4 0,1-2 485,0 8 1,1-3 0,1-1-1,0-1-176,0-4 0,1-1 0,0-1 0,0 0 169,0 11 1,0 0 0,0 0-1,0 0 1,0 0-87,1-11 0,0 0 0,0 1 0,-1 1 85,1 4 0,-1 1 0,1 1 0,-1 2 1,2-12 1,0 2 0,0 2-187,1 8 0,1 1 0,1 4 186,6-14 1,5 5 364,3 12 0,5 7-378,4 9 0,4 7 19,4 7 0,2 9 468,3 9 1,1 8-508,2 8 0,-1 7-62,2 9 1,-4 8 21,-16-10 1,-2 4 0,-2 1 384,-4 2 0,-3 2 0,-4 2-355,-6 0 1,-5 2 0,-5-1 27,-7 0 1,-6-1 0,-5-2 14,-6 1 1,-5-3 0,-5 0-12,-1-7 1,-4 0-1,-2-2 1,2-2-99,2 0 1,0-4-1,-1 1 83,-14 5 1,-4 0-1,7-5-301,9-9 0,4-4-704,-2 2 1,5-6-5943,5-13 7106,32-13 0,9-1 0,3 5 0</inkml:trace>
  <inkml:trace contextRef="#ctx0" brushRef="#br0" timeOffset="282144">2147 14606 18352,'0'-5'5019,"0"2"-4369,0 3-213,-70-42-157,32 32-202,-9-10 1,0 6 72,-5 38-118,19 0-5,10 0 0,1 3-473,-7 23 470,12-16 1,0 3-26,2 0 0,2 0-14,3-1 0,4-1 14,5 26-52,17-14 63,16-16 45,10-17 45,4-20 34,-2-15 33,-4-18 73,-8-8-17,-8-8-84,-9-2-34,-7 23 0,-2 1-27,3-12 178,3-8-161,-7 39 576,2-2-566,-7 14-1,-7 22-83,-2 7-44,-7 24 28,3 3 5,5 2-6,4-1 12,13-4-11,6-7-6,8-8 0,3-11 28,1-11-17,-1-12-45,1-14 141,10-34-74,-16 14-5,5-22 23,-19 17 16,0-5 0,-3-11-22,-1 3 17,-2 6-12,-1 9-22,0 10 22,0 7 12,1 8-45,-1 5 16,0 2-21,1 2-7,-1 0 6,1-1 1,1-2-35,2-5 34,-1 1 17,2 0-22,-5 5 39,1 3-51,0-3 6,-1 2-5,4-9-12,0-4 39,2-10 23,-1-8 22,-2-14-50,-3 13 22,-3-11-16,-2 20-1,-1-5-11,0 3 17,2 4-39,2 3 22,4 3 40,0 6-51,1 3-12,4 10 1,1 9 17,1 5-23,1 23 11,-3 13 0,-4-14 1,-1 5-760,-2 7 1,0 2 708,-3 7 0,0 1-135,0 2 1,1-1-712,0 0 1,3-2-393,5-6 0,3 0-3622,8-2 1,1-4 2508,8 9 1,2-14-1,-24-38 1</inkml:trace>
  <inkml:trace contextRef="#ctx0" brushRef="#br0" timeOffset="282663">2185 14721 21198,'-2'-2'2873,"0"0"-2598,2 2-359,68-50 0,-16 25 54,-18 5 0,4-5 0,-2 2 16,8-1 0,-5 1-778,-11 6 0,-3 0 800,2-5 1,-2-3 163,-5-3 1,-4-1 23,8-17-3,-9 12 1,-2 1 108,-1-4 405,-8-2-108,-3 14 73,-1-3-403,0 12 1063,0 7-1320,0 9 168,0 13-158,1 19-14,-1 6 1,0 5-9,1 5 0,-2 2-552,0 2 0,-1 2 543,-2 10 1,-2-2 5,0-12 0,0 0 14,-3 11 1,2-2-7,1-21 1,2-5 95,-4 20 78,7-47-84,5-17-72,1-9 10,15-33 0,-1 13 1,2-3-459,2 0 0,2-1 478,6-7 0,1 3-5,-8 14 0,1 4 1004,13-12-1040,-8 20-7,-13 13-10,9 27-46,-5 12-47,-6-2 0,-1 4-187,5 21-1359,-6 0 1,0 2-3273,-3-16 1,0 0 2948,1 8 1,-1-3 0,3-1 0,-10-31 0</inkml:trace>
  <inkml:trace contextRef="#ctx0" brushRef="#br0" timeOffset="283363">4164 14695 22890,'-28'-51'963,"0"0"1,8 11-1,-3 6-442,-27-2-280,16 29-163,-2 18-44,13 30 2,16-3 0,3 5-1383,2 15 1,1 6 1320,0-12 0,1 3 0,0 1-49,0-8 1,-1 1 0,0 1 0,0 0-602,-1 4 0,1 1 0,-1 0 1,0 0 198,0 1 1,0 0 0,-1-1 0,1 0-139,0-4 0,-1-1 1,1-1-1,1-2-25,-1 7 1,0-3-1,0-3 536,1 5 1,1-7 114,-2 5 12,-1-40 1392,0-35-1208,0-36 39,2 13 1,2-6 157,-1 8 1,0-4 0,1-1-289,-1 4 0,0-1 1,1-2-1,-1 0-34,0-8 1,1-2 0,-1 0 0,1-2-19,0 9 1,0-1 0,0-1 0,1 0 0,0 0-292,0-1 1,1 0 0,0 1 0,0-1-1,1 2 371,1-11 0,1 1 1,0 1-1,1 1-59,0 7 1,0 1-1,1 2 1,0 2-203,3-8 1,1 3 0,0 3 158,6-11 0,1 5-14,2 13 0,1 4-28,14-9-42,-6 31 0,2 10 42,18 18 8,-13 4 1,-1 7 13,-5 11 0,-4 8 308,-2 7 0,-7 6-313,-5 6 0,-8 3 5,-8-19 1,-5 2-1,-3-2 312,-4 2 1,-4-2 0,-3 0-302,-4-1 1,-2-2-1,-3-1 2,-1-2 1,-1-2 0,-1-1 3,3-4 0,-2-2 0,2-1 11,-11 6 1,3-4 248,8-9 1,3-3-743,-4 1-1311,26-18 1754,33-15 0,-12 6 0,12-5 0</inkml:trace>
  <inkml:trace contextRef="#ctx0" brushRef="#br0" timeOffset="284394">5063 14343 21668,'0'-7'3854,"0"2"-3232,0 5-269,-25-60-191,4 45-115,-1-14 1,-3 6 31,-16 40-46,-3 17-27,22-12 0,1 3-122,2 2 0,4 3 110,2 2 1,4 0-6,-2 17-29,14-15 0,4-2 18,11 2 16,15 9 17,1-27 56,-2-15 17,-2-19 23,-5-15 27,-3-15 17,-4-10-8,-2-3-43,-2 6 126,-4 12 9,-3 17-111,-3 14-124,-4 10-12,-7 21 7,-2 9 10,-7 23-16,3 7 190,6 4-179,8-23 0,2-1 22,4 14-33,3-18 0,2-3 5,10 2 17,9 1-5,-2-14 5,-4-12-17,-4-14 12,0-13 11,1-16-6,1-11 11,0-8 12,-2-3-12,-1 1 18,1 3-18,-1 7-28,1 7 6,2 7 23,1 8-18,1 7-10,6 7 5,-11 5 0,7 11-6,-10 10 23,4 16-34,-4 12-44,-4 7-46,-2 4-190,-1 1-285,3-6 263,0-12-1115,18 2-403,26-36 986,1-5 565,-21-12 1,-1-7 305,-11-1 0,-2-2 66,-1-1 1,-2-2 75,-2 0 1,-1-2 324,1-5 0,-2-1-78,4-11 420,-4-11-83,-13 27-164,-5-3-151,-5 8-84,-9 7-296,3 9 5,-11 6 340,2 13-368,-8 10-5,-3 15 5,13-6 0,2 1-28,-6 14-12,10-11 1,4 0-56,5 7 5,15 9 57,-2-20-12,18-7 39,-6-23 18,7-11 21,1-13 23,-1-12 56,-3-7 101,-4-9-112,-9 18 128,-4-5-55,-6 26-195,-1 1-7,0 7 0,0 5 0,-1 9 0,-1 7 0,0 13 0,0 7-634,1 7-1147,2 2 1781,4 6 0,-2-23 0,2-4 0</inkml:trace>
  <inkml:trace contextRef="#ctx0" brushRef="#br0" timeOffset="285111">6340 14456 20526,'3'0'4374,"0"1"-2307,-3-1-1619,10-61-112,-6 41-249,1-14 0,1 5-31,-4 24-34,-1 14 1,0 8-12,0 5 28,1 35-33,-3-21-1,-1 22-5,0-32 11,-1-6 1,2-12 94,0-3-5,1-7-79,0-10 6,0-23-5,4-8-12,-1-6 17,8-3 22,4 9-39,1 3-39,6 8 40,-1 19-7,-2 7-22,13 5 40,15 15-23,4 6-14,-11 7 0,-3 3 8,1 5-3,-14-9 1,-6 1-25,-10 7-6,-10 1 33,-12 6-5,-9-12 44,-3-11 23,4-15-50,8-9 28,-1-14 5,8-8 6,1-14 5,15-16-33,7 9-6,6 4 11,11 11-16,0 14 1,23-3-7,-5 11-7,9 8-32,-23 9-499,11 20-795,-26 2-4979,2 20 5509,-24-7 0,-3-14 0,-4-11 0</inkml:trace>
  <inkml:trace contextRef="#ctx0" brushRef="#br0" timeOffset="285512">7757 14247 21982,'26'-58'1383,"-1"0"1,-3 8 0,-5 9-970,-13 25-201,-13 15 11,-9 15-11,-12 14-84,-7 14-51,2 8-50,7 5-11,11-2 22,10-5-39,12-10 17,7-10 5,8-13 12,3-13 16,5-15-27,0-14 33,-1-13 44,-7-7 29,-8-5 50,-12 4 45,-18-1-140,-4 18-61,-5 9-1,0 17-5,6 15-62,-3 10-212,4 16-740,5 13-3937,4 10 4620,4-4 0,4-19 0,1-16 0</inkml:trace>
  <inkml:trace contextRef="#ctx0" brushRef="#br0" timeOffset="285811">7760 14592 24206,'-4'0'2963,"1"0"-2566,3 0-234,-66 24-57,43-7-89,-14 0 0,5 3 0,27 2-17,13-4 5,7-5 18,11-6-35,5-5 18,2-10 5,-3-7 28,-5-7 79,-7-3-12,-8 0-33,-10 3-22,-8 4-63,-8 6-139,-6 6-997,-7 4 1148,-8 2 0,15 0 0,1 1 0</inkml:trace>
  <inkml:trace contextRef="#ctx0" brushRef="#br0" timeOffset="286194">1198 15912 22643,'-51'4'-82,"0"-1"0,8 1 0,18 1 283,48-1 1,17 0-71,-8-1 1,3 0-1058,6-2 0,7 0 1,3 0-1,0-2 1115,4-1 0,1-2 0,2 0 0,4-1-349,-8 1 0,3 0 0,3-1 0,1 1 0,1-2 1,1 1 245,-9-1 1,0 1 0,1-1 0,2 0 0,-1-1 0,2 1 0,0-1 0,0 1-105,-1-1 0,0 1 1,0-1-1,2 0 1,-1 0-1,1 1 1,1-1-1,0 0 1,0-1 47,-3 2 1,1-1 0,0 0 0,1-1 0,0 1 0,0 0-1,0 0 1,1-1 0,0 1 0,0 0-120,-3 0 0,0 0 0,0 0 0,1 0 0,0 0 0,0 0 0,0 0 1,1 0-1,-1 0 0,1 0 0,0 0 93,1-1 0,2 1 0,-1 0 0,0-1 0,1 1 0,-1 0 0,1-1 0,0 1 1,0 0-1,1-1 0,-1 1-23,-4 1 0,1-1 0,-1 0 0,1 1 0,0-1 1,0 1-1,0-1 0,0 1 0,0 0 0,0-1 0,1 1 1,-1 0 11,0 0 1,1 0 0,0 0 0,0 0 0,0 0 0,0 0 0,0 0 0,0 0 0,0 1 0,0-1 0,0 1 0,0 0-47,-1 0 1,1 0 0,-1 0 0,0 0-1,1 1 1,-1-1 0,0 1 0,0-1-1,0 1 1,0 0 0,0 0 0,-1 0-205,4 0 0,-1 0 1,1 0-1,-1 1 0,0-1 1,0 1-1,-1 0 0,1-1 1,-1 1-1,1 1 1,-1-1 256,5 0 0,1 0 0,0 1 0,0 0 0,0-1 0,-1 1 0,-1 0 0,-3 1 0,-3-1 0,-3 0 0,8 0 0,-4 0 0,-3 1 0,-2-1 0,-1 1 0,-1 0 0,0 0 0,0 0 0,0 1 0,0-1 0,0 1 0</inkml:trace>
  <inkml:trace contextRef="#ctx0" brushRef="#br0" timeOffset="365844">16374 6780 24575,'61'0'0,"1"0"0,-16 0 0,4 0 0,5 0 0,2 0 0,4 0 0,-6 0 0,3 0 0,4 0 0,2 0 0,1 0 0,-1 0 0,0 0 0,-2 0-1229,-5 0 0,-1 0 0,-1 0 0,0 0 1,1 0-1,-1 0 0,1 0 0,1 0 1042,5 0 1,2 0 0,1 0 0,0 0 0,0 0-1,-3 0 1,-3 0 0,-4 0-108,3 0 0,-5 0 1,-2 0-1,0 0 1,2 0 293,7 0 0,2 0 0,0 0 0,-2 0 0,-4 0 0,9 0 0,-6 0 0,4 0 155,-3 0 1,4 0 0,-2 0-1,-8 0-155,-3 0 0,-5 0-224,-1 0 0,0 0 224,-3 0 0,-2 0 3862,22 0-3862,-16 0 4621,-13 0-4621,-9 0 2971,-1 0-2971,-8 0 1102,-6 0-1102,-13 0 59,-17 0-59,-29 0 0,-12 0 0,10 0 0,-5 0-1547,2 0 0,-8 1 0,-4 0 0,3 0 1547,4 1 0,1-1 0,0 0 0,-3 0-947,4 0 0,-2 0 0,-1 1 1,-1-1-1,0 0 947,6-1 0,0 1 0,-1 0 0,0 0 0,0-1 0,2 1-382,-4-1 0,2 0 1,0 0-1,-1 0 0,-2 0 382,1 0 0,-3 0 0,0 0 0,0 0 0,2 0 0,6 0 0,-1 1 0,5-1 0,1 0 0,-4-1 0,-7 1 0,-6 0 0,0 0 0,1 0 0,6 0-227,-7 0 0,6 0 1,-3 0 226,5 1 0,-3 1 0,1-1 0,4 1 0,5 0 0,4 0 0,2 1 0,-15 7 0,8 1 3016,9 3-3016,-13 4 4946,24-8-4946,2-2 3726,8 0-3726,5-2 1823,6-3-1823,2-1 0,6-1 0,11-3 0,26-5 0,-3 1 0,8-2-1193,2 1 0,8-1 0,3-1 0,-3 1 1193,10-2 0,-2 0 0,6 0-997,-9 1 0,5 0 1,2-1-1,-1 1 0,-1 0 997,4 0 0,-1 1 0,-1-1 0,1 1 0,-12 2 0,1-1 0,0 1 0,0 0 0,0 0-657,11-1 1,1 1 0,-1 0 0,-2 0 656,-7 2 0,0 0 0,-2 0 0,-1 1-392,10-1 0,-2-1 0,-1 2 392,-2-1 0,-1 0 0,-3 1 0,11-1 0,-4 0 0,-4 1 0,-5 0 1051,-12 1 1,-4 1-1052,20 1 4194,-26 0-4194,-3 0 4286,-20 0-4286,-37-1 0,-7-3 0,0 1 0,-4-1 667,1-1 1,-1-2-668,-8 0 0,-2 0-1144,-2-1 1,-2-1 1143,-3-2 0,-2 1 0,20 4 0,-1-1 0,0 1 0,0-1 0,0 1 0,-2 0 0,-14 1 0,-2 0 0,3 1 0,-5-1 0,2 1 0,11 2 0,0 0 0,4 0 0,6 1 0,3 0-246,-2 0 1,1 0 245,3 1 0,0 0 0,3 0 0,-1 0 0,0 0 0,3-1 0,-3 1 1397,9 0-1397,42 0 0,33 0 0,-5 0 0,6 0 8,-7 0 0,2 0 0,6 0-8,-1-1 0,5 0 0,3-1 0,3 1 0,1-1-571,-11 1 1,3 0-1,0 0 1,2 0-1,0 0 1,1-1-1,1 1 571,0 0 0,1 0 0,1 0 0,1-1 0,0 1 0,1 0 0,-2-1 0,1 1-559,-2 0 1,1 0-1,0 0 1,-1 1-1,1-1 1,-3 0-1,0 0 1,-3 1 558,4-1 0,-1 1 0,-2 0 0,-1 0 0,-2-1 0,-1 1 0,3 0 0,0 0 0,-2 0 0,-4 0 0,-5 0-214,19 0 0,-9 0 214,-6 0 0,-9 0 1174,-18 0-1174,-34 1 0,-46 4 0,10 0 0,-6 2 702,7-1 0,-3 0 0,-4 1-702,3 0 0,-5 1 0,0 1 0,2-1 801,5 0 0,1 0 1,0 0-1,-4 1-801,-3 0 0,-4 1 0,-2 0 0,2 0 0,4 0-978,5-2 0,3 1 0,0-1 0,-1 0 978,-10 2 0,-2 0 0,0 1 0,6-2 0,1-1 0,4 0 0,1 0-345,1-1 1,1 1-1,1-1 345,-17 3 0,3-1 0,8-1 0,4-1 0,5 0 0,3-1 0,-22 3 0,8-2 981,3-1-981,8-2 1973,6-1-1973,10-1 5463,15-2-5463,19 0 0,26 0 0,26 0 490,-18 1 0,5-2-490,8 0 0,5-2 0,4 0-1521,-10-1 1,2-1 0,1 0 0,0 0 1520,0 1 0,0-1 0,-1 1 0,0 0 0,-4-2 0,-1 0 0,-1 1 0,-5 0 0,9 1 0,-5 2 0,-5 0 0,-2 1 0,-4 1 0,-1 0 0,-1 0 0,-1 0 0,14 0 0,-18 0 0,-19 0 629,-18 2-629,-49 4 0,17-3 0,-4 0 1412,-1 0 0,-6 0 1,-4 0-1413,4-1 0,-5-1 0,-3 0 0,0-1 0,2 1-731,-5 0 1,2 0 0,-1 0 0,-5-1 730,12 1 0,-4-1 0,-3 0 0,-1 0 0,2 1 0,2-1 0,5 0-1093,-8 0 0,4 0 0,3 0 1,-2 0 1092,-5 0 0,-1 0 0,2 0 0,5 0 0,-10 0 0,7 0 0,11 0 0,2 0-160,3 0 0,1 0 160,-20 0 1265,10 0-1265,19 0 2271,32-3-2271,30 1 0,6-1 0,5 0 2001,15 0 1,9 0-2002,-11 2 0,7-1 0,3 0 0,0 0-390,-14 1 0,1 1 0,1-1 1,0 0-1,1 0 390,8 0 0,3-1 0,1 1 0,-3 0 0,-3-1 0,-5 1 0,-2 1 0,-3-1 0,-3 0 0,2-1 0,-3 1 0,-6-1 0,21-3 0,-21 2 0,-8-1 0,-11 2 0,-8 0 1468,-20 2-1468,-23-1 0,-3 1 0,-6 0 0,-4 0 0,-5 0-107,-10 0 1,-6 0 0,1 0 106,15 0 0,2 0 0,-2 0 0,-14 0 0,-2 0 0,4 0 0,4 1 0,3-2-462,-4-1 0,4-1 462,-5-1 0,22-1 0,6 1 0,16 0 0,5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6T15:21:09.8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1206 3026 22261,'1'-56'961,"0"0"0,-1 0 0,1-1 1,-1 8-1,0 4 0,-1 1-737,-1-19 0,-2 13 189,-8 24-429,3 13-273,1 8 170,4 24 100,3 13 0,2 7-94,2 8 1,-1 3-799,0 5 0,-1 5 802,0-10 0,0 2 0,-2 1-69,-2-3 0,-3 1 0,0 4-52,1-6 1,-2 3 0,0 3-1,0-1 1,0-3-409,-1 3 1,-1-1 0,0-2 0,1 1 554,-1 4 0,-1 1 0,1-3 0,1-7-41,-1 6 0,2-9-106,2 10 244,4-50 22,7-52-18,-1 9 1,0-5-629,1-2 1,0-4 0,0 1 615,2-11 1,0-1 8,-1 5 0,0-3 0,1-3-221,-1 3 0,0-3 0,0-1 0,-1 5 226,1-1 1,-1 4 0,1-4 3,-3 9 1,1-3 0,0-2-1,-1 4 1,-1 5 118,-1-14 1,-1 7-122,0-1 0,1 0-3,0-2 0,4 2-8,7 10 0,2 2-6,-4 7 0,4 2-20,19-5 1,8 8 585,-11 19 1,2 6-586,17 0 0,1 4 0,-15 5 0,-1 4-31,10 9 1,-2 7-102,-7 8 0,-5 5 14,-3 0 1,-6 3 39,-10 10 1,-13 1 46,-18-7 1,-8-3 36,0-8 0,-6 0 6,-4-2 0,-6 1 0,1-3 13,-3 1 0,-1-1 565,4-3 1,-3 1 0,3-3-628,-3-1 1,3-3-712,10-6 1,4-2-186,-3-1 947,21-11 0,11 0 0,1-3 0</inkml:trace>
  <inkml:trace contextRef="#ctx0" brushRef="#br0" timeOffset="607">2326 2461 20123,'-3'-2'1750,"-28"-4"0,-9 0-1117,0 6-513,-7-3 1,1 5-37,-1 16-62,14 5 9,11 1 0,1 3-25,-2 15-4,8-12 1,3 0-3,3 6 23,23 1 55,7-23 40,19 0 16,2-24 17,4-12 12,-3-14 22,-4-8 33,-8 0 51,-8 3 17,-9 9-45,-7 13-129,-6 11-84,-9 15-6,-8 16 17,-9 18-22,0 13-203,13-23 1,3 0 185,2 1 0,3 0 0,10 25 11,15-10-17,21-16 18,20-16-12,-24-17 0,2-4 11,5-5 0,0-6 25,2-6 1,-1-7 0,-11 1 0,-2-5 1,-2 1-1012,2-4 0,-3-2 1002,-7-1 0,-1-4 0,-5 0-3,-3-7 0,-3 0-1,-4 8 0,1-1 1,-2 2-3,0-8 1,-2 1-127,-3-7 1,-5 4 355,-9 0-84,-12-6-95,-3 41 235,-5 26-308,-1 23 0,16-6 0,2 6-6,1 8 1,4 3 440,1-6 1,3 4-500,3 10 1,1 8 0,3-2-635,0-9 1,3 0 0,-1 2 397,0 4 0,0 4 1,1 0-1,0-4-40,1-1 0,0-4 0,1 2-1044,1-3 1,0 3 0,0-2 0,-1-5-1308,0 5 1,0-2 503,3 12 0,-4-8 2187,-12-17 0,4-22 0,-5-14 0</inkml:trace>
  <inkml:trace contextRef="#ctx0" brushRef="#br0" timeOffset="1050">2490 2982 15799,'-15'-42'2013,"1"-1"1,-1 0-1,-4-15 1,1 4-1527,8 18 0,1 3-39,-2-18-341,12 13-84,17 9-52,22 4-10,-8 13 0,4 1-661,9-2 0,2 0 591,7-1 0,2-1-1,3-2 1,-1-2 39,-2-2 0,-2-4 64,-5-2 1,-4-4 33,-6-2 0,-4-4 36,-7-2 1,-5 0 75,-5 1 1,-4 1 296,2-23 101,-19 18-46,-9 18-206,-7 12-146,0 12 845,2 17-974,3 19-1517,9 4 1,2 4 1507,0-9 1,1 1-1,0 6 0,1 5 0,-1 0-552,-3 12 0,-2 3 548,1-10 0,-1 3 1,-1 0 2,-1-1 1,-2-1 0,1-2-2,2-6 0,-1-2 0,0-2-40,0 6 1,0-6 129,2 4 56,4-30-51,9-31-39,10-27-9,-2 8 1,3-3 988,4-8 1,3-1-993,4-3 1,1-1 14,2 4 0,1 2-12,-2 6 1,0 4 696,-4 8 0,0 5-732,18-3 114,-5 22-137,0 24-101,0 20-165,-19-10 0,-3 4-2360,-1 7 1,-1 2 2636,-3-1 0,-2-3 0,1 16 0,-6-25 0</inkml:trace>
  <inkml:trace contextRef="#ctx0" brushRef="#br0" timeOffset="1767">3975 2915 19944,'-3'-58'1215,"0"1"0,0-1 1,0 4-1,-3 2-767,-4-11 1,-3 7 27,-6 22-359,-3 7-128,11 24 17,6 36-6,6-2 0,3 5-1060,2 19 1,1 6 1049,-1-11 1,1 2 0,0 3-473,-2-9 1,0 2 0,0 1 0,-1 1 388,1 4 1,-2 1 0,0 1 0,-1 1-198,-2 1 0,-2 1 0,0 1 0,-2 1-340,-1-7 0,-1 1 1,0 1-1,-1-3 1,0-3 442,-2 10 0,0-5 1,-1 0 173,-4 4 0,-2 0 0,0-14 1009,-8-9-839,-1-32 39,10-54-104,11 1 0,3-7-499,2 9 0,2-4 1,0-1 488,0-9 0,2-3 0,0 0-200,-1 11 1,1 0 0,0-1 0,0 0 258,-1 0 1,1-1-1,-1 0 1,0 0 10,0 2 1,-1 1 0,-1 0-1,1 0-23,-1-12 0,0 1 0,0 2 14,-2 3 1,0 2 0,1 1-105,1 4 0,0 2 1,2 0-194,1 4 0,1 0 0,3 3 157,6-15 0,6 3-17,4 6 0,5 5-23,3 8 1,4 5-9,4 8 0,2 6 400,3 8 0,1 7-409,2 9 1,-2 9-20,1 7 1,-3 7 508,-4 10 0,-6 5-456,-8 4 1,-10 4 38,-13 0 1,-12 0 11,-12-1 0,-10-3 11,-10-3 0,-7-3-403,7-11 0,-3-2 0,2-2 378,-2 1 0,0-3-3,-11 5 0,3-5 558,5-9-992,6-4-1626,27-19 2046,34-14 0,-9 6 0,12-3 0</inkml:trace>
  <inkml:trace contextRef="#ctx0" brushRef="#br0" timeOffset="2374">4998 2401 19109,'0'-3'4447,"0"1"-2683,0 2-1472,-77-21-230,46 22-40,-25 0 0,1 5-5,27 18 2,4 0 1,2 2-14,5 11 0,4 8-6,15-3 5,13-7 29,12-9 5,6-8 79,10-11-1,-7-12 12,3-11-67,-17-3 83,6-17-106,-16 15 34,13-25 39,-15 24-17,3-2 96,-9 15-85,-3 7-89,-4 2-6,-3 8 17,-4 6-45,0 17 12,2-6-23,9 15 5,11-13 46,8 5-12,21-1-28,-3-12 28,1-5 17,-7-12 12,-10-10-7,5-7 34,-1-19-11,-4-13-50,-7 5 11,-4 0 39,-4 7-11,-2 10-34,2-5 34,0 13-40,1 9-22,4 1 6,0 7-11,8 10 16,4 16-5,0 7-17,1 13-6,-11-13-150,1 8-724,7 2-139,-3-9-4403,21 10 4602,-11-25 0,-4-3 0,-10-8 0</inkml:trace>
  <inkml:trace contextRef="#ctx0" brushRef="#br0" timeOffset="3475">5965 2613 21254,'6'-55'1377,"1"0"1,-1 5 0,-4 5-839,-8 4-175,-8 10-252,-1 12 33,-18 8-106,7 16-22,-13 10-11,7 19-1,4 12 1,10-3-20,10-7 0,4 1-20,8 14 12,1-17 0,4-1-18,19 8 35,6-17 5,-4-12 33,6-16 23,1-22-5,-1-7-12,-5-7 107,-8-19-51,-12 17-73,0-9 163,-6 8-28,-3 25-56,-1-2-118,-1 15-34,-1 6 23,1 7 6,-1 9-118,8 11-11,0 0-1305,20 26-1854,2-13 481,-6-12 0,2-1-4362,25 8 3600,3-15 5870,-4-20 4068,-10-16-936,-9-14-3631,-12 1 1329,1-23-2028,-9 14-375,2-14-191,-4 16-179,-3 9-207,-1 10-151,-1 8-6,1 10 33,3 12-33,3 13-5,0 15-7,-3 9-4,-3-7-38,-9-9 1,-2-1 14,-3 8 89,-5 9 51,6-31-34,6-21-16,2-8 66,8-37-5,6 0-36,-2 10 0,3 0-171,1 4 0,1 1 165,1 3 0,1 0-14,20-15-16,-2 15-18,-1 13-22,2 15 39,3 13-16,0 14-1,-7 0 11,-12 0 1,-2 2-23,1 12-33,2 19 28,-16-19 10,-10-11 370,-5-13-319,-4-13-17,2-9 29,-4-26-12,8-3 22,-1-17-5,8 8 6,8 6-45,7 7-17,12 6 11,8 7-22,9 8 11,5 4 0,4 13-6,-1 8-5,-5 13-84,-11 10-264,-15 7-693,-15 4 1052,-14 5 0,2-24 0,-3-5 0</inkml:trace>
  <inkml:trace contextRef="#ctx0" brushRef="#br0" timeOffset="3683">7911 2206 24973,'-2'-4'2386,"0"1"-2638,2 3-2022,-14 2 2274,10 13 0,-11-10 0,15 9 0</inkml:trace>
  <inkml:trace contextRef="#ctx0" brushRef="#br0" timeOffset="3834">7930 2681 25797,'3'-4'2581,"-1"2"-3527,-2 2 946,-24-43 0,18 32 0,-18-31 0</inkml:trace>
  <inkml:trace contextRef="#ctx0" brushRef="#br0" timeOffset="4892">2666 3572 10436,'-62'7'41,"1"0"1,-1 1 0,0-1 0,0 0 0,0 0-1,4 0 1,1 0 0,0 0 0,1 0 0,0 0 0,0 0-236,2 1 1,1-1 0,-1 0 0,2 1 0,0 0 0,3-1 599,-14 2 0,2 1 0,3-1 1,4 0-146,2-1 0,3 0 1,8 0 1228,-16 8-966,81-15 1,21-3-335,5 0 0,8-1 1,6-1-294,-11 1 0,3-1 1,4-1-1,1 1 1,1-1 168,-9 2 0,0-1 1,1 0-1,2 1 1,0-1-1,2 0 0,-1 1-137,-1-1 0,1 1 0,1-1 0,0 1 0,1 0 0,0-1 1,1 1-1,0 0 104,-3-1 0,0 1 0,0 0 0,1 0 0,0 0 0,1 0 0,1 0 0,2 0 0,1-1-39,-6 1 1,3 0 0,1 0 0,2-1 0,0 1 0,1-1 0,0 1 0,-1-1-1,0 1 1,-2 0 0,-2-1 0,-1 1 14,3 0 0,-3 0 1,-2 0-1,-1 0 1,0 0-1,1 0 0,1 0 1,4 0-1,3-1-43,-8 1 1,3 0-1,4 0 1,1 0-1,3-1 1,0 1 0,2-1-1,-1 1 1,0 0-1,-1-1 1,-1 1-1,-3 0 1,-3 0 0,-3 0-1,-4 1 39,17-2 1,-8 2 0,-3-1-1,-3 0 1,2 1 0,3-1-1,7 0 0,-16 1 0,3 0 0,3 0 1,2-1-1,1 1 0,2 0 0,1-1 1,0 1-1,-1-1 0,0 1 0,-1 0 1,-2 0-1,-3 0 0,-2 0-12,11 0 1,-2 1 0,-3-1 0,-2 1 0,0-1 0,0 1 0,1 0-1,1-1 1,2 1-21,-3 0 0,1 0 0,0-1 0,2 1 0,0 0 0,0 0 0,1 0 0,-1 0 0,0 0 0,-1 0 0,-1 1-120,4-1 0,-2 0 0,1 0 1,-1 1-1,1-1 0,-2 1 1,1-1-1,-1 1 0,0 0 1,0 0 146,-2 0 0,0 1 0,1 0 0,0 0 0,0 0 0,-2 0 0,-1 0 0,-3 0 0,-1-1 0,-4 1 0,18 0 0,-4-1 0,-4 1 0,-3-1 0,0 2 0,1 0 0,0 0 0,0 0 0,0 0 0</inkml:trace>
  <inkml:trace contextRef="#ctx0" brushRef="#br0" timeOffset="6020">7632 5342 21875,'26'-43'833,"0"-1"0,0 1 1,9-16-1,-10 16-698,-20 36-107,-6 9 90,-25 24-62,-20 16-37,5-5 1,-4 4-521,10-11 1,-1 2 0,-1 0 505,-4 3 1,-1 1 0,1-1-284,7-6 1,2-1 0,-1 1 282,-3 2 1,-1 1-1,5-2 1,3-1 0,5 0-171,4 5 1,11-1 153,34 4 0,25-13-26,0-21 1,7-7-34,-2-1 0,4-3-515,-9 0 1,3 0-1,0 0 439,0-2 1,1 0 0,1 0-1075,-8 0 0,2 0 1,0-1-1,-3 1 1008,0 0 0,-1 1 0,-3-1 0,16-3 1,-8 2-1,-12 2 0</inkml:trace>
  <inkml:trace contextRef="#ctx0" brushRef="#br0" timeOffset="7253">8587 5412 23694,'-1'-43'399,"-1"0"1,1 5 0,-1 11-394,2 23 754,5 22-704,12 35-56,-3-6-77,-1-4 1,-2 4 73,-6-10 1,-1 0-298,0 12 0,-2 1 308,-4 0 1,-3 0-15,-4 2 1,-2-2 141,0-15 0,-1-3-68,-17 18-29,11-35 34,0-25 257,8-18-313,5-9 0,2-5-12,2-1 1,3-4-129,0 5 1,1-4 0,1 4 133,1-6 1,2 0 1,-1 6 0,1-1 0,1 1-2,1-7 0,1 0 4,1 3 0,1-2 0,0 3-12,-1 1 0,2 1 13,14-15 1,2 6-22,2 16-18,11 4 1,3 5 11,-2 12-6,1 5 0,0 5 84,12 18-101,-20 9 1,-2 5 22,5 18-3,-22-2 0,-12 5-6,-24 1 1,-9-1-292,9-8 1,-4 0 314,-13 2 0,-9 2 0,1-7-456,4-8 0,-1-3 469,4-3 0,-2 2 0,2-5 25,1-4 0,3-3 1110,-8 1-967,14-9-146,25-8-33,14-3 630,22-3-625,4 1-14,-5 3 0,3 0-427,9 1 0,0 1 419,-8 0 0,2 1-38,3 0 1,4 1-1,-4 0-7,-4 0 0,-1 1 31,8 0 0,1-1-48,-4 0 0,-1-1-1390,-1-3 1,-2-1 1467,23-4 13,-24-2 0,-5-2 54,-13-7-32,1-3 60,-16-2 169,-16-3-218,5 9 1360,-19-1-1372,4 21 3378,-9 11-3400,6 2 22,-3 18-51,9-1-3385,0 22 3397,9-16-113,12 27 113,6-35-20,7 0 1,5-1 2,16-6 34,-2-10 0,0-4-1,8-8 12,17-22-16,-33 2 24,-2-6 0,0-3 43,1-18-26,-9 14 0,-2-3 42,-8-21-11,-19 5-56,-4 17 56,-34 4-56,22 23 17,-34 5 3300,34 17-3362,-5 12 138,19 11-239,15 8-229,14 7-487,15 3-377,-9-26 0,4-1 441,2-2 0,4-2 549,4-4 0,0-3 159,23 2 40,-21-16 0,1-6 159,0-7 0,-2-4 84,0 0 0,-1-4 364,6-9 1,-4-2-200,-1-6 332,-2-12-394,-24 26 488,0-12-627,-9 19 95,-14-3-218,-4 20-40,-8 9-22,6 14 0,8 1 651,7 22-662,12-14 22,8 15 1,13-16 38,7-9-16,4-8 33,-2-11 22,-5-11-16,-8-10 11,-7-10-45,-8 3 40,-4-15-23,-7 14-23,-3-8-10,-4 13-107,0 5-207,1 7-421,4 3-27,4 3-6620,24 1 7359,2 0 0,2-1 0,-11 1 0</inkml:trace>
  <inkml:trace contextRef="#ctx0" brushRef="#br0" timeOffset="7453">10803 5005 22593,'0'-6'4307,"-1"1"-3579,1 5-274,-23-65-208,16 44-196,-5-17 1,0 10-40,11 29-33,0 20 33,1 22-23,0-9 1,0 3-496,0 9 0,0 2 378,-1 5 0,0 3-353,-1 2 1,-1 2-1138,-3 1 1,-1-1 119,2-13 1,-3 0 1498,-4 12 0,-1-7 0,3-14 0,-5 13 0</inkml:trace>
  <inkml:trace contextRef="#ctx0" brushRef="#br0" timeOffset="7961">10614 5516 20302,'-3'-50'1669,"1"0"0,-3-7 0,0 6-1299,-2 10-269,-1-11-135,14 26-38,12 12-57,17 9-129,14 12-157,10 4-56,-26-3 0,1 1 255,2-1 1,1 0 58,0-2 0,0-1 140,0-1 1,-1-1 55,-1-3 0,-2-1 202,22-4 280,-17-5 100,-16-1 24,-14-1 5,-8 2-152,-5 3-218,-2 3 343,-5 3-601,0 8 12,-2 9-23,3 11-22,3 8-6,16 9 17,2-13-28,22 7 11,5-20 17,16-3 17,1-9 28,-5-17 16,-15-11 7,-13-15-7,-13-8 18,-16-3-1,-12 3-22,-17 11-22,-11 12-1,-4 12 6,-1 15-3380,1 19 3358,20-1-64,1 24 42,23-6-12,5 15-34,15 3-75,1-30 0,2-1-557,5-1 0,4-2 683,4-1 0,1-3 0,3 3 0,-3-8 0</inkml:trace>
  <inkml:trace contextRef="#ctx0" brushRef="#br0" timeOffset="8604">13021 5619 23170,'-14'-51'1041,"1"-1"1,-4-5 0,0 7-739,1 12-326,-3-1-22,12 31 23,10 44 22,1-2-19,2 4 1,2 10-1,-1-1-1117,0 12 0,0 3 928,-2-17 1,0 5 0,0 0-1,-2 0-647,0 12 0,-1-1 1,-2 1-2423,-1 0 0,-1 1 0,0-3 3002,-1-8 0,0-1 0,-1-5 1,0 1-1,0-6 0,-2 1 1</inkml:trace>
  <inkml:trace contextRef="#ctx0" brushRef="#br0" timeOffset="9512">12835 6558 10852,'-4'-51'1168,"0"-1"1,-1 1 0,4 1 0,-1-4 0,2 0-1,1 2-858,2-9 0,1 1 0,1-2-706,-1 7 0,2-2 1,-1-1-1,1 4 624,2-6 0,-1 2 0,1 2-94,-1 4 0,1 2 1,-1 0 43,-1 7 0,0 0 0,0 2-145,3-14 1,1 3 185,2 5 1,3 3-257,4 6 1,5 3-23,5 6 0,4 5 3,6 6 0,2 5 22,-7 2 1,2 7-76,7 12 1,4 8 0,-6 1-227,-11-4 1,-2 2 286,25 15 1,-6 8-46,-25 1 1,-10 3 524,-8-8 0,-3 1-407,1 7 0,-8-2 320,-17-5 0,-10-6-183,-16-2 1,-5-4-43,-1 2 1,-3-2-141,13-7 0,-3-1 0,4 0 11,-7 1 1,4-1-57,9 0 1,4 1-59,-7 7 704,26 15-1551,32-15-978,24 7 505,-7-22 1,4-5 226,9-3 1,2-4 571,8-3 0,1-3 292,-17 0 0,0-1 1,1-2 515,0-2 0,-1 0 1,0-2 143,-2-1 0,0-1 0,-2-1 356,14-10 0,-4-1 246,-5 0 1,-4-1-719,-11 8 1,-1 0 616,-1-4 1,-1-1 200,-5 1 1,-1 1-30,15-26 1257,-7 1-1449,-17 23 759,-8 12-1257,-8 8 575,-10 10-770,-20 18-73,9-1-1,-17 24-16,21-5-6,1 11 432,11-3-432,11-6-17,10-7 28,7-10 28,7-9 40,2-7 44,3-11-22,1-7-1,0-8 29,-3-2 34,-6 0 5,-7 6-73,-7 6-34,-3 5-21,-5 6-29,0 6-11,-3 5-11,3 9 33,3 3-16,10 2-12,11-1 0,13-4-10,13-4 38,12-7-238,-27-8 0,0-2 246,1-5 1,-1-4 14,-3-1 0,-1-6 33,1-11 1,-3-4-23,4-16-12,-14 6 1,-6-3-11,-7 8 0,-2-1-1,0-11 1,-2 0-4,-2 1 1,-2 2 53,0 6 0,-2 2 191,-8-19-107,1 23-135,3 16-72,3 12 17,4 14 16,1 15-5,0 23 5,2-14 1,0 3-277,0 7 1,0 2 256,1 5 0,1 2-51,-1 1 1,1 1-163,0 0 0,0 1-182,0-2 0,0-1-158,0-3 1,0-3-799,0-7 1,1-3-3666,1 15 4295,-2-26 1,-1-16-1,-2-8 1</inkml:trace>
  <inkml:trace contextRef="#ctx0" brushRef="#br0" timeOffset="9954">14397 5573 14835,'-7'-37'3901,"-1"1"1,2-14-3250,-1 5 1,2-1-4,5-4-391,6 8-197,8 5-66,15 5-51,18 6-463,-16 13 1,3 1 431,5 1 1,2 1 13,2-2 0,1 1 39,-1-3 1,-2 0 35,-3-1 1,-3-2-5,-6-1 0,-2-2 114,10-19 95,-17 1 56,-14 1 140,-12 4 141,-4 3 635,-1 8-837,2 8 41,5 7-400,2 9 39,1 15-22,0 20-3,0-6 1,1 2-347,0 29 349,0-1 0,-2 4-587,-2-16 1,0 0 582,-1-3 0,0 4 1,0-4 5,-4 9 1,-1-5-121,0-6 1,1-4 123,-6 18 100,7-25 62,4-20-39,14-36-101,-1 1 5,4-6 1,2-2 56,15-21-1,-5 11 1,1 0-49,-7 13 0,1 0 15,7-7 0,0 4 6,8 2 1099,8 3-1133,2 14-23,1 19-128,4 17-275,-24-4 1,-2 5 397,3 9 0,-3 0 0,4 5 0,-6 2 0</inkml:trace>
  <inkml:trace contextRef="#ctx0" brushRef="#br0" timeOffset="11004">15934 5354 22352,'-4'0'1854,"0"0"-1742,4 0-263,119-74-416,-66 59 1,4 6 0,-2-4 0,-3-13 0,-2-4 0,0 7 0,-5 17 0,0 0 0,1-1 0</inkml:trace>
  <inkml:trace contextRef="#ctx0" brushRef="#br0" timeOffset="11180">16187 5476 26150,'41'-24'-159,"1"-1"1,0 1 0,2 0 0,0 0 0,1 4-989,-3 4 1,1 2 0,-1 1 202,16-5 1,-3 1 0,-17 5-1,-5 2 1,5-1 0</inkml:trace>
  <inkml:trace contextRef="#ctx0" brushRef="#br0" timeOffset="11395">17469 4626 22811,'-5'-3'2308,"0"1"-2252,5 2-751,-9 5-1657,21 9 2352,3 9 0,5-5 0,1-4 0</inkml:trace>
  <inkml:trace contextRef="#ctx0" brushRef="#br0" timeOffset="11529">17611 4671 18610,'-1'-3'5842,"0"1"-4144,1 2-1738,-28-13-436,29 28-4100,-10 2 4576,35 24 0,-7-12 0,-5-12 0</inkml:trace>
  <inkml:trace contextRef="#ctx0" brushRef="#br0" timeOffset="12928">18757 4718 21075,'12'-51'1411,"0"0"0,-2 5 1,-3 14-1299,-6 29 228,-9 26 6,-12 26-229,2-9 0,-4 6-858,3-8 1,-2 2 0,-1 2 741,-5 6 0,-1 2 0,0 2-441,4-10 1,0 0-1,-1 2 1,1 0 312,-1 2 0,0 1 0,-1 0 0,2 0-825,0 2 0,0 0 0,1 0 0,1-2 656,-3 9 0,1-1 0,3-5 0,-1 3 0,4-6 0,-1 4 0</inkml:trace>
  <inkml:trace contextRef="#ctx0" brushRef="#br0" timeOffset="14515">19325 5095 21433,'3'-50'911,"0"0"0,-1 5 1,-5 10-543,-18 21-122,-8 9-85,-9 17-100,-7 16-40,18-6 0,1 4-561,-3 5 0,1 2 544,0 3 1,1 1-9,2 1 1,4 0-4,4-9 0,3-1 124,3 8 0,6-3-140,12 2 44,12 2 17,19-29-5,11-24 5,-21 1 0,0-5-151,4-7 1,-1-3 198,1-5 0,-2-2-398,-1-2 0,-2-2 398,-2 1 0,-2 0-9,-4 3 1,-2 3 860,9-20-771,-12 21-162,-7 19-68,-7 27 57,-3 4 16,-5 35-56,-1 6-153,3-19 1,0 1-150,1 2 0,1 1-522,0-3 1,2-1-405,4-5 0,2-2-4866,11 13 5342,7-21 1,-6-15 0,-6-8 0</inkml:trace>
  <inkml:trace contextRef="#ctx0" brushRef="#br0" timeOffset="14958">19779 5005 12645,'21'-40'1947,"0"0"1,-1 0 0,4-6 0,-2 2-609,-6 3 0,-3 3-326,-5 1-391,-1-5-398,-9 29-190,-2 15 33,-1 16-11,-4 19-17,-1 21-323,3-21 0,0 2 272,-1 6 1,0 1 3,-2 5 0,-1 0-1,-1 2 1,0-1 5,-2-3 0,1-1 11,0-8 1,2-2 13,-7 15 169,7-25 235,7-19-280,21-44 44,2-4-101,-2 4 1,3-2-344,-4 5 1,2 2 298,0 0 0,1 0 0,19-19 518,-1 12-557,-5 15-23,-4 12-6,-3 14 12,-2 13 6,0 24-1,-9-8-16,-4 24 10,-16-14 24,-11 13 373,-17-5-377,12-28 1,-3-2-4,-2-4 1,-2-3 5,-30 4-44,4-13-191,12-16-746,16-12-2031,22-17 3001,36-16 0,-14 24 0,15 1 0</inkml:trace>
  <inkml:trace contextRef="#ctx0" brushRef="#br0" timeOffset="15649">20615 4905 24570,'-55'19'291,"0"0"1,5-1-1,7 6-238,20 6 0,6 2-41,-7 13 4,12-11 1,4-1 0,6 11 0,8 10 5,11-8 34,12-11 23,9-14 27,3-17 0,1-17-5,-3-17 22,-7-15 6,-7-11-17,-11-4-314,-7-3 337,-10 6-1,-7 7-3230,-12 11 3136,5 19-18,-11 9-33,11 19 5,-3 6-11,4 12 209,7 6-254,5 7 3264,11 0-3673,10 1-414,16-4-246,11-8 190,9-12 409,4-11 490,-19-14 0,-1-3 137,7-3 23,7-14 296,-31 9 230,-6 1 62,-3-4-118,-6 6-73,-6 5-419,-1 7 21,-3 6-38,-4 10-12,-6 26-45,7 0-16,-1 9 22,17-8-28,-1-16 11,18 13-11,6-12 17,15 1-3,-13-18 0,1-3-25,12-3 25,-12-8 0,-3-5 64,3-16 48,-13 3 0,-3-4 81,4-22-118,-14 20 1,-3 0 0,-6-7 44,-4-1-55,-3 19-46,0 1-94,3 12-130,3 8-335,8 13 11,0 1-1390,12 17 1905,1 5 0,-6-12 0,-1 0 0</inkml:trace>
  <inkml:trace contextRef="#ctx0" brushRef="#br0" timeOffset="15949">21482 5319 24732,'29'-52'560,"0"-1"0,1 0 1,0 3-494,-5 13 0,-1 2-491,-3 4 1,-1-1 479,4-14 0,-2-3-445,-6 6 0,-2-1 481,3-11 1,-3-1 30,-4 6 1,-5 1 63,-4 4 1,-4 4 378,-8-10-521,-4 18 0,1 25-23,0 21 408,0 10-396,-3 25-34,10-18 0,0 2 418,-3 26-430,4-17 1,1 5-99,3-4 0,1 2 0,0-1-36,-1 4 1,2 0-574,1 2 1,0 4 0,3-6-766,1-9 0,1-3-127,-1 1 1,1-1 882,7 25 1,-9-41 0,0-1 0</inkml:trace>
  <inkml:trace contextRef="#ctx0" brushRef="#br0" timeOffset="16175">21460 4989 24425,'44'-25'34,"0"1"1,0-1 0,-3 2-1,0 1 1,-2 7 29,11 8 1,-3 6-51,-12-3 0,-3 2-25,24-3 5,-35 3-727,-12 0-539,-7 1 1389,-1-2 1,-1 1 0,0 0-1</inkml:trace>
  <inkml:trace contextRef="#ctx0" brushRef="#br0" timeOffset="23795">22631 4556 18744,'28'-56'1206,"0"-1"1,0 1 0,2-2-1,1 0 1,-4 13-821,1 8-257,4-4-50,-22 44 56,-16 30-82,-3 0 0,-3 5-22,-7 15 0,-3 5-834,3-11 0,-2 3 1,-1 0 809,2-7 0,0 1 0,-1 0 0,0 1-30,-3 3 1,-1 1-1,0 0 1,0 0-105,0 0 1,-1 1 0,1 0 0,0-1-300,1-2 1,0-1-1,1 0 1,2-2-1678,-3 8 0,3-1 0,1-3 2103,0 7 0,5-6 0,1 4 0,12-29 0</inkml:trace>
  <inkml:trace contextRef="#ctx0" brushRef="#br0" timeOffset="24238">23276 4665 19053,'0'-3'4548,"0"0"-3215,0 3-1216,-33-11-55,14 21-12,-25-5-16,28 24-12,5-3 34,6-4 63,7-8 110,5-7-10,8-9-74,8-9 18,6-10 49,0-4 52,-4-3-52,-8 2-66,-7 3-34,-8 5-56,-7 6-45,0 6 28,-5 2-55,1 7 10,-4 4-11,-1 5-50,0 6-235,2 5-1037,4 4-5444,4 4 6783,4-3 0,0-10 0,2-7 0</inkml:trace>
  <inkml:trace contextRef="#ctx0" brushRef="#br0" timeOffset="24688">23147 5128 25292,'-25'32'196,"0"-1"1,-8 21-91,53-44 6,6-6-5,2-8 16,-2-6 50,-4-6 57,-5-2 0,-7-2-34,-4 1-34,-6 5-100,-5 7-40,-7 5 12,-9 10-12,-5 7-11,-4 9-5,3 6-12,5 5 6,11-11 17,6 4 28,12-17-12,5 0 23,6-6 28,1-7 23,1-13-68,-7 3 23,-2-15-6,-7 11 5,-3-5-61,-3 8-78,-2 4-757,0 7 835,-2 2 0,4 2 0,-1 0 0</inkml:trace>
  <inkml:trace contextRef="#ctx0" brushRef="#br0" timeOffset="27570">23869 4897 17087,'1'-7'3148,"6"-32"0,2-4-2790,-3 20-241,2-19 1,1 5 190,-5 30-145,-1 4 21,-2 12-27,-4 14-78,-5 20-57,-2-2-5,-1-2 0,-1 2-12,-3 17-246,6-16 1,1 0 257,6 16 5,6-19 130,24-11 4,3-24 36,20-12 65,1-20-117,-24 7 0,-2-2-11,16-17 36,-16 7 0,-2-1 3,3-10-118,-11 12 1,-1 1 22,-4-7-28,-6 11-96,-5 13 443,-1 8-667,-1 13-475,1 9-886,4 12-6441,11 16 8077,0-11 0,1-5 0,-7-18 0</inkml:trace>
  <inkml:trace contextRef="#ctx0" brushRef="#br0" timeOffset="28020">24616 4853 21147,'9'-44'1286,"1"0"1,-2 4 0,-3 6-805,-8 13-253,-1 8-178,0 7-23,2 12 5,2 8-21,0 4 27,3 28-28,3-5 0,3 9-8,0-18 0,2-2 2,0 3-5,2 1 0,0 1-56,-4 6 28,3 5-95,-17 3 56,-5-27-135,-9 3 0,-6-2-302,-19-2 84,10-8 0,-1-2-168,-15-4-516,18-13 1,2-7-834,0-14-383,0-27-107,36-7 2026,4 27 1,3 1 411,15-19 437,-6 21 0,0 3 45,-1 3 897,16-14 1315,-15 18-952,-4 2-392,-4 4-666,-10 10-331,-10 6 489,-5 10-528,-10 9-129,-7 13-107,-4 9-27,0 7-68,3 4-569,5 2-2427,7-3 2368,7-10 0,6-17 0,3-12 1</inkml:trace>
  <inkml:trace contextRef="#ctx0" brushRef="#br0" timeOffset="28655">25072 4798 25931,'-28'56'50,"0"0"1,4-5-1,12-7 23,29-8 6,14-14 16,7-11 17,4-19-11,4-11-1,1-15-10,-1-10-31,-24 20 0,-2-1 64,11-28-28,-12 2 39,-10 4-27,-10 8-29,-7 9-11,-6 11-55,-5 6 27,-3 8-6,-2 6-27,5 4 5,-15 16 6,8 4 33,-12 16-55,10 5-51,9 6 39,11 4 0,16 0-5,13-3-272,14-6 266,10-10 11,3-12 12,2-12 21,-2-14-10,-2-12-17,0-13 22,-1-8 11,-4-7 1,-5-6 22,-5 0-6,-4 1 6,-1 6 22,4 5 11,6 6-33,-5 9 67,24 0-28,-16 12-45,17 1-16,-19 16 16,-9 10-34,-11 2 244,-8 29-271,-11-6-160,-2-11 0,-2 3-1987,-3-4 1,-2 0 2168,-11 24 0,7-20 0,6-16 0</inkml:trace>
  <inkml:trace contextRef="#ctx0" brushRef="#br0" timeOffset="29688">24183 5686 17419,'-52'0'1195,"0"0"1,0 1 0,-9-1 0,12-1-384,25-4-263,63-4-387,4 3 1,8-1-1579,-3 2 1,4 1 0,3 0 1440,-6 1 0,2 0 0,1 0 0,1 0-14,6 1 0,1 0 1,1 0-1,0 0-307,-11 1 0,1 0 0,1 0 0,-1 0 0,0 1 205,12-1 0,1 0 0,-1 1 0,-1-1-194,-3 1 1,0 0 0,-1 0 0,-2 0-216,-5 0 1,-1 0 0,-1 0 0,-2 0-144,4 1 1,-2-1-1,-4 1 111,3 0 1,-13 1 256,-23 3 583,-68 0-17,0-2 1,-8 0-93,10-1 1,-4 1 0,-1-1-44,8 1 1,-1-1 0,-1 1 0,-1 0 16,-3 0 1,-2 0 0,0 1 0,0 0 36,-1 1 0,0-1 0,0 1 0,0 1-17,2-1 0,0 1 0,1 0 1,1 0-71,5 1 0,1-1 1,1 0-1,1 2-98,-9 2 1,3 1 0,4-1-20,2 0 0,7 0 72,-15 13 1135,59-13-910,27-1-219,2-6 0,6-2-355,18-1 0,6-2 284,-11 0 0,3-1 1,1 0-27,-7 0 0,0-1 0,2 0 0,0 0-4,3 0 0,1 0 0,1-1 0,-1 1-42,1-1 0,1 1 1,-1-1-1,-1 1 330,-2 0 0,-1 1 1,-1-1-1,-1 1-381,12-2 0,-2 1 0,-5 0 29,-4 0 0,-6 0-20,6-3-6,-88 4 104,0 2 1,-6 0 9,1 0 1,-4 1-1,-1-1-210,-11 1 0,-2 0 0,-2 1 221,9 0 0,-1 1 1,-2-1-1,0 2-9,-4-1 0,-2 1 1,-1 1-1,1-1 88,11 1 1,0 0-1,0 0 1,0 0-1,1 1 19,-9 0 0,0 0 1,2 1-1,2-1-45,-6 2 0,3-1 0,6 1 403,0-2 1,20 3-21,33-1-208,43-4-366,13-4 0,9-2 219,-20 1 0,2 0 0,3 0-54,-3 0 1,3 0 0,2-1 0,3 1-25,-1 0 0,4 0 0,1-1 1,-1 1-1,-4 0-14,-3 0 0,-3 1 0,0-1 0,3 0 0,1 1 1,4-1 0,1 0 0,-2 1 0,-5-1-12,4 1 1,-4-1-1,1 0-178,8 0 1,0 0 0,-2 0-771,-11 0 0,-3 0 0,-3 0 952,2-1 0,-6 1 0,0-1 0,-27 2 0</inkml:trace>
  <inkml:trace contextRef="#ctx0" brushRef="#br0" timeOffset="37608">16268 7958 14387,'23'-40'1603,"0"1"0,1 0 0,5-11 0,1-1 1,-5 8-395,5-10-1027,-9 15 0,-3 6 81,-12 22-117,-16 29 89,-18 30-140,2-7 1,-6 7-835,4-9 1,-4 4 0,-1 1 0,2-2 749,-2 2 0,0-1 1,-1 1-10,2-2 1,-3 1 0,0 1 0,1-1-27,3-3 0,1-1 1,-1 0-1,-1 4-783,0 1 1,-1 3-1,-1 2 1,1 0-1,1-3 289,-2 3 0,1-1 0,0 0 0,1 1 518,1-1 0,-1 4 0,0 0 0,4-7 0,8-10 0,-4 6 0,7-11 0</inkml:trace>
  <inkml:trace contextRef="#ctx0" brushRef="#br0" timeOffset="39132">16923 8417 15071,'24'-51'1001,"1"-1"0,-1 1 1,-4 10-1,-1 1 1,-3 3-204,-2-3 0,-5 6-65,-2 3 29,-11-14-508,-5 35-35,-31 13-97,14 11-44,-12 17 1,-2 5-51,-2 11-516,9-7 1,-4 9 0,3-2 506,4 0 1,1 1-17,1 3 1,0 3 0,3-4-15,5-7 0,6-2 5,4 11 1,7-7 5,13-17 11,23 6 39,8-40-28,-10-5 1,0-4-157,5-7 1,-1-5 228,2-6 0,-1-2 45,-1-4 0,-3-2 374,-3-1 0,-3-2-413,-4 2 0,-2 0 33,-5 2 1,-1 1-245,-4 8 0,-1 2 255,-1-10 158,-4 15-281,-7 18 340,0 6-345,-17 33-6,5-6 9,-4 15 0,-1 2-20,3 3-54,-1 8 1,1 4-671,8-14 1,3-3 535,-3 2 1,2 0-312,5 0 1,6-5-825,16-4 34,5-5-442,9-26 1,4-10 1145,-6-5 0,1-6 76,17-8 1,1-6 659,-5-4 0,-3-4 241,0-4 0,-2-3 249,-3-1 1,-2-3 121,-11 11 1,0-1 0,-3 2-437,0-1 1,-2 0 207,4-8 0,-3 3 316,-5 1-184,0-1 1573,-8 16-1982,-4 11-213,-2 10-17,-1 12 45,-2 28-57,-1-2-13,-2 4 0,-2 3-58,-3-3 1,0 0 62,-1 0 0,-1 3-3,-6 10 1,-4 4 0,2-5 2,5-12 1,-1 0-6,-4 10 1,-2 5 0,2-7-9,-3 9 38,0-4 69,13-25-29,11-27-40,14-20 18,12-21-21,-9 16 1,2-1-198,2-3 0,1 1 223,0 0 0,0 2-9,-1 3 1,0 1 938,18-14-980,-6 16 10,-7 12-27,-3 14 6,-8 5 10,13 27 6,-14-11-5,2 8 0,-1 4-1,-4 10-2,-7-11 0,-2 0-3,-11 12-6,-11-13 1,-7-2 16,-18 6-6,10-13 1,-2-3 33,-20-4-5,9-17 470,12-17-515,16-16-62,17-13-90,22-7-175,-2 26 0,5 1 164,4 0 0,5 1 22,15-5 1,0 3 126,-14 8 0,0 0-397,18-6 1,0 1 429,-16 10 1,-1 1-9,8-3 0,1 0 8,-6 3 0,-1 1 43,19-7 83,-19 6-55,-20 5 111,-14 2 286,-11 4-380,-9 2 847,-10 9-764,-18 16-157,13-2-17,7-1 1,2 3-228,-2 18 211,1 14 0,12 1 0,17-2 11,27-3 22,-2-21-11,-2-15 0,3-6 1,13-9 10,10-11-16,-6-13 44,-8-15-220,-8-10 271,-9-7-22,-9-5 44,-11-2 45,-11 5-39,-10 9-12,-12 13 184,-7 15-245,-2 10-40,2 13-21,8 7-12,9 9-61,10 7 186,11 4-685,12 6-1216,14 1-3123,-4-15 1,3-1 2464,7 5 0,0-3 1,-26-21-1</inkml:trace>
  <inkml:trace contextRef="#ctx0" brushRef="#br0" timeOffset="39458">18768 8460 19820,'0'-4'4890,"0"1"-3198,0 3-1676,-31-21 52,12 36 44,-25 4-112,28 22-28,4 19-12,16-25-16,11 4 51,15-11 16,15-14 6,6-17 0,3-14 50,-1-15 50,-6-10-627,-7-6 594,-10-3 0,-11-1-39,-10 3-34,-7 8-33,-4 10-124,-1 15-190,0 11-621,1 17-533,4 14-4638,7 18 6128,2 2 0,-1-15 0,-2-13 0</inkml:trace>
  <inkml:trace contextRef="#ctx0" brushRef="#br0" timeOffset="39759">19338 8794 25034,'24'-46'211,"-1"0"1,1 1 0,-2 0 0,1 1-1,0 1-144,-1 4 0,1 1 1,-2 1-1167,8-15 0,-1 2 1143,-1 0 1,-1 0 58,-6 9 1,-3 2 966,-3-14-935,-4-4 10,-17 15-5,-9 13-129,1 15 502,-6 11-502,5 19 6,-7 16-17,-4 24-287,13-19 1,1 2 283,-1 7 1,3 2-35,2 3 1,2 0-31,1 1 0,3 1-306,8 8 1,3-2 83,-4-19 1,3 0-1107,11 20 1,2-4-1211,-2-11 2605,-2-8 0,-1-5 0,-6-14 0,-2-3 0</inkml:trace>
  <inkml:trace contextRef="#ctx0" brushRef="#br0" timeOffset="39932">19282 8579 25763,'37'-45'59,"0"-1"1,-4 5 0,2 8-175,-5 26 1,3 5-830,25-5 1,0 1-1,4-1 1,-19 3 0,0 0-1</inkml:trace>
  <inkml:trace contextRef="#ctx0" brushRef="#br0" timeOffset="40409">20243 8405 17574,'12'-48'1117,"1"-1"0,-1 0 0,1 2 0,-1 1 0,-3 12-681,-4 10 225,3 0-554,-6 21 173,1 18 33,-9 28-1813,-8 8 0,-2 6 1537,4-15 0,-4 3-14,-2 0 1,-5 7 0,-1 1 0,0-4-585,-1-2 0,0-3 0,-1 3 504,-3 4 1,-2 4 0,0-1 0,2-4-88,0-2 0,2-4 1,-2 3-1031,1 0 1,-3 4 0,2-1 0,4-6-1625,-1 2 0,1-2 2798,0 3 0,-1 3 0,6-11 0,6-6 0,2-5 0</inkml:trace>
  <inkml:trace contextRef="#ctx0" brushRef="#br0" timeOffset="40625">20664 8641 5590,'-28'54'0,"1"-1"0,5-10 0,0 0 0</inkml:trace>
  <inkml:trace contextRef="#ctx0" brushRef="#br0" timeOffset="41625">20734 9084 11430,'7'-39'3674,"-1"1"0,4-24-2993,-2 7 0,1-1-186,-3 16 1,0 3-149,3-18 1390,5-7-1485,-5 33 408,5-4-625,-4 22 297,2 12-309,1 14 776,-3 3-759,0 39-12,-7-21-3,-6 9 0,-4 3-8,-8 10-245,1-18 1,0-2 233,-7 8 78,-9-4 89,16-27-38,-4 0-90,11-25-6,3-12-17,2-5 34,8-33-50,-1 25-1,10-17 1,2 0 16,1 8-248,4-1 0,2 2 243,0 14-144,6 5 1,3 1 160,21-2-29,-13 9 1,1 2-12,-5 6 1,0 4-12,5 5 0,-1 2 12,13 5 5,-21 3 0,-4 5 5,-2 15-5,-3 17 0,-17 10 245,-11-26 0,-5 0-234,-5 2 1,-4-1 4,-10 5 1,-2-2 11,-12 12-11,16-22 0,3-4 340,8-9-284,7-13-101,11-9-6,18-24 57,9-6-264,-7 13 1,1-2 251,2-1 1,2 0 7,-1 0 1,1 0-1,-2 3 1,0 2 376,19-15-402,-8 14 0,-4 12-16,-5 8 16,-6 7 6,7 20 6,-14 9 5,3 22-22,-13 4 255,-8 3-278,-3-2-11,1-7 6,3-10 202,11-12-208,10-14 11,14-12 23,12-16 22,12-11-441,-27 8 1,1-2 434,17-14-33,-16 6 1,-3-3 49,3-12 17,-11 13 0,-3-1 57,-4-9-62,-13 10-12,-4 14 17,-10 10-39,0 15 820,-6 10-826,0 12-27,2 8 16,3 4 17,8 0-6,2-11 387,16 3-381,6-19 74,16 1-74,4-18-34,4-13 45,-3-13-5,-5-14 28,-10-10-297,-12-9 370,-8-5 10,-10 1-5,-6 6-11,-9 12-45,0 14-89,-1 15 16,4 10 22,2 15-61,3 10-112,2 14-548,4 10-1553,4 9 2269,10 7 0,-4-27 0,5-4 0</inkml:trace>
  <inkml:trace contextRef="#ctx0" brushRef="#br0" timeOffset="42348">22719 8610 23327,'5'-48'1036,"0"0"0,0 5 0,-1 7-705,0 11-219,-1 12-90,-2 11 12,-1 17-18,-5 19-27,-7 24 11,3-20 0,-2 2-596,-3 4 1,-1 1 581,-3 3 0,-1-1 45,-1 1 0,-1-2-26,1-3 1,0-3-20,4-7 0,1-2 53,-5 8 28,12-22-22,13-23-51,11-16 29,13-15-18,9-11 6,-16 23 1,0-2 202,1 1 1,1 0-207,-1 2 1,1 0-118,4 1 1,0 2 108,5-3-11,2 6-23,-19 18-28,-1 8 57,3 9-46,0 14 738,-2 7-783,-1 4 188,3-1-316,4-5-118,11-6-3599,20-10 3824,-12-9 21,20-14-30,-21-12 144,11-13 83,-4-11 162,-5-6 62,-13 1 117,-14 0-358,-13 18-11,-18 6-12,-12 22-27,-15 11-23,-1 14-16,4 19 10,20-12 29,11 17-6,25-22 0,13 4-6,17-9-39,11-11 6,5-6-11,1-12 3366,-5-8-3300,-7-23 169,-22 9-118,-23-6 1,-8 0-63,-9 5-27,-18-19 44,-11 22-420,-12 4 381,19 9 0,-2 2-14,-4 2 1,1 4 2,-17 3-6,10 6-56,23 11-3872,12 10 3212,2-4-3754,8 15 4476,6-15 0,-1-3 0,-1-9 0</inkml:trace>
  <inkml:trace contextRef="#ctx0" brushRef="#br0" timeOffset="43015">23664 8924 22671,'7'-54'1040,"0"0"0,0 9 0,-2 8-928,-1 13-67,-2 16 11,-1 27-28,-1-3 0,-5 38-28,-9 0 0,-2 2 8,-2-8 1,-2-2-437,0 2 442,1-6 0,2 1-8,6 1 33,8-11-5,10-11 55,35-39 18,1-9-71,-17 9 0,1-3 104,7-11 0,-1-3-483,-9 9 0,0 0 421,11-12 1,1 1-54,-13 13 0,1 2 45,15-5 0,1 4-42,3 3-11,7 5 0,2 5 15,7 14-29,-16 2 0,-3 4-3,7 15 0,-25-4 0,-5 6-549,-9 9 0,-8 3 549,-7 8 0,-2-1 0,4-10 0,-2-4 0,-20 19 0</inkml:trace>
  <inkml:trace contextRef="#ctx0" brushRef="#br0" timeOffset="46245">20815 9281 17540,'34'28'1995,"24"-5"-1911,-20-19 0,4-3-1596,16 1 1,4 0 1526,-14 0 0,2-1 0,2 0-633,6 1 0,3-1 0,1 1 573,-11-1 0,2 1 0,0 0 1,1 0-94,5 0 1,0 1 0,1 0 0,0 1-146,-10-1 1,1 0 0,0 0-1,0 1 1,0 0 32,0 0 0,0 1 1,-1 0-1,1 1 0,-1-1 197,10 2 0,0 0 0,-1 1 0,-1 0-177,-6-1 0,-1 0 0,0 1 0,-3-1-601,5 1 1,-1 1-1,-5-1 548,4 1 0,-9-1 731,-8 2 79,-57-5-455,-7-3 1,-6-2-31,-13 1 0,-5-2 162,11 0 0,-3-1 1,0 0 17,-8 0 0,-1-1 0,-2 1-4,9-1 0,-1 0 1,-1 0-1,-1 0 95,-4 0 1,-1 0 0,-1 0 0,0 0 5,-4 0 0,-1 1 1,-1-1-1,1 1-123,11 0 0,0 1 0,-1-1 0,1 1 0,0 0-27,-11-1 1,0 1-1,0 0 1,1 1-27,5-1 0,0 1 0,1 0 0,2 0-301,-10 1 1,3 2 0,2-1 243,11 1 0,3 0 0,3 2-36,-3 2 0,8 3 29,3 11 832,46 4-793,36 0-79,-8-13 0,6-1 377,13-1 1,5-2-404,-14-3 0,3 0 1,2-2-16,-9 0 1,2-1-1,0 0 1,1-1-377,5 1 1,0-1 0,2-1 0,0 1 298,3 0 1,0-1 0,1 1-1,1-1-13,-12 0 0,1 0 0,0 0 1,1 0-1,-1 0-261,0 0 1,0 0 0,0 0 0,0 0 0,-1 0 315,12 0 1,-1 0 0,0 0 0,-1 0-46,-4-1 1,-1 1 0,-1-1 0,-1 1-61,9-1 0,-3 0 0,-2 0 97,10-2 0,-10-1-16,-7-1 1030,-41 1-1000,-33 1 0,-17 3-19,-2-1 0,-5 1 308,4-1 1,-4 0-1,-1 0-251,-8 1 1,-3-1 0,-1 1 49,10-1 0,-2 0 1,-1 1-1,-1 0 72,-4 0 0,-1 2 0,-1-1 0,-1 1-87,10-1 1,0 1 0,0-1 0,-1 1-1,1 1 119,1-1 0,-1 2 1,0-1-1,1 1 1,2 0-31,-9 0 1,2 1-1,1-1 1,2 2-217,-4 0 0,2 0 1,6 0 126,-2 1 0,15 2 86,29 1-10,67-4-65,-2-7 0,8-1 123,-11 0 1,3 0 0,4-1-172,-10 0 1,4 0 0,1-1-1,0 1 1,-4 0 146,-1 0 1,-3 0 0,0 0 0,1 0-151,10 0 1,1-1 0,0 1 0,1 0 9,-2 0 1,0 1 0,-1 0-1,-1 0-49,-9 0 1,-1 1 0,-1-1 0,3 1-33,6-1 0,2 1 1,0-1-1,-1 0-558,-2 1 1,1-1 0,-3 1 0,-4 0 626,-2 0 0,-4 0 0,0 0 0,21-1 0,-5 0 0,4 1 0</inkml:trace>
  <inkml:trace contextRef="#ctx0" brushRef="#br0" timeOffset="52596">20386 9109 13441,'7'-44'926,"0"-1"0,-1 6 0,-1 3 1280,-2-1-1707,-2 14 504,2-21-690,-1 27-117,3-7-157,-1 15-69,2 3 58,-4 6 87,3 6-43,-1 7-27,1 12-28,-2 10 28,-4 7-6,-2 5-28,-1 4-5,0 1-12,3 2 23,1-3-12,3-1-5,3-4 28,6-5-28,4-2 0,4-5 23,2-2-12,3-2-11,4-4 50,4-5 34,7-9-16,13-5-40,-21-7 0,2-1-14,6 0 0,-1 0-171,-5-1 1,0 0 161,22 1 1,0 0-488,-14 3 0,0-1 479,18 2 0,2 1 11,-13 1 1,-2 2-243,-3 1 1,-1 0 233,-2 0 0,0 2 0,-3-1 0,0 0 5,0 1 1,0-1-9,-1 0 0,3 1-8,10 1 0,0 0-1,-15-3 1,0-1-315,17 4 0,1 0 323,-15-4 1,-1 0-4,-1 0 1,2 1 16,19 2 0,1-1-11,-18-2 0,1-1 14,16 3 0,1-1-11,-4-1 0,-5 0-6,-15-4 0,-1 1 6,8 1 0,-1-1 84,5 0-76,11 1 22,-3-2-10,-1-1-23,3-1 5,3 0 18,1 2-12,1 2-11,-3 3 11,-14-1-44,13 4 33,-22-3 876,13 2-865,-12-5 520,3-1-503,8-2-6,10 1 110,-24-1 1,2 0-153,3 1 1,0 0 16,0 1 0,1 0-1522,7 3 1,-1 0 1524,14 3-76,-21-3 0,-2-1 93,4 0 14,6 0-3,-3-4 0,3-1-17,5-1-28,8 0 20,-27 0 0,2 0 29,0 0 1,1 0-39,1 1 1,0 1 27,-2-1 1,0 0 16,30 4-22,-6-2 0,-3-1 11,-3-1-6,-1-4-33,1-3 22,2-2 0,2-3-5,1 0 39,-5-2 22,-7 0 3236,-12-3-3214,-11-1 203,-8-2-258,-4-4 1,0 1-13,0-1 337,2 2-348,-1 0 35,-2 1-24,-1-1-5,-4 1 0,-1 0-23,-3-4-5,-9-5-158,-12-5-1482,-24 1 1651,-8 7 0,15 12 0,11 7 0</inkml:trace>
  <inkml:trace contextRef="#ctx0" brushRef="#br0" timeOffset="56202">16171 8996 10539,'-62'9'416,"1"-1"0,12-4 1,6 2 368,-8 22 32,23-13-139,-4 3-454,11-6 61,6 2-100,10-4 95,7 4 23,11-1 22,14 4-51,16 1-170,-6-4 0,1-1-65,20 6-477,-10-5 1,1 0 468,-12-4 0,0 0 2,14 2 1,2-1-9,4 1 1,2 0-10,-17-5 1,1 0 0,2 1-490,2-1 0,2 0 0,1 0 540,4 1 0,2-1 1,1 1-493,-11-2 0,2 0 1,0 0-1,2 0 481,3 0 0,2 1 0,1 0 0,0 0-13,4 0 1,1 0-1,1 0 1,2 1 26,-10-2 0,1 0 0,2 1 0,1-1 0,-1 0 0,-1 0-407,6 1 1,0-1-1,-1 0 1,0 0 0,0 0 353,-1 0 1,-1 0 0,1 0 0,0-1 0,0 1 17,0-1 1,1 0 0,-1-1 0,0 0 0,-2 0-2,-6 0 1,-1-1 0,-1 0 0,1 0 0,2 0-5,1 0 1,2 0 0,2 0 0,0 1 0,-1-1 0,-2 0-158,0 0 0,-2-1 1,-1 1-1,1-1 1,2 1 162,-1-1 0,2 1 1,0 0-1,2 0 1,-1-1-1,1 1-80,4 0 0,-1 0 0,2 0 0,0 0 0,0 0 0,1 0 77,-8 0 1,1 0 0,-1-1-1,1 1 1,1 0 0,0 0 0,1 1-40,-1-1 0,1 0 0,2 0 1,0 1-1,-1-1 0,0 0 0,0 1 1,-3-1 25,1 1 1,-1 0 0,-1-1 0,0 1 0,-1 0 0,1 0-1,-1 0 5,1 0 1,0 0 0,0 0-1,0 0 1,-1 1 0,1-1 0,-1 0 16,8 1 0,0 1 0,-1-1 0,0 0 0,0 0 0,0 1-40,-2-1 1,-1 0 0,1 0-1,-1 0 1,-1 1 0,0-1 29,-3 0 1,0 0 0,0 0-1,-1 1 1,0-1 0,-1 0 5,7 1 0,-1 0 0,0 0 0,-1 0 0,-1 0-5,-5 0 1,0-1 0,-1 1-1,0 0 1,-2 0 130,6 0 0,-1 1 1,-1 0-1,-2-1-131,9 2 1,-2-1 0,-3 1-16,-8-1 1,-3 0 0,-1 0 584,8 1 0,-5 1-776,14 6 685,-31-3-512,-38 1 0,4-6 0,-15-1 0</inkml:trace>
  <inkml:trace contextRef="#ctx0" brushRef="#br0" timeOffset="58080">18518 6213 7240,'-63'-1'655,"0"0"0,0 0 1,7-1-1,1 0 1,2-1 150,-10-3 1,7-1-401,17-1 0,10-4-344,16-10-57,30 5 12,14 7 0,9 3 11,-1 2 0,6 2 0,0 0-757,3 0 1,2 0 0,2 1 735,-3 0 0,2 1 0,0 0 0,0 0 9,-3 1 1,-1 0 0,1 1 0,0 0 2,4 0 1,2 0 0,-1 0-1,-2 1-12,7-1 1,-2 1 0,6 0 24,-6 1 1,5-1-1,3 2 1,0-1-1,-4-1-607,1 1 1,-2 0 0,0 0 0,5 0 642,-6 0 0,4 0 0,2 1 1,1-1-1,-1 0 0,-1 0-321,-6 0 0,1 0 1,-2-1-1,1 1 1,0-1-1,1 1 283,3-1 1,2 1 0,-1-1 0,1 0 0,-2 1 0,-2-1-222,2 0 0,-3 0 0,0-1 0,1 1 0,5 0 254,-9-1 1,4 0 0,2 0 0,2 0-1,0 0 1,0 0 0,-3-1 0,-2 1-78,4-1 1,-2 1 0,-3-1-1,1 0 1,2 0 0,4 1 30,-8-1 0,2 0 1,2 1-1,1-1 1,2 0-1,-1 1 1,0-1-1,-1 0 1,-2 1-3,1-1 0,-2 0 1,1 0-1,-1 1 1,-1-1-1,1 0 1,0 0-1,0 1 9,2-1 1,0 0-1,0 1 1,0-1-1,1 0 1,-1 1-1,1-1 1,-1 1 1,1 0 1,0-1-1,1 1 1,-1-1 0,0 1-1,1 0 1,-1 0 0,0-1 8,0 1 0,0 0 0,0-1 0,-1 1 0,1 0 0,0 0 0,-1-1 0,0 1 1,-1 0 1,0 0-1,-1 0 1,1 0-1,-1 0 1,0 0-1,0 0 1,-1 0 24,6 0 1,0 0-1,-1 0 1,0 0 0,0 0-1,-1 0 1,-1 0-4,-3 0 0,0 0 1,0 0-1,-1 0 1,-1 1-1,0-1 1,0 0 1,4 0 1,-1 0 0,0 1-1,0-1 1,-2 0 0,0 0-1,5 1 1,0-1-1,-2 0 1,-1 1-1,0-1-9,6 0 1,-1 0 0,-2 1 0,-1-1 93,-8-1 1,-1 1-1,-2 0 1,-2-1-117,6 1 1,-2-1 0,-3 0 581,7 0 0,-6-1-679,10-1 1455,-38-2-2182,-38 1-1552,-28 0-291,9 3 0,-5 2 1233,-10 0 0,-3 1 1405,12 0 0,-1 1 0,-1-1 0,-5 1 0,-2 0 0,2 0 0,-9 1 0,3 0 0,2-1 0,7 0 0,14-2 0,13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3893A-8B1B-F657-989C-CCD6B2F4A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F9D9D-82BD-A926-698F-0B304651D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49E77-C829-737B-B480-F9EA7CE31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67F4-909B-6649-B1E1-2A08A79B9B77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B459C-7A62-B2F9-36B5-864C4D342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A6E88-13B0-4E1B-62F2-FC84498E6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A918-46CF-7D48-868D-C75F2A41A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41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12605-993F-B7AF-747D-3BDA6A918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DAAD9-10E1-DC8C-95A6-6387D2E5A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059EA-3302-CB4F-5705-6CC17E9A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67F4-909B-6649-B1E1-2A08A79B9B77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4DCBA-FEA9-9279-3D5B-3F50463B1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05F0C-5D87-3602-0F26-656CF517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A918-46CF-7D48-868D-C75F2A41A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99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2553C-DF6A-1249-7DC2-33C307DF0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EEDB6-40E0-29F3-BB15-0F6948227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7E960-81BD-864E-E87E-2ABB37F7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67F4-909B-6649-B1E1-2A08A79B9B77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2604C-679B-1DB1-A523-CE4F4ED42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FCCF0-9E7D-1CF1-F137-C1CF13658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A918-46CF-7D48-868D-C75F2A41A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94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C037-3BAA-D8E1-5311-CEFD94880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11FE6-685E-C0AE-2818-357367D50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2FB39-96C6-9A81-2CCA-0A4C3D036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8C01C-8458-CA51-F9A0-310425A14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67F4-909B-6649-B1E1-2A08A79B9B77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079F3-42C0-262E-0829-72FFFFD7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F7F75-3517-DD04-2DD4-3E14023E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A918-46CF-7D48-868D-C75F2A41A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7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1E1D9-4F39-DC47-41EB-C43A547CC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2ADA9-619F-1D3D-9923-6423CF6EA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920B3-134D-68AF-4224-1C7679678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7CDDD3-2BB9-A2BF-4E91-76E8DB3D6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E7E23-DCC7-5F93-0346-CACE50C97A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B110BC-D426-9AA4-3C2A-A5FB2433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67F4-909B-6649-B1E1-2A08A79B9B77}" type="datetimeFigureOut">
              <a:rPr lang="en-US" smtClean="0"/>
              <a:t>1/16/26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50BC59-D301-684B-B196-996A7762D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4E2CE8-BF0B-A748-CCBE-55D7D22FD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A918-46CF-7D48-868D-C75F2A41A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53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35CF1-CFC1-07F1-BB2A-24A03B408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D3CA29-BB76-3620-DB55-454498012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67F4-909B-6649-B1E1-2A08A79B9B77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B0A6F-983A-2ECB-B962-79338E76C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097CB-E732-FFD5-8506-063D49880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A918-46CF-7D48-868D-C75F2A41A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010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3E525F-E264-103A-96FA-3F26702E1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67F4-909B-6649-B1E1-2A08A79B9B77}" type="datetimeFigureOut">
              <a:rPr lang="en-US" smtClean="0"/>
              <a:t>1/16/26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5D2481-AC92-1B15-156A-8664A65A9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A8629-89A9-3B75-FB01-42E1D805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A918-46CF-7D48-868D-C75F2A41A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42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3F5D-5A2D-CE65-970B-03334C614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1C152-6277-9199-4E74-B38D6D983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DCDDA6-3C87-A0F3-27A2-D005396A8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01F9B-CA89-13C5-0804-13359769B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67F4-909B-6649-B1E1-2A08A79B9B77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119EB3-7E48-318C-A852-47B26F25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A47A2-5365-D6B1-ADE9-FC94E2E12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A918-46CF-7D48-868D-C75F2A41A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27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A9329-2A72-7F87-6AA8-55EDCC2E9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C70413-83AF-8B74-5501-740FE5C35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51CFB-B8AE-F284-88AD-B6CC64253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F8846-3367-CDC0-EF0E-C6365DCB7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67F4-909B-6649-B1E1-2A08A79B9B77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4FAE9-17F1-5588-E0E8-EE9888454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5EE15-25F2-B89F-3171-CB2E62908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A918-46CF-7D48-868D-C75F2A41A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6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6D3F5-30BC-B447-7D1F-C6E34ABAB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9003B-ED59-29B0-AEF8-C05F9B88C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7D4A-FB8B-3B59-FF0B-A2074DE64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67F4-909B-6649-B1E1-2A08A79B9B77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84A40-BD5C-633F-C087-245E8812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4AC28-F6BD-7279-3603-B7247AA6F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A918-46CF-7D48-868D-C75F2A41A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48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13A1F1-DA29-C95F-B50B-9CCDDDD5B8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988AE-0577-D7B9-68DA-D767BE8BC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73C5C-9917-7FAC-747C-3A8BD5244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67F4-909B-6649-B1E1-2A08A79B9B77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CF921-B801-FA78-3AE2-86557B354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44F76-99DB-43ED-6525-A20757B4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A918-46CF-7D48-868D-C75F2A41A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21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3BDBCF-8B47-2DB8-1AE4-D2A859F1F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5DDF6-7F71-878D-8CD9-4C49E8DC5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45794-1709-0123-ED66-A2AA62D84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BD67F4-909B-6649-B1E1-2A08A79B9B77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80535-59E2-9DDB-109A-91EB1980F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C21C2-B263-EB99-4A12-921DC5A3F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EDA918-46CF-7D48-868D-C75F2A41A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84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blue and white background with black text&#10;&#10;AI-generated content may be incorrect.">
            <a:extLst>
              <a:ext uri="{FF2B5EF4-FFF2-40B4-BE49-F238E27FC236}">
                <a16:creationId xmlns:a16="http://schemas.microsoft.com/office/drawing/2014/main" id="{335A2CC0-392A-34BB-4ADC-CAC4E0535B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300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B1734-A100-E0D3-2697-57DB5E206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543701E-981F-B32C-B163-086490FE6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1D7D63D6-E8C2-CBBF-91E7-33F595F0C6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AC88220-C65A-6C93-BD40-EE3C2457D2DC}"/>
                  </a:ext>
                </a:extLst>
              </p14:cNvPr>
              <p14:cNvContentPartPr/>
              <p14:nvPr/>
            </p14:nvContentPartPr>
            <p14:xfrm>
              <a:off x="446040" y="764280"/>
              <a:ext cx="7647840" cy="4685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AC88220-C65A-6C93-BD40-EE3C2457D2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6680" y="754920"/>
                <a:ext cx="7666560" cy="470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8611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8386EC-6038-FEEB-7A17-A40B6FD5B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08D668-B5EA-35B3-7B73-F7787AE13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B1A43490-A72E-1BE7-647B-FF7A8318D2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3D4ED34-90F0-AC0A-210B-EB4935BA309B}"/>
                  </a:ext>
                </a:extLst>
              </p14:cNvPr>
              <p14:cNvContentPartPr/>
              <p14:nvPr/>
            </p14:nvContentPartPr>
            <p14:xfrm>
              <a:off x="604440" y="524880"/>
              <a:ext cx="9738720" cy="4983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3D4ED34-90F0-AC0A-210B-EB4935BA30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5080" y="515520"/>
                <a:ext cx="9757440" cy="500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3548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5C531E-98C7-0B4E-ABE3-76ECD5DB0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4CD8E38-C11D-B81D-9403-DD8626D40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CF1F2252-88D6-AD35-79FA-57E10527E2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C60AEF-5D68-DFD8-016B-0402AAA82FA3}"/>
                  </a:ext>
                </a:extLst>
              </p14:cNvPr>
              <p14:cNvContentPartPr/>
              <p14:nvPr/>
            </p14:nvContentPartPr>
            <p14:xfrm>
              <a:off x="1015920" y="1313640"/>
              <a:ext cx="5197680" cy="3935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C60AEF-5D68-DFD8-016B-0402AAA82F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6560" y="1304280"/>
                <a:ext cx="5216400" cy="395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848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A41A-A1DF-37BC-BC85-05BF6AB2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B6D84D-4E19-0733-7226-96E92579E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0DC7B3E0-92A4-77FD-8F6E-6F4A6FA667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CC335B7-90C1-75DB-3B6B-392DD2AE2EF3}"/>
                  </a:ext>
                </a:extLst>
              </p14:cNvPr>
              <p14:cNvContentPartPr/>
              <p14:nvPr/>
            </p14:nvContentPartPr>
            <p14:xfrm>
              <a:off x="726120" y="339120"/>
              <a:ext cx="9439920" cy="4729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CC335B7-90C1-75DB-3B6B-392DD2AE2E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6760" y="329760"/>
                <a:ext cx="9458640" cy="474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5755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465088-0747-CEE8-12E6-F912E6D35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C3B417-0749-2D57-185B-17213BBA6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ED174A0C-2EC2-5B9D-CB95-D9C3054684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71370A-0FE2-5D26-1D1A-95802D0AC272}"/>
                  </a:ext>
                </a:extLst>
              </p14:cNvPr>
              <p14:cNvContentPartPr/>
              <p14:nvPr/>
            </p14:nvContentPartPr>
            <p14:xfrm>
              <a:off x="402480" y="162720"/>
              <a:ext cx="6428160" cy="4485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71370A-0FE2-5D26-1D1A-95802D0AC2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120" y="153360"/>
                <a:ext cx="6446880" cy="450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4928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EE439C-EE58-60EE-932A-9D307B0D7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3C7BDC-0513-4F05-1C51-3C5609766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87375E30-F6FF-F87F-7C36-965A40FD7B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6CFFB1B-72FF-5425-8534-DE91038A9C47}"/>
                  </a:ext>
                </a:extLst>
              </p14:cNvPr>
              <p14:cNvContentPartPr/>
              <p14:nvPr/>
            </p14:nvContentPartPr>
            <p14:xfrm>
              <a:off x="285120" y="824040"/>
              <a:ext cx="11653920" cy="5037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6CFFB1B-72FF-5425-8534-DE91038A9C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5760" y="814680"/>
                <a:ext cx="11672640" cy="505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2337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B82D59-1669-9883-C9CD-F1476CC79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CF9288-21F3-8C92-C613-886C17C86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25C8D9E6-5E49-9DDC-3F1D-2DBBCD9F84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E03D57E-0DA0-D775-60C9-5908EC09BA77}"/>
                  </a:ext>
                </a:extLst>
              </p14:cNvPr>
              <p14:cNvContentPartPr/>
              <p14:nvPr/>
            </p14:nvContentPartPr>
            <p14:xfrm>
              <a:off x="373680" y="695520"/>
              <a:ext cx="9372240" cy="2928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E03D57E-0DA0-D775-60C9-5908EC09BA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4320" y="686160"/>
                <a:ext cx="9390960" cy="294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5639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EC3A3D-E98D-91F9-5A98-3BE03E7E5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326D2F8-FA20-CDD2-3A7F-004175749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0B7D3F65-9C2B-BE22-B66C-222C36E610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797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1472</TotalTime>
  <Words>0</Words>
  <Application>Microsoft Macintosh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2</cp:revision>
  <dcterms:created xsi:type="dcterms:W3CDTF">2026-01-16T10:18:50Z</dcterms:created>
  <dcterms:modified xsi:type="dcterms:W3CDTF">2026-01-17T10:51:50Z</dcterms:modified>
</cp:coreProperties>
</file>