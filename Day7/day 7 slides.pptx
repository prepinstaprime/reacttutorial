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6T13:49:01.28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1505 2712 13015,'45'-11'404,"1"1"1,-1-1 0,6-1-1,-1 1-247,-4 7 0,2 3-1049,15-1 1,1 0 1327,-3 0 1,4-1-734,-17 1 1,3 0-1,2-1 1,-1 1 374,-1-1 0,1 0 1,-1 0-1,3-1-243,5 0 1,2-1 0,2 1-1,0-2 207,-6 2 1,2-1 0,0 0-1,-1-1 1,-1 1-408,5 0 0,-3-1 1,1 0-1,7 0 409,-11 1 1,5-1 0,3 0 0,1 0 0,1 0 0,-2 0 0,-3 0-117,-2 1 0,-3 0 0,-1 0 0,1 0 0,2 0 0,3-1 106,-7 2 0,2-1 0,3 0 1,0 0-1,2-1 0,0 1 0,-1 0 1,0 1-1,-3-1-19,3 0 1,-1 1-1,0-1 1,-1 1 0,0 0-1,0 0 1,1 0 0,0-1 11,2 1 0,2 0 1,0 0-1,0 0 0,0 0 1,-1 0-1,-1 0 0,-2 0-13,-1 0 0,-2 1 1,-1 0-1,-1-1 1,2 1-1,1 0 1,5-1 11,-9 1 1,2 0-1,3-1 1,2 1-1,0 0 1,1-1-1,0 1 1,0-1-1,-2 1 1,-1 0-1,-2 0-38,7 0 0,-2 0 0,-2 0 1,-1 0-1,1 0 0,0 0 0,3 0 1,3-1 15,-9 2 0,2-1 0,2 0 0,1-1 1,1 1-1,1 0 0,0 0 0,0 0 0,0-1 1,-1 1-1,-1 0 0,-1 1-1,-1-1 0,0 0 0,0 1 1,-1-1-1,-1 1 0,1-1 0,-1 1 1,0 0-1,1-1 0,0 1 0,0 0 1,2-1 0,0 1 0,0 0 0,0-1 0,0 1 0,0 0 0,0-1 1,1 1-1,-1 0 0,1 0 0,0 0-1,0 0 0,1 0 0,0 0 0,0 0 0,0 0 0,0 0 0,1 1 0,-1-1 0,0 0 1,1 1-1,-1-1-3,-4 1 0,0-1 1,0 1-1,1-1 1,-1 1-1,0 0 1,1-1-1,-1 1 1,0 0-1,1 0 1,-1 0-1,1-1-5,-1 1 0,1 0 1,0 0-1,-1 0 1,1 0-1,0 0 1,0 0-1,0 1 1,0-1-1,-1 0 1,1 0-1,0 0 7,0 0 1,0 1 0,0-1 0,0 0 0,0 1 0,0-1 0,0 0-1,-1 1 1,1-1 0,0 0 0,0 1 0,0-1-2,4 1 1,1-1-1,-1 0 1,1 1-1,-1-1 1,1 1-1,-1-1 1,0 1 0,1-1-1,-1 1 1,0-1-1,0 1 1,0 0-1,1-1 1,0 1-1,0 0 1,-1 0-1,0-1 1,-1 1-1,-1 0 1,-1 0 0,-1-1-2,2 1 1,-2 0-1,-2 0 1,-1 0 0,0-1-1,1 1 1,1 0 0,1 0-1,4 0 4,-9 0 0,3 0 1,1-1-1,2 1 0,1 0 1,0 0-1,1 0 0,-1 0 1,0 0-1,-1 0 0,-2 1 1,-1-1-1,-2 0 4,8 0 0,-4 0 0,-1 0 0,-1 1 0,-1-1 0,0 0 1,2 0-1,2 1 0,3-1-6,-9 0 0,3 1 0,1-1 0,1 0 0,1 0 1,1 1-1,0-1 0,0 0 0,0 1 0,-1-1 1,-1 0-1,-1 1 0,-2-1-4,7 1 1,-1-1 0,-1 1 0,-1 0 0,-1 0 0,0-1 0,0 1 0,0 0 0,0 0 0,0 0-4,-1-1 1,1 1-1,-1 0 1,0 0-1,0 0 1,-1 0-1,1 0 1,0 0-1,-1-1 1,0 1-2,5 0 0,0 0 1,0 0-1,0 0 1,-1 0-1,1 1 1,-1-1-1,0 0 1,0 0 1,-2 0 1,1 0 0,0 0 0,0 0 0,-1 0 0,0 0 0,-1-1 0,-2 1 0,-1 0 0,4 0 1,-3 0-1,-1 0 1,-1 0 0,1 0-1,1 0 1,3 0 5,-3-1 0,3 1 0,2 0 0,0 0 0,1 0 0,0 0 0,-2 0 1,-3 0-1,-2-1-9,5 1 0,-3 0 1,-2 0-1,-1 0 1,2 0-1,4 0-29,-4 0 0,3 0 0,2 0 0,1 0 0,0 0 0,-1 0 0,-2 1 0,-3-1-171,3 0 1,-1 1 0,-2-1 0,-2 1-1,0 0 1,0 0-729,7 0 1,0 0 0,-2 0 0,-1 1 0,-2-1 933,4 1 0,-2 1 0,-2-1 0,-5 0 0,-4 0 0,-3 0 0,-6-1 0,-6 1 0,0 0 0</inkml:trace>
  <inkml:trace contextRef="#ctx0" brushRef="#br0" timeOffset="1132">1267 2720 9666,'0'-3'5309,"0"0"-3836,0 3-1036,-13 45-39,10 0-843,-3 1 0,0 4 568,6-1 0,2 0-31,0 8 1,-1 2-421,0-15 1,0 2 0,0 0 349,-1 4 1,1 1-1,-1 1 11,0 3 1,1 2 0,-1-1 14,0 4 1,1 1 0,-1 1-431,0-14 0,1 1 0,-1 1 0,1 0 434,0 1 0,0 1 0,0 1 0,0 2-6,0 0 0,1 2 0,0 2 0,0-2 0,0-3-427,-1-3 0,1-3 0,0 0 0,0 3 416,0 5 1,1 4 0,1 1 0,-1-1 0,0-4 21,1-3 1,0-2-1,-1-1 1,1 2-243,0 1 1,1 1-1,-1 1 1,0 1-1,1 0 251,-1 0 0,1 1 0,0-1 0,0 2 0,0 2-26,0 0 0,0 2 0,0 1 1,0 0-1,0-1 0,0-4-33,-1-5 1,0-3 0,0-1 0,0 1 0,0 4 10,1 4 1,0 5 0,-1 1 0,1 0 0,0-1-1,-1-5-138,0-4 0,0-3 0,-1-2 0,1 1 0,-1 3 132,1 1 0,-1 1 0,1 2 1,-1 0-1,1 1 0,-1-1-73,1 1 1,0 0-1,0 0 1,-1 0-1,1 1 1,0-1 71,-1 2 0,1-1 0,0 1 0,0 0 1,-1 0-1,1 0-36,0 1 0,1 0 0,-1 0 1,1 0-1,-1 1 0,1-1 34,-1 1 0,1 0 1,0 0-1,0 0 1,-1 0-1,2 0 9,-1 0 1,0 0-1,1 0 1,-1 0-1,1 0 1,0 0 13,0 0 1,0 0 0,1 1-1,-1-1 1,0 0 0,1 0 21,0 0 1,0 0-1,-1 0 1,2 0 0,-1 1-1,1 2-47,-1-8 1,0 2 0,0 1 0,1 0 0,0 0-1,-1 0 1,1-3 0,-1-3-7,0 3 1,0-4 0,-1-2 0,1 1 0,0 1 0,0 3 0,0-2 1,0 3 0,1 2 0,0 0 0,-1 1 0,1-1 0,-1-3 0,0-2-1,1 11 0,0-4 0,0-2 0,-1 1 1,1 4-2,-1-11 1,-1 3-1,1 0 1,1 1 0,-1 1-1,0-1 1,-1 0-3,1-2 0,0 1 0,0-1 1,-1 0-1,1 1 0,-1-1 0,1 0-7,-1-1 1,1 0 0,-1 1 0,0-1 0,0 0 0,0-1 0,0 1-84,1 8 1,-1-1 0,1 0 0,-1 0 0,0 0 0,0 0-272,0-2 1,1 0 0,-1 0 0,0 0 0,0 0 0,1 0 361,-1 2 0,1 1 0,0 1 0,0-2 0,0-4 0,-1-3 0,-1-2 0,0-4 0,1-2 0,-1 0 0,2 7 0,0 1 0,1 0 0</inkml:trace>
  <inkml:trace contextRef="#ctx0" brushRef="#br0" timeOffset="2665">20717 2349 16751,'47'-7'210,"1"1"0,-4-1 0,2 1 0,-6 0-171,19-2-905,0-1 1,3 0 859,-18 3 0,1-1 10,3-1 0,4 0 0,-4 1-2,3-1 1,2 0 6,5-1 1,6-2-1,-8 2-4,-17 3 1,0 0-1,7-2 1,6 0 0,-5 0 5,-4 1 1,-1 0 10,9 0 0,0-1 26,-5 2 0,-2 0 44,-4 2 0,-3 1 261,-4 1 1,-2 1-281,16 3 305,-16 5-171,-15 5 68,-11 7 263,-16 23-432,5-13 905,-8 15-832,9-7 12,2 7-18,0 17-89,2-27 0,1 1-290,1 4 1,1 1 280,0 3 1,0 1 8,1 3 0,0 0-427,0 4 0,1 1 419,-1 1 0,0 2-30,-1-7 1,1 1 0,0 0-8,0-3 0,-1-2 0,1 0-15,-1 1 0,1-1 1,-1 1 19,1 0 1,0 0 0,0 1 18,1 4 1,0 1 0,-1-1-585,0-8 0,0 0 0,1 1 541,0 17 1,1 4 0,0-3-5,-1-17 1,-1-2 0,1 2-2,0 12 0,1 2 0,-1 0-2,1 1 0,-1 0 0,-1 0 7,1 1 1,-1 0 0,0 1 5,-1 0 1,-1 0-1,0 2-1,0-5 0,-1 3 1,0-1-1,-1-3-14,1-2 0,-1-3 0,0 3 14,-1 2 0,0 4 1,-1-1-1,0-3 10,0-2 1,-1-4 0,-1 3-371,2-4 1,-2 3-1,1 1 1,0-1 360,-1 0 1,1 0-1,-1 0 1,1 3-345,0-4 1,-1 2-1,1 1 1,0-2-1,0-3 323,-1 12 1,0-5 0,1 6 10,0-5 1,0 7 0,0 1 0,0-4 0,1-7-6,0-7 0,1-7 1,0 6-124,-1 1 1,0 5 0,0 2 0,1 0 0,-1-5 131,0 10 1,0-4 0,0 4-6,0-9 1,-1 5 0,0 1-1,0 0 1,0-2-8,-1 6 1,1-3-1,-1 1 1,0 1-132,0-4 0,0 1 1,-1 1-1,0-3 0,1-3 128,-1 9 1,-1-5 0,1 2 2,-1-5 1,1 1-1,-1 1 1,1-3-91,-1 7 0,0-2 0,0 2 91,0-6 1,0 3 0,0 0 0,0 0 112,1-2 0,-1 1 0,1-1 0,-1 3-101,2-5 0,-1 2 1,0 1-1,1-1 1,0-4-15,-1 11 1,0-4-1,1 6 9,0-6 1,1 5 0,-1 3 0,1-4 0,1-8-8,1-7 1,0-6-1,0 5 3,0 8 0,-1 8 1,0 3-1,1-1 1,0-7 3,-1 6 1,1-6 0,0 4-11,0-10 1,0 3 0,0 1 0,-1-1 0,1-4-4,0 7 1,0-4 0,-1 3 7,0 4 0,0 6 0,0-2 1,-1-7-12,1 7 0,-1 0 11,0-8 0,0 7 0,0 1 1,1-6 8,-1-3 1,0-4-1,-1 4 5,1 4 0,-1 4 1,0 2-1,0-3-13,1-7 1,0-2 0,0 0-1,0 0-9,0-2 0,0-1 0,0 0 0,0 0 8,0 12 0,0-1 0,0 1 1,1-13 1,-1 0 0,1 1 0,0 0-15,0 0 1,0 2-1,0-1 1,0-1-22,-1 15 1,1-1 0,-2 0-453,2-10 0,-2 2 1,1-2-1,0-5-1009,-2 5 0,-1-1 1484,1 6 0,-2 4 0,1-12 0,-2-2 0,0-4 0</inkml:trace>
  <inkml:trace contextRef="#ctx0" brushRef="#br0" timeOffset="4274">2116 13660 13575,'7'-48'1745,"1"0"1,-2 6 0,1 4-558,12-1-987,-8 19 34,5 3-117,-8 14 22,4 7 56,-1 10 50,0 15 6,-2 18-174,-6-15 1,-2 2-614,1 7 1,-1 3 562,-1 7 0,-1 2-14,0 5 0,0 2 0,0 2 0,1 0-9,1 0 1,2-1-3,2-1 0,1-1 2,2-1 1,1-1-1,1 0 1,0-1 2,-1 1 1,0-1-6,1-1 0,-1-1-6,0-3 0,1-1-223,0-3 1,2-3 230,1-5 1,2-2 11,2-5 0,2-2 2,1-5 1,5-3-1410,13-2 0,2-4 1423,19 5-25,-7-13 1,3-2-335,-11-4 0,1-2 340,15 0 0,3-2-5,-19 0 0,1-1 1,2 0 8,0-1 0,3 0 1,-1-1-1,-2 1-212,0-1 1,-3 1 0,4-1 197,4 0 0,5-1 0,0 1 1,-3 0-2,2 0 1,-2 0 0,2 0-7,-2 1 0,2-1 0,1 1 1,0-1-298,2 1 0,0 0 0,1 0 0,-1 1 300,3-1 0,0 1 0,0 0 0,1 1 4,-12 0 1,0 0-1,1 1 1,-1 0 0,1 0 1,1 0 1,0 0 0,0 0 0,0 1-1,0-1-7,1 1 0,0 0 0,0 0 0,1 0 0,-1 0 1,2 0 0,0 0 1,0 1-1,1 0 1,-1-1 0,2 1 0,0-1 0,0 1 0,1-1 1,0 1-159,1-1 0,1 1 0,0 0 0,1 0 0,0-1 158,-10 1 1,1-1 0,0 1 0,1-1 0,0 0 0,3 0 0,1 1 0,3-1 1,2 0-1,0 1 1,0-1-1,-3 0 1,-3 0-82,5 1 1,-3-1-1,-3 0 1,3 0 0,3 0 74,-3 0 1,3 0 0,3 0 0,0 1 0,0-1-1,-2 0 1,-4 0-18,4 0 1,-3 0-1,-2-1 1,1 1 0,3 0 20,-8 0 0,1 0 0,2-1 0,0 1 0,0 0 0,1-1 0,-1 1 0,0-1 0,0 1 1,0-1-1,1 0 1,-1 1-1,1-1 0,-1 0 1,2 0 1,-1 0 0,1 0-1,-1 0 1,1-1 0,0 1 0,0 0 2,1 0 0,0-1 0,0 1 0,0 0 0,1-1 0,-1 1 0,1-1 0,0 1 1,1-1 0,0 0 0,0 1 0,0-1-1,1 0 1,-1 0-5,-6 0 0,0 1 0,0-1 0,0 1 0,1-1 0,-1 0 0,1 0 0,-1 1 0,2-1 0,0 0 0,-1-1 0,1 1 0,0 0 0,0 0 0,0 0 0,1 0 0,0-1 0,0 1 0,0 0 0,0 0 0,0 0 0,2 0 0,0 0 0,2 0-2,-5 0 1,2 0 0,1 0 0,2 0 0,-1-1 0,1 1 0,-1 0 0,-2 1 0,-1-1 0,-3 0 1,7 0 0,-4 0 0,-1 0 0,-1 1 0,0-1 0,3 0 0,2 1 0,-6-1 1,2 1-1,1 0 1,2-1 0,1 1-1,0 0 1,-2 0-1,0-1 1,-3 1 0,-3 0 0,6 0 1,-3 0-1,-3 1 1,0-1 0,0 0-1,1 1 1,3-1-2,2 0 1,2 1 0,0-1-1,2 1 1,0-1 0,0 1 0,0-1-1,-1 1 5,0-1 0,-1 1 0,0-1 0,1 1 0,-1 0 0,0-1 0,0 1 0,0 0-3,-1-1 1,0 1 0,0 0 0,-1 0 0,1 0-1,0 0 1,-1 0 0,0 0-5,-1 0 1,1 0-1,-1 0 1,0 0 0,-1 0-1,1-1 1,-1 1 0,1 0 0,-2 0 0,0 0 1,-1 0-1,1 0 0,-1 0 1,1 0-1,-1 0 0,0 0 0,7 0 0,1 0 0,-1 0 1,0 0-1,-1 0 0,1 0 1,0 0-3,-2 0 1,1 0-1,-1 0 1,1 0 0,-1 0-1,0 0 1,1 0-3,-2 0 0,0 0 0,0 0 0,0 0 1,0 0-1,1 0 0,2 0 1,-2 0 1,2 0-1,0 0 1,2 0-1,-1 0 1,0 0 0,-2 0-1,-1 0 4,2 0 1,-2 0 0,0 1 0,-1-1 0,0 0 0,-1 0 0,0 0-1,-2 0 0,1 0 0,0 0 0,-1 0 0,-1 0 0,-2 0 0,-3 0 75,5 0 1,-4 0-1,-1 0 1,1 1-1,3-1-74,3 0 1,5 0 0,1 0 0,-1 0 0,-3 0 0,-5 0-2,-4 0 0,-5 0 0,1 0 0,6 0 1,0-1 1,9 1 0,4 0-1,0-1 1,-2 1 0,-6-1 0,-9 1 1,-1-1 1,-9 0 0,4 0-7,10-1 0,5-1 0,0 1 1,-7-1 309,9-2 0,-4-2-343,-11 2 1,1 0 0,-1-2 485,14-2 1,-2-1-521,-4 0 0,-1-2-11,-3 0 0,-1 0 30,0-1 1,-1 0 39,-1 1 0,-1-1 911,-2 1 1,0 0-893,-5 1 1,0 0-439,1-2 0,-2 0 458,9-6 343,-14 4 1,-2 1-389,-7-1-1349,24-15 1399,-28 15 266,19-22-204,-16 10-16,10-16-56,-10 12-1257,11-21 1318,-16 22 756,-2 1 0,-1-2-571,3-18-135,-7 17 1,1-3-214,1-5 0,0 0 222,1-6 0,2-2-20,3-5 0,2-2-54,-1 9 0,2-1 0,-1 3-41,1-3 0,2 1 2,1 3 0,2-2 0,-3 8-36,4-5-1008,-5 6 1,-3 3 1013,-10 10 0,0 0 0,-9 16 0</inkml:trace>
  <inkml:trace contextRef="#ctx0" brushRef="#br0" timeOffset="6458">1473 3897 13911,'-5'0'1182,"1"0"-420,4 0-73,-57 9-4207,41-7 3736,-42 7 731,56-8-764,3 1 106,6 2-196,0-1 73,17 4 12,24-1 2740,14 1-2881,-18-3 0,2 0-667,4-2 0,0 0 642,-7 0 0,2 0 8,-2-2 1,3 1-1,3-2-4,-1-1 1,2-1-1,1 0 1,2-1-618,4 1 1,1-1-1,2 0 1,3 0 608,-12 0 0,3-1 0,0 1 1,2-1-1,-1 0 0,0 0-333,-2 0 1,-1 0 0,1-1 0,-1 1 0,2 0 0,0 0 334,4 0 0,2-1 0,0 0 0,0 1 0,-1-1 1,-1 1-235,1 0 0,-3 0 0,0-1 0,2 1 0,5 0 251,-8 0 0,5 1 1,2-1-1,2 0 1,0 1-1,-2-1 1,-3 1-1,-5 0-132,2 0 0,-7 1 1,-1 0-1,3-1 1,8 1 137,-7 0 0,5-1 0,5 1 1,3-1-1,2 0 0,0 0 1,-1 1-1,-1-1 0,-3 1 0,-4 0-33,2 0 1,-4 1 0,-2-1 0,0 1 0,-1 0 0,3 0-1,4 0 12,-6 0 1,3-1-1,1 1 1,2 0 0,0 0-1,1-1 1,0 1 0,-1 0-1,-1 0 1,-2 0 6,8 0 0,-2 0 0,0 0 0,0 1 0,-1-1 0,0 1 0,1-1 0,0 1-9,-5 0 0,-1-1 1,1 1-1,0 0 1,0 0-1,0 0 1,1 0-1,-1-1 1,1 1-5,1 0 1,0 0 0,0 0 0,0-1-1,1 1 1,-1 0 0,1 0 0,-1-1-1,1 1 0,1 0 1,0 0 0,0 0 0,1-1 0,-1 1-1,1 0 1,-1 0 0,1 0 0,0-1-4,-6 1 0,0 0 0,1 0 0,-1-1 0,1 1 0,0 0 0,-1-1 0,1 1 0,0 0 0,0-1-1,1 1 1,-1-1-1,1 1 1,0 0-1,0-1 1,0 1-1,0-1 1,0 1-1,1-1 1,-1 1 1,1-1 0,0 0 0,1 1 0,0-1 1,0 0-1,0 1 0,-1-1 0,-1 0 0,-1 1 1,-1-1-6,4 0 0,-2 1 1,-2-1-1,0 0 1,-1 1-1,3-1 0,1 0 1,3 1-2,-8-1 1,2 1 0,2-1 0,1 0 0,2 0 0,0 1 0,0-1 0,0 0 0,-1 0 0,-1 1 0,-2-1 0,-2 1 1,11-1 0,-4 1 0,-1 0 0,-1-1 0,0 1 0,1 0 1,2-1-1,3 1 0,-10 0 0,2 0 1,2-1-1,1 1 0,2 0 1,-1-1-1,1 1 0,0 0 1,-1-1-1,0 1 0,-3 0 1,0 0-2,1 0 1,0 1 0,-1-1-1,-1 0 1,0 1 0,-1-1-1,0 1 1,0-1 0,0 1 0,1-1 1,-1 1 1,1-1 0,-1 1 0,0 0 0,0-1 0,0 1 0,0 0 0,0-1 0,0 1 0,0 0 3,0 0 0,0 0 0,0 0 1,1 0-1,-1 0 0,0 0 1,-1 0-1,-1 0 0,0 1 1,-2-1-5,11 0 0,-2 0 0,-1 0 0,-1 1 1,1-1-1,0 1 0,3-1-1,-9 1 1,2 0-1,0-1 1,0 1-1,1 0 1,1 0-1,-1 0 1,1 0-1,-1 0 3,1 0 1,0 1 0,0 0-1,0 0 1,0 0 0,0 0-1,1 0 1,-1 0 0,1 0-5,1 0 1,0 0 0,0 0 0,0 0 0,0 0 0,0 1 0,1-1 0,1 0 0,-1 1 1,-1-1 0,2 0 1,0 1-1,0 0 0,1-1 1,-1 1-1,0-1 0,-2 1 1,0 0-1,-2-1-2,4 1 0,-2 0 1,-1 0-1,0 0 1,-2-1-1,1 1 1,-1 0-1,0 0-1,-1 0 0,-1-1 0,0 1 0,0 0 0,-1-1 0,0 1 0,0 0 0,0-1 4,5 1 0,-1-1 0,1 1 0,-1-1 0,-1 1 0,0-1 0,0 1 0,5-1 1,0 1 0,-1-1 0,-1 1 0,0-1-1,0 0 1,-5 0 1,1 0 0,-2-1-1,0 1 1,0-1 0,-1 0-4,6 1 0,0-1 0,-1 0 1,-2-1-1,-2 1-4,-1 0 1,-4 0 0,0-1 0,3 0 49,-3-1 0,2 0 0,1 0 0,-2-1 1,-4 1-38,7-1 0,-5 0 0,4-1 94,-2 1 1,4-1 0,0 0 0,-4 0-101,0 0 1,-3 0 0,-1 0 336,-3 0 1,-2 0 0,0 0-343,14 0 0,-3-1 2,-5 1 1,-2 0-6,-6 0 1,-3 0 921,-4 1 0,-2 0-902,21-2-17,-8 2 1967,-13 1-1973,25 1-5,-4 0 635,-12 2 0,3 0-641,-1 1 0,-1 0 11,1 1 1,1 1 2,3 0 1,-1 1 2,-12-2 0,-1 0 712,21 3-707,-24-2 1,-15-3 16,1 0 1,-6 0-6,-1-1 762,1-1-774,7 1 12,7-1-11,-2 0-17,21 0 16,-20 1-33,29 0 39,-25 0 6,8-1-11,-17 1 22,4-1-28,-4 0 0,4 0 33,18-1-38,0 1 7,-6 0 1,0 0-3,20 0-31,-8 2 1,0 0-672,15 0 704,-24 1 1,-1-1 149,19-1 16,-34-1-1003,0-4-8996,-29-3 9220,-1 0 1,-2 1 0,7 4 0</inkml:trace>
  <inkml:trace contextRef="#ctx0" brushRef="#br0" timeOffset="9183">3386 3044 13748,'3'-48'1871,"-1"0"0,0 6 0,1 5-488,3 10-1220,-2 10 144,3 9-290,-3 7 238,6 20-160,-5 11-17,0 27-50,-8-22 1,-3 2-44,0 5 1,-3 2 11,-2 2 0,1 1 3,0-2 0,2 0-3,1-5 1,3-1-10,9 20 24,11-20 27,13-20 6,10-23-6,9-14 0,6-16-265,-26 13 1,0-1 289,-1-1 1,-1-1 7,-2 1 1,-1 1 522,13-20-410,-11 8-73,-10 11 123,-7 8-263,-5 10 17,-2 10 39,-4 12 538,-1 4-577,-1 25 17,3-11-6,7 16 5,11-14 12,13-8 17,10-9 16,6-9 45,1-13 51,-5-11 0,-6-10 10,-9-10-55,-10 5 291,-6-19-134,-15 16-57,-9-14-72,-12 13-22,-7 5-46,-1 7-27,3 7-34,3 6-28,5 7-23,4 10 7,3 11-24,3 10-72,5 8-123,5 3-258,13 1-207,11-4-84,15-7 207,15-11 325,10-9 221,-28-11 0,1-4-78,-1-2 1,-1-4 172,-1-2 1,-1-4 41,-2-2 1,-2-2 240,19-22 169,-9-2 77,-11-1-22,-12 2-33,-7 6-107,-12 7-184,-5 10-113,-11 8-61,-7 9-34,-2 10 268,-1 8-296,5 10-5,5 7-1,8 2-27,7 0 22,8-6 6,7-7 44,6-9 79,4-7-17,2-14 17,1-6 55,1-8 13,-3-3-1,-2 2-84,-2 5-56,-5 7-17,1 5 0,-1 14 23,0 13-28,-1 21-15,-5-11 1,-2 3-406,-2 9 1,-3 3 410,-1 8 0,-2 3-1,0-13 0,-1 0 1,0 1-499,-1 4 0,-1 0 0,0 0 401,-2 4 0,1 0 0,-1-1-631,0 0 1,0-1-1,0-1 487,0-4 1,0-1 0,-1-3 204,-2 8 1,0-6 207,-8 4-72,7-51 38,6-44-42,6 6 1,4-6-209,3-11 1,3-5 135,0 17 1,1-1-1,2 0-9,2-3 0,2 1 1,2 0-30,1 0 0,1 2 0,0 0 25,2 3 1,0 1-1,1 1-7,9-14 0,2 2 341,-1 8 1,1 2-342,0 6 0,0 3-14,1 6 0,0 2 0,0 5 0,0 2-6,-2 5 1,0 3-15,23-3-5,-13 10 61,-16 22 18,-13-3 1052,-18 28-1042,-9-2-22,-9 13-28,1 0 17,8-4-23,12-9 1592,14-8-1524,9-12 880,9-9-835,8-12 5,4-12-12,3-15-4,-3-11 44,-5-9 112,-13-4 51,-12-1-7,-18 3-49,-9 5-74,-14 6-21,-4 9-46,-2 9-72,0 8-23,2 7-134,2 11-1300,3 11 575,6 6 0,9-4 0,8-7 0</inkml:trace>
  <inkml:trace contextRef="#ctx0" brushRef="#br0" timeOffset="12553">13733 2909 20884,'1'-57'1139,"-1"0"0,1 7 0,-1 9-842,0 20-286,0 11-50,0 13 56,0 14-6,-3 18 6,-1 20-12,1-21 1,-2 2-296,1 3 0,0 0 296,-1 2 0,0-1-4,0-2 1,1-1-1595,0 0 0,0-3 1614,0 7 180,0-10-51,3-26 163,1-13-272,0-13 467,4-18-453,6-7-22,8-3-23,9 4-17,7 5-5,7 7 0,8 8 3152,5 6-3163,2 7-6,-3 4 11,-6 3 11,-8 2 23,-9 1 17,-9-2 5,-7-3-22,-6 0 22,-2-10 296,-3-9-229,-1-4 57,-1-7 61,-3 8-23,-1 3-72,-1 8-95,1 6-158,2 7 130,0 31-6,4 6-6,1 32-28,-1-32 1,2 1-243,-1 2 0,1 0 68,1 2 1,1-1-127,-1-1 1,2-1-90,1-3 1,0-1-4,7 12-554,12-10 801,-5-24 257,11-12 62,-4-20 101,1-13 123,-1-10 56,-2-3 39,-2-1 28,-5 4-22,-7 6-100,-6 11-152,-5 10 194,-3 10-447,-3 8 40,-3 10 12,-7 10-24,-2 13 24,-3 9-35,4 5 6,6 0 6,10-6 0,9-5 11,9-12 0,8-10 34,2-15-6,3-12 0,-2-15-12,-8 1 35,4-24-6,-11 3-23,-2 0 56,-7 0 1,-8 26-62,-4 0-12,-6 11 29,-6 9-34,-6 11-39,-4 8 39,1 12 0,4 5-68,8 6-83,6 2-134,10-2-147,11-3-235,12-8-44,12-8 213,13-10 268,5-14 230,3-9 73,-6-12 50,-10-6 101,-12-2 118,-10 0 100,-7 2 12,-4 3-90,-3 5-84,-3 4-151,-1 8-129,-1 7-5,0 2 27,0 9 0,1 6-10,1 11 10,-1 8-5,-1 7-28,-1 5 11,-1-2 0,1-2 0,-2-9 61,2-10 46,0-10-23,2-13-3426,7-17 3342,-2 1 28,10-19-6,-3 8 1,6-8-6,0 4-29,2 5 7,-1 7 3391,0 8-3397,0 7 5,0 5 23,-1 8-11,0 5-23,-3 8 11,-3 4 23,-6 4-28,-3 1 5,-3 0-5,0 0 6,1-11 16,0-3 17,3-11-11,3-6-12,8-6 1,6-8 5,5-4-11,0 0-6,-2 2 12,-4 5-6,-4 6-6,-4 5 12,-3 3-6,1 4 6,-1 2-6,1 4-17,2 0 17,2-2 11,8-3 0,-1-5 0,1-3 6,3-9 17,-2-6-1,7-8 7,-5-6 83,-2-8-56,-13 12 118,-3-6 11,-12 17-51,-2 0-72,-4 6-45,-5 7-22,3 5-17,-5 11 5,3 8 0,-2 12-134,2 20-509,10-2-710,7-18 1,5-1-3885,12 9 5243,16 0 0,-20-26 0,1-1 0</inkml:trace>
  <inkml:trace contextRef="#ctx0" brushRef="#br0" timeOffset="14101">16976 2993 21478,'7'-42'817,"0"0"1,1 0 0,2-15 0,-3 9-381,-8 14-264,-1 13 7,-4 6-141,-2 11-55,-14 13-18,5 2 28,-27 34 23,13-6-22,-6 9 2,19-17 0,4-1-14,1 12-5,-2 16 5,20-19 6,10-11 11,13-12-11,-1-11 61,26-23 12,-13-7-48,-10 4 0,-1-2 19,15-22-22,-12 7 1,1-6 55,-9 8-17,-4 4 6,-6 7-28,-10 17-78,-3 5 50,-1 3-11,-9 17 11,4-6-12,-9 21-16,4-6-11,0 14 6,4-10-102,3 8 29,4-20-550,9 14 186,3-15 139,10 2 107,3-17 151,-3-8 29,19-21 77,-11-1 29,13-16-239,-11 1 244,-9 8 174,5-15-140,-15 25 330,7-21-185,-14 28-117,-1-3-107,-3 14-100,-3 5 61,2 7 289,1 8-277,4 13 5,-1 11-6,-2 12-3380,-2 4 3391,-3-9-62,-2-12 0,-2 0 68,-5 8 12,-5 13 55,2-24 118,5-12-50,3-12 3232,4-14-3345,5-7 208,2-10-157,5-4 0,2-2 11,2 1-22,0 4-50,1 4-18,3 7-5,2 5-5,4 5-12,3 4 0,2 9 17,0 7-11,-4 10 11,-4 7-11,-8 2 11,-7 5 5,-8-13 6,-12 4-5,-7-14 11,-11 0-6,-3-5-28,-1-5-5,9-3-62,-1-8-477,11-6-122,4-5 5,13-6 376,8 7-516,31-10 522,-2 9 240,-7 4 0,1 0-397,24-8 413,-9 5 40,-15 3 0,1 0 90,8-3 134,13-7 235,-24 8 196,-14 4-16,-8 2-203,-10 3-178,-6 2 240,-7 3-408,-5 5-46,-2 6-38,5 1-1708,1 17 1,2 6 1695,5 1 0,0 2 1,4 0-6,16-3 0,8-6 11,8-8 61,4-8 6,2-13 3399,1-11-3354,-2-11 33,-2-9 23,-6-6-33,-6-3-12,-6-1 6,-6 0 5,-4 6 6,-1 7-39,-5 9-67,-1 8-34,-4 7-23,-3 4-38,-4 13 21,4-1-111,-1 14-302,9-2-668,4 7-1192,11 3-2224,10 2-3198,12-4 6887,1-7 0,-11-11 0,-8-8 0</inkml:trace>
  <inkml:trace contextRef="#ctx0" brushRef="#br0" timeOffset="14416">18342 3020 24161,'29'-41'646,"0"0"0,-3 4 0,-7 9-6161,-15 21 5471,-3 5 1469,-10 21-1408,-3 6-45,-9 23 17,4 2 17,5-1 847,11-7-830,9-10 117,11-14-45,-2-11 28,11-16-22,-3-11 0,10-12-28,-1-7 22,-2-3-17,-6-1-55,-5 2-12,-5 2 3370,-3 7-3482,-4 8-454,-2 10-912,-2 7-2029,0 10-6335,0 7 8172,-1 0 1,-2-1 0,-1-6-1</inkml:trace>
  <inkml:trace contextRef="#ctx0" brushRef="#br0" timeOffset="14769">18776 3131 25931,'46'-37'201,"0"0"1,-3 1 0,-7-1-135,-8-16-518,-15 22 1,-1-1 464,0-3 0,-2 0 8,-1 0 1,-2 0 366,2-25-271,-5 12 175,-7 14-153,-1 12-39,-2 9-112,1 7 470,1 5-459,-2 11 0,-4 11 6,-3 18-6,-3 17-163,9-22 1,2 1 156,0 2 0,2 0-36,2 1 0,2-1-92,4 21-499,5-17 0,3-1-1602,12 10-622,-5-16 1,0-2 2856,13 1 0,-12-16 0,-9-11 0</inkml:trace>
  <inkml:trace contextRef="#ctx0" brushRef="#br0" timeOffset="14977">18994 2891 24788,'-35'-53'325,"18"10"-297,43 42-6,10 0-33,4 1-274,-1 0-1967,-1 3 2252,-4 0 0,-15-1 0,-5 0 0</inkml:trace>
  <inkml:trace contextRef="#ctx0" brushRef="#br0" timeOffset="15890">19989 2907 16460,'1'-5'4783,"1"1"-1535,-2 4-3192,3-54-22,-7 43 0,-2-34-18,-12 63 1,-13 21-34,1 4 6,11-10 0,2 2-6,-1 17 17,9 7-67,43-5 56,-10-25 5,26 2-16,-12-27 22,2-5 22,8-10 29,-2-9-18,-4-8 29,-5-5 72,-6-2 29,-6 3 268,-7 3-251,-10 11 38,-3 6-179,-5 11-72,-1 1 33,-5 7 11,-3 6 0,-7 18 0,4 1-11,3 0-39,7 0 22,10-9 12,5 3 21,11-8 1,8-8 22,-3-14 1,-3-2 16,-4-16-12,-6-2 35,2-10 16,-5-2 146,-6-9-146,-4 17 90,-8-8-34,-3 20-78,-5 0-51,-2 6-44,-2 7 11,6 5-17,-2 7-73,5 10-157,3 4 23,1 1-1698,19 9 651,-4-16-3065,24 16 4347,2-13 0,-11-5 0,-1-5 0</inkml:trace>
  <inkml:trace contextRef="#ctx0" brushRef="#br0" timeOffset="16207">20688 3065 25528,'-1'-43'73,"-2"16"-73,1 49 0,0-1 0,2 9-11,6 1 5,-1-6 6,17 8 39,-4-23 51,12 1-23,-10-12 140,17-25-162,-20 9 0,10-16 72,-17-2-38,-4 1-62,0-1-1,-3 5-16,-2 20-72,0-3-248,0 9-531,2-1 72,0 6-9052,13 12 8204,-8-7 1,5 6 0,-11-10 0</inkml:trace>
  <inkml:trace contextRef="#ctx0" brushRef="#br0" timeOffset="17783">20956 2973 18347,'0'-3'6441,"0"1"-5303,0 2-1133,30-47 6,-10 36-22,28-28 11,-13 54-39,1 11-56,-1 6-163,-5 6-230,-10-1-105,-8-3 27,-10-8 90,-11-8 241,-7-10 218,-2-5 73,-4-7 79,6-7-40,2-2-45,4-2-100,6 3-62,6 3-62,7 0-212,8 2-12,1 1-1585,19 1 807,-7 1 604,13-1 460,-10 1 291,-6 0 444,-8 0 396,-7 0 90,-8-1-67,-2 1-594,-2 0 622,-2 0-779,1 2 403,-1-1-358,2 1-139,0-1-130,0 1 95,3 0-83,-2 0-1,3 0-33,-2 2 358,-1-1-330,1-1-28,0 0-23,1-3 45,1 1 17,-1-1-11,-1 1 0,-1 1-17,0 0-78,-1 2 44,-4 4-22,2 0-11,-3 3 16,3-3-10,1 0 5,0-1 0,1-1 17,0 0-17,1 1 11,0-2 6,1 1-23,1-1 28,-1 0-10,-1 0 44,0 0-62,1-1 56,-1-1-38,0 0-18,-1 1 0,0 0 18,0-1 4,1 0-21,0 0 5,1 0-6,0-1-11,-1 1 29,0 0 21,1 1-33,-2 0 0,1 0 6,-1-1-1,1 1 7,0 0-7,0-1 18,0 2-29,-1-3 6,1 1 6,0-1 5,1 0-6,0-3-10,1 0 10,1-1 7,0 0-18,-2 0 6,1 4 11,-2-1-11,-1 2 6,0 0-6,0 0-101,0 0 112,0 8-22,0 3 11,0 10 0,0 7-17,0 6 12,2 15-7,0-14 7,7 15 10,1-21 18,3 5-40,-2-9-3571,-6-8 3459,-2-7-414,-4-5-1110,-3-10-4934,-3-3 6587,-1-6 0,2 5 0,3 4 0</inkml:trace>
  <inkml:trace contextRef="#ctx0" brushRef="#br0" timeOffset="18183">21656 2949 24407,'-23'6'364,"5"1"-188,23-2 15,11 0-132,-1-3 25,13 0-16,-6-6-5,5-3 25,-3-7 2,-4-4-18,-7-3 52,-6 0 77,-7 1 6,-8 5-11,-5 4-22,-10 6-107,2 8-44,1 4 27,-1 12-11,4 8-50,-2 11 28,6 7-12,12 4-173,19 1-1960,19-2 2128,7-11 0,-12-15 0,-13-11 0</inkml:trace>
  <inkml:trace contextRef="#ctx0" brushRef="#br0" timeOffset="23644">2173 3166 13275,'-2'-57'1640,"0"1"0,0 0 0,-8 3 0,-4 2 0,-3 8-1402,-4 4 0,-7 9-53,-17 9 0,-2 10-95,-5 18 10,12 10 1,3 8-1493,10 3 0,2 5 1462,-8 11 0,2 7-33,8-3 0,1 6 1,3-1-25,4-4 0,1 0 0,3 2-11,0 10 0,2 2 0,3-5-11,3 1 1,8-3 6,8-10 0,7 2 0,0-8 5,-1-10 0,6-4 4,16 3 1,11 0-1,0-9 21,5-12 0,1-7-17,-11 1 0,1 0 1,0-4 6,1-7 1,-1-4 0,0-5 22,1-6 0,0-5 0,-2 0-21,-8 7 1,0 0 0,0-5 29,2-7 0,3-5 1,-3-3-1,-6 4 31,1-14 1,-5-2-28,-2 3 0,0-4 0,-5 3-15,-6 0 1,-5 1 32,-4-11 1,-7 1 128,-8 14 1,-7 0-90,-6 5 0,-5-1 0,-3 4-20,-16-8 0,-7 8-310,7 12 1,-5 3 0,2 5 245,-6 5 0,1 5-11,2 3 0,-2 6-292,4 9 1,-1 6 0,3 3 271,-2 6 0,1 6-12,-1 2 0,-3 6 1,8 3-282,15 0 1,6 2 0,3 0-663,-6 14 1,4 1 957,7-14 0,2 2 0,2-6 0,-2 10 0,3 1 0</inkml:trace>
  <inkml:trace contextRef="#ctx0" brushRef="#br0" timeOffset="27261">2296 2990 21254,'-27'-27'470,"0"-1"1,-2 4 0,2 9-225,-2 26-156,-1 3 67,-2 14-51,4 5-39,-4 13-45,16-15 1,3 1-6,-2 19 5,7-3 17,17-12 51,12-14 89,28 0-128,-9-10 33,3-14 0,1-6-377,-1-3 354,-1-5 1,0-3 72,7-14-61,-21 11 0,-2-2 72,-3-6 1,-4-1-3226,2-22 3158,-10 3 107,-22 7-79,-13 11-50,-19-3-5,-13 11-43,18 15 0,-2 3-81,8 5 0,0 2 56,-27 4 38,18 13-1975,20 17-186,4-6 2140,13 28 0,5-40 0,2 10 0</inkml:trace>
  <inkml:trace contextRef="#ctx0" brushRef="#br0" timeOffset="28133">2058 3357 9677,'0'-5'8519,"0"1"-4503,0 4-3881,-26-13 111,12 15-151,-17-9 112,10 30-100,5 0-29,-8 12-16,5 0 5,0 0-45,2-1-16,4-5 5,4-6-11,4-7 28,3-8-145,10-7-852,10-11-1821,17-8-3584,13-9 5720,-1 1 0,-16 10 0,-14 7 0</inkml:trace>
  <inkml:trace contextRef="#ctx0" brushRef="#br0" timeOffset="28467">2164 3329 21063,'5'-40'-442,"4"7"358,1 32 34,3 1 33,-4 0 56,-1 0 129,-4 0 482,-1 0 1210,-3 0-1631,3 0 40,4 1 33,8 2 18,8 2-46,6 4-78,1 4-78,1 6-34,-2 5-34,-2 4-28,-5 4-660,-4-1 638,-3 2 0,-9-16 0,0-3 0</inkml:trace>
  <inkml:trace contextRef="#ctx0" brushRef="#br0" timeOffset="38691">2274 5615 11760,'5'-46'4215,"0"0"0,-2-4-3597,1-5 1,-2 3 189,-7 13-282,-1 10-403,0 14-229,2 12 139,2 10 29,0 20 0,0 13-40,-1 21-22,2-27 0,0 1-239,2 1 0,1-1 236,3-1 1,2-1 2,17 22 22,10-15 62,6-17-11,-8-13 252,14-27-135,-14-10-92,-9 3 0,-1-4-168,-3-1 0,-1-1 168,-1-3 0,-2 0-14,-1 0 0,-3 0-3,-1 2 0,-3 0 507,2-21-369,-6 14-3307,-6 17 3093,-1 16-5,-9 23 17,-2 17-11,-2 16-1,5 7-10,7-3 5,16-5 28,9-12-6,11-11 249,6-13-221,-1-12 33,-3-14-21,-3-10 3397,-4-10-3414,-4-7-6,-3-7-17,0-7-276,1-5 260,1 0 10,-1 6-32,-6 11-237,-6 16-654,-4 13-1148,-4 9-3698,-2 14 5753,0 3 0,-1-4 0,3-5 0</inkml:trace>
  <inkml:trace contextRef="#ctx0" brushRef="#br0" timeOffset="39424">3223 5615 18005,'0'-2'5254,"0"-1"-4610,0 3-627,2-42-22,-1 32 21,4-32-4,1 43-1,3 1 11,4 1 1,1-1 55,3-3 0,0-7-38,2-7 4,0-7 1,-3-8 17,-5-12-12,-5 5-27,-6 2 27,-5 9-22,-2 13-6,-2 1-33,-3 7 11,4 6-22,-6 10 5,4 8 34,-4 10-12,1 8-10,3 3 10,4 3 1,9 12-6,2-17 34,9 14-18,2-23-4,10 4 4,5-8 29,7-10-11,-6-7 50,27-20-39,-12-9-321,-11 1 1,0-3 303,-3 0 0,-2-5 25,3-12 0,-2-3-36,-9 13 0,-2-1 11,3-21 0,-5-1-3,-9 13 0,-4-1-413,2-10 1,-2-2 421,-1 4 0,-4 0-1396,-5-2 1,-3 4 1462,-2-13 2,-3 27 1,-2 6 8,-3 9-96,-3 3 342,2 24-352,3 15 28,-1 25-23,4-1-39,5-9 1,1 2 18,2-1 1,0 2-3,-1 13 0,2 2-1,1 1 1,3 1-42,5-14 1,2 2 0,1-5 10,-1 3 0,4-2-112,12 10 0,5-4-143,-6-24 0,2-3 1322,7 3 1,3-3-2435,6-7 1,0-6-468,14-3 1876,-13-13 0,-6-4 0,-15 1 0,10-7 0</inkml:trace>
  <inkml:trace contextRef="#ctx0" brushRef="#br0" timeOffset="40382">4494 5350 12046,'1'-5'6262,"0"1"-3579,-1 4-1653,-3-69-279,-6 44-471,4-14 0,-4 3 62,-13 25-236,2 5 101,-20 13-156,17 2 7,-7 9 1,0 6-25,-9 22-650,11-10 1,1 1 612,9-9 1,3 1-4,-3 13 1,4 2-421,3 14 423,9-17 1,5-1-49,24 17 1,-3-32 0,4-3-6,23 10 8,-13-18 0,3-3 20,-6-5 0,2-4 6,17-2 0,2-4 27,-11-3 1,-1-3 5,4-6 0,-3-4 6,5-11 16,-20 3 1,-5-1-17,-2-2 19,-4-2 1,-2-2 58,-9 1-5,-4-11-34,-15 25 1143,-10 9-1176,-2 11 489,-18 16-501,12 5-17,-9 13-5,19 1 6,9-7-12,13 13 6,11-17 11,10 8-6,10-16 6,6-6-6,-7-7 23,9-7 11,-11-7 17,5-10 61,-5-17 1,-13 2-29,-5-2 51,-15 1 50,-12-1-33,-4 3-1,-10 3-49,1 18-68,-1 7-28,7 8-23,-4 12-22,10 5-324,-3 23 33,11-13-1143,8 19-1724,11-12 3203,15 11 0,-11-19 0,3-6 0</inkml:trace>
  <inkml:trace contextRef="#ctx0" brushRef="#br0" timeOffset="41415">5483 5495 21360,'18'-59'1161,"0"1"1,-1 6-1,-5 7-819,-10 14-123,-2 10-130,0 9-117,-1 7-16,-4 8 38,-4 8-11,-4 9 5,-2 7 7,1-1 17,3-3 4,6-10 35,2-7 16,2-5-39,0-3-17,-1-2-5,0-1 16,-1-5-16,1 3-1,0-3-5,2 5 6,-1 1 11,1 1-12,0 1-21,0-1 16,-2 7 0,-3 6-6,-6 8 6,-4 11 0,-5 9-11,-3 6-6,-2 6 6,2 3 16,5-2-21,6-4 21,7-10-5,3-10 6,3-13 44,2-9-33,4-14 17,5-7 16,3-13-16,2-6 16,-1-7-39,-1-4-33,3 0 22,2 1 0,5 6-11,0 7 11,3 7-6,3 5 6,2 6-17,4 7-11,-1 12 17,0 9-28,-4 13 39,-5 6 11,-10 6 0,-8 0 6,-10 0-6,-7-4 17,-5-6-5,-2-9 10,2-10 23,4-8-50,4-11 16,3-9 29,7-12-40,5-8 11,8-6-5,6 1-23,3 3 12,1 7-17,-1 9 5,-1 7 6,-3 8 0,-1 7 28,0 11-33,-2 9-7,-4 14 12,-7 9-5,-4 7 5,-4 0-17,-1-4 11,5-7 34,4-8-5,7-11 22,6-11-1,10-15-38,7-11 39,8-15-1,-22 13 1,-2-2-180,1-2 0,-2-2 149,-1-2 0,-2-1 14,-3 0 0,-2-1 50,6-24 6,-10 7 28,-11 12 39,-6 10-28,-5 9-50,-2 7-22,-1 9-46,5 5 316,-6 13-332,2 9 0,-4 19 0,3 12-278,8-24 1,3 0-56,2 3 0,4 0-1499,5 1 0,4-2 1843,2-3 0,1-4 0,8 9 0,-5-17 0</inkml:trace>
  <inkml:trace contextRef="#ctx0" brushRef="#br0" timeOffset="42249">7899 5416 17400,'2'-10'2364,"1"-24"0,0-3-1664,-2 16-126,2-16 0,-4 5-423,-2 28-83,-6 15-29,0 6 11,-7 27-27,-3 4-35,2-7 1,-1 1-481,1-4 1,1 0-64,-5 7 1,0-1-88,7-15 1,0-1-3134,-4 6 0,0-3 2982,-8 8 1,4-6-1,9-16 1</inkml:trace>
  <inkml:trace contextRef="#ctx0" brushRef="#br0" timeOffset="42809">7480 5643 11659,'-1'-55'1966,"0"0"0,0 0 0,1 5 0,0 2 0,2 4-1347,0 3 0,3 6 277,8-22-677,1 28-146,3 12 61,7 22-28,4 14-22,14 19-333,-5 1 260,-10-7 0,0 1-8,-4-4 0,1 1-54,14 15 1,0-1 8,-12-14 0,1 0-278,19 13 1,-1-3-123,-6-12-799,-1-5 0,1-4-4650,-3-15 4474,5-5-997,-9-23 1249,-2-29 1358,-15 22 1,-1-1 121,0 0 1,-2-2 1557,1-19 1,-3 3-703,-2 5-79,-1 2 0,-1 3 628,-5 15-488,-1 4-1075,0 12 3280,-1 8-3308,5 9-17,5 5-23,9 7-27,6 4-45,-1-3 16,14 9-16,-9-11-22,14 5 10,-14-14 40,17-8-28,-23-7 39,22-14 67,-17-15 51,0-3 173,-2-7 118,-11 9 0,-5 7-84,-3 5-152,-4 10-122,-1 6-79,-13 37-23,-5 13 3,6-14 1,-2 4-130,-8 19 0,-1 2 101,6-11 1,1 1-411,1-1 0,-1 3 0,2 0 192,-1 16 0,3 0-1156,5-17 0,2 1 0,0-1 1394,0 15 0,2-3 0,1-18 0,1-4 0,0 5 0</inkml:trace>
  <inkml:trace contextRef="#ctx0" brushRef="#br0" timeOffset="43658">9227 5138 23495,'-37'-5'288,"0"0"0,-21-3-120,68 8-44,14-3-29,21-4-59,-13 2 1,2 0-483,4-2 1,1 1 456,1 1 1,1 2-18,-4-1 0,-2 3 231,22 7-231,-19 7 34,-21 12 22,-22 10-5,-21 11-314,5-19 0,-3 1 277,-6 2 1,-2 2-1282,-10 7 1,-1 0 1272,14-13 0,0 1 8,-10 7 1,2-2 13,3 1 6,1 4 34,17-13 145,17-10 425,19-11-492,23-15-101,-11 2 1,4-1 1148,9-6 0,2 0-1196,8-1 0,2 0-514,3 2 1,1 2 521,1 4 0,-4 2 0,-22 3 0,-4 1 0,19 3 0</inkml:trace>
  <inkml:trace contextRef="#ctx0" brushRef="#br0" timeOffset="44361">10685 5370 23913,'1'52'-27,"-1"0"0,1-1 0,4-2 0,-3-6 0,-13 17 0</inkml:trace>
  <inkml:trace contextRef="#ctx0" brushRef="#br0" timeOffset="46332">2548 7431 12886,'-4'0'4582,"1"0"1165,3 0-5227,53-33-167,-30 20-250,9-6 1,-1 1-31,-14 12-73,-4 4 17,-2 9-28,-1 6-34,4 13-39,4 5-28,7 4-73,6-1-156,8-4-163,6-6-208,3-6-347,0-8-430,0-5 492,-13-7-3042,11-12 1978,-21-5 1697,7-14 1227,-17-5 1007,-5-3 600,-5-4-11,-2 1-482,-3 4-655,0 8-498,-4 10-410,0 10-302,-2 7-78,0 12 44,-2 15-11,-4 21-48,4-10 1,-1 3-330,-1 10 0,0 3 299,-2 8 0,0 4-579,4-16 1,0 2 0,0 0 477,1 3 0,0 2 0,0-1-319,2 3 0,0 0 0,2-1-977,0 0 0,2 0 1,2-1 1079,3 1 0,3-1 0,-1-5 0,-2-4 0,1-4 0,3-8 0,0 0 0</inkml:trace>
  <inkml:trace contextRef="#ctx0" brushRef="#br0" timeOffset="47094">3734 7516 21786,'-2'-48'1019,"-1"1"1,1 5-1,-4 10-772,-15 22-236,5 9 6,-11 16 5,1 16 0,-8 18-494,16-17 1,2 1 460,1 3 0,3 0-23,3 0 1,3 0 46,5-3 1,4-1-59,13 20 17,14-14 22,10-17 23,4-13 45,3-21 5,-2-14-259,-3-18 237,-24 18 0,-1-2-6,-3-3 0,-1 0 17,-3-2 1,-2 0 38,-3-1 0,-1 2 11,-1-17 906,-12-7-838,-2 29 37,-10-4-194,3 23-45,1 10-5,3 14 287,1 13-288,5 15 1,3 11-79,12 7-108,0-30 0,3 0 60,3-1 1,4-2-26,3-2 0,2-2-123,27 14 123,4-14 135,0-15 156,5-29-67,-21 2 17,-13-4 0,-3-2 79,2-15 22,2-12 39,-4 3 252,-6 6-285,-7 18 16,-4 8-185,-6 14 23,-2 9 0,-5 11 198,0 13-226,2 9 0,6 3-12,13-1 6,7-4 1,13-10 16,8-10-34,7-9 28,4-15 51,1-12-22,-2-16 33,-6-10-3,-25 12 0,-3 0-14,3-14 17,-11 14 0,-5 1 45,-10-5-11,-7-4-57,-8 11-106,-6 10 17,10 11-252,-1 4-369,13 11-735,1 4-1730,8 9 3142,12 7 0,-7-12 0,6-1 0</inkml:trace>
  <inkml:trace contextRef="#ctx0" brushRef="#br0" timeOffset="47408">4808 7385 25853,'-4'-48'255,"0"0"1,1 2 0,5 12-234,8 27-10,15 12-46,1 14 34,2 8-6,-1 21-22,-11 3-39,-7-9 0,-3 2 5,2 17 12,-7-10 0,-2-3 89,0-17 17,-3 15 45,0-44-40,2-17 23,2-19-23,7-3 1,5-4-23,0 1 1,1 0-249,3-3 0,4 2 206,3 0 0,3 4-78,-2 11 0,2 2-639,4-3 0,3 2 720,2 7 0,-3 4 0,4 0 0,-7 8 0</inkml:trace>
  <inkml:trace contextRef="#ctx0" brushRef="#br0" timeOffset="49998">6539 7202 11514,'0'-6'4649,"0"2"1630,0 4-5450,-2-56-4678,0 42 4000,-1-42 933,1 55-905,1 1-44,0 0-46,-2 0-50,-2 1-11,-4 1 3387,-7 4-3387,-12 6-11,6-2 50,-27 18-39,23-12 0,0 1 0,-2 2 11,-9 13-22,-7 12-1727,22-12 0,3 0 1699,-3 13 2,10-12 1,7 0-136,22 18 60,0-10-1261,15-11 1,5-5 1098,4-5-74,0-4 1,5-1-1347,-6-9 0,0-1 223,2-1 1,0-2 1163,-2-1 0,-1-3-2939,4-9 0,-4-3 1958,1-4 1178,0-5 1,-3-3 2216,-5-1 1504,5-9-1869,-25 19 2908,-11 7-3306,-7 7 3593,-9 8-4085,-1 3-177,-4 8-473,8-4 111,2 2-61,7-5 84,0 1 398,13-5-448,6-6-235,7-4 61,28-22-56,-4-6-459,-10 6 1,2-2 393,-1-1 1,-1-3-642,4-4 0,-2-1 624,-7 6 1,-1-2 3,5-10 0,-2-5 10,-3-4 1,-3-2 5,0 0 1,-3 0-1,-8 14 1,-2 0-1,-3 3-173,-2-3 1,-5 4 223,-2-15-2496,-17 6 2445,2 29 434,-19-1-479,8 29-5,-14 16 22,17-3 1,2 3 515,-14 24-522,12-13 1,2 5-6,4 7 1,2 3-32,1 0 0,3 1-378,3 9 1,6-3 352,2-22 1,4-2-133,9 2 0,6-3 725,12-3 1,5-5-894,4 0 1,2-4 173,0-1 1,3-6-404,14-10 0,-1-8 327,-20-6 0,-1-3 205,16-5 0,-2-4 95,-22 4 1,-4-4 43,3-10 0,-3-3 340,-1-12-98,-9 13 0,-4-2-1226,-5-21 1240,-8 20 828,-7 4-711,-20 15 390,1 10-760,-15 5-49,6 16-12,1 13 28,2 11-44,9-5-4,10-4 1,2 0-20,2 14 195,-2 7-246,21 0 3426,5-22-3375,15 4 56,2-20 34,2-17 22,2-12 12,-1-14-29,-10 1 123,4-20-111,-15 14 33,4-10 11,-9 18-28,-5 11-50,-3 9-39,-2 8 33,-6 9-11,-6 18-34,-1 6 12,1 3-45,6 5 27,12-16 24,6 6-1,12-15 0,-2-8 73,20-14-34,-9-10 23,15-14-6,-12-8 40,-5-6 5,-7-5-500,-9-2 467,-6 10 195,-3-17-106,-5 23 17,1-11-11,-2 22-46,0 10-116,-1 7 498,0 6-521,-2 4 39,-6 17-6,1 6-22,-2 20-28,7 2-5,16 3-29,14 1-11,-6-26 1,4-2-420,3 1 1,2 0 244,-1-2 1,0 1-71,-2-2 1,-4 0-328,8 17-57,-23-5-458,-24-7-2661,-12-6 3030,-3-8 0,12-6 1,8-5-1</inkml:trace>
  <inkml:trace contextRef="#ctx0" brushRef="#br0" timeOffset="50341">8993 6911 21198,'-2'-5'3977,"1"1"-2448,1 4-1456,-50-46-40,25 45-30,-9-16 0,2 6-3,7 46-11,6-3-3,12-1 0,3 2 8,13 19-242,0-14 0,3 1 242,7-7 1,3-1-15,1 0 1,3-1-18,-1-2 1,1-1-23,-3-1 0,-2-1-13,9 10-264,-11 0-28,-20-16-348,-11 2-985,-13-12-3680,-11-7 4648,2-7 1,12 2 0,10-2 0</inkml:trace>
  <inkml:trace contextRef="#ctx0" brushRef="#br0" timeOffset="50525">8743 6999 18173,'3'-6'5674,"-1"1"-3562,-2 5-1905,51-36-50,-38 52-101,31-14-76,-46 28 1,-12 9-177,1 1 0,-2 1-1073,-3 3 0,-1 0 1269,-1 6 0,1-4 0,-3 7 0,6-6 0</inkml:trace>
  <inkml:trace contextRef="#ctx0" brushRef="#br0" timeOffset="51508">9276 7206 26715,'3'5'84,"4"-4"-45,13 12-22,-3-10 28,7-10 5,-2-5-5,8-11 0,0-8 33,-1-16-44,-12 12 33,-5-17 0,-14 21 12,-7-3-29,-9 11-22,-7 11 11,-5 8-22,1 10 6,2 9-1,2 11-22,4 12 11,2 8-28,5 7-16,5 4 10,7 2-8,7-23 1,4-2 19,5 12-15,8-13 1,4-3 3,1-9 10,0-4 1,3-3-17,11-7 6,11-8 33,-1-13-22,-3-13 28,-4-10 22,-8-5-11,-8-2 6,-9 5 5,-9 6 11,-8 9-22,-6 4 6,-2 6 11,-2 3-34,2 4 28,3 1-11,1 1-17,2-3 6,3-1 0,0-1 28,3-1-17,0-1-28,0-1 22,1-4 6,-1-2-6,-2 1 40,0-5-28,-1 3 10,-1-5 18,0 2 50,-2 3-73,-1 8 17,-2 1-5,1 7-18,-2 1 23,1 1-45,1 1 85,1 1-113,0-1-39,0 1 28,-1 1 33,-2 4 1,1-1-6,-2 5-6,4 0 6,1 4 23,10 15-51,5 6 28,4 4-11,9 13 5,1-7-3,-6-10 1,0 2-349,8 12 326,-10-16 0,-4 0-199,-4 6-27,-2-1-3188,-42 13 3445,-2-23 0,-7 4 0,16-20 0</inkml:trace>
  <inkml:trace contextRef="#ctx0" brushRef="#br0" timeOffset="54111">11602 6821 16717,'-1'-44'1478,"0"0"1,-1 0 0,-2-14 0,-4 7-1051,0 18 1,-4 5-26,-18-4-280,-2 26-50,-2 27 6,-2 29-65,15-11 0,2 5-721,-2 11 0,2 4 699,6-14 1,0 2-1,2 1-558,-1 4 1,1 1 0,2 1 488,0 2 0,1 1 1,0 1-104,1 2 1,1 0 0,1 1-105,0 1 1,0 0-1,0 0-157,1 0 0,-1 0 1,0-1-206,-1-4 0,-1-1 0,-1-2 233,-1-6 1,-2-3-1,-1-3 603,-7 5 0,-4-8 908,-26-3-1591,18-45 0,1-10 981,-9-17 21,12-7 1,6-6-82,12 7 1,4-2-227,0-13 0,5-4-116,7-1 1,7-1-61,-1 22 0,1 1 1,4 0-20,3 2 0,3 1 1,3 1-14,1 2 1,3 2-1,1 1-17,3 1 1,1 2 0,1 1-4,1 2 0,2 2 0,0 0-16,0 2 1,1 1 0,1 0-2,6-2 0,1 1 1,-3 1 36,2 0 0,-2 0 12,12-6 0,-4 2 1123,-1-2-894,-2-2 239,-20 9-127,-19 7 2821,-9 4-3022,-8 4 1186,-5 4-1316,-6 9 140,-3 11-161,-1 15-7,6 10-4,6 6 10,15-2-3386,19 3 3381,-2-19 28,19 2 50,-14-23 67,5-5 85,-7-14 22,-8-13 5,-6-14 3376,-6-9-3437,-8-8-12,-8-5-66,-5 1-40,-3 7 6,0 11-51,4 15-111,3 10-281,6 14 79,2 5-998,5 18-2682,8 9 3971,4 5 0,-2-13 0,-4-10 0</inkml:trace>
  <inkml:trace contextRef="#ctx0" brushRef="#br0" timeOffset="54433">12442 6995 22895,'-2'-6'3333,"1"1"-3227,1 5-134,13-22 28,0 26-84,33 12 45,-21 16-12,-1-1 1,-2 2-62,-5 7 73,-4 4 50,-19-10 23,-15-16 67,-13-13 33,-2-17 45,6-14 29,12-15-29,16-11-107,12 18 1,5 1-59,2 5 0,2 2-17,1 0 1,2 3-261,30-8-807,-7 14-4626,16 2 4848,-7 6 0,-28 6 0,-16 2 0</inkml:trace>
  <inkml:trace contextRef="#ctx0" brushRef="#br0" timeOffset="55327">14348 6761 21756,'-1'-61'1073,"1"0"1,-2 15 0,-1 5-945,-5-8 284,-1 35-458,5 33 62,2 0 17,0 44-48,5-15 0,1 3-389,-2-9 0,0 2 336,1 2 0,1 4 0,-1 0-808,-1-1 1,0 0-1,-1-1 668,2 11 0,-1 4-653,-1-12 0,0 5 0,1 1 1,-2-7-1810,-2 12 0,0-3 1651,1-11 1,-1 2-1,-1-5-1141,-6 8 0,-5-10 1331,-20-10 2504,0-26 1199,-1-46-1142,24 3 1,5-4-401,0-6 0,2-2-423,4-3 0,3-2-503,1 1 0,1 3-152,0 10 0,2 1 145,3-7 1,1 3 1564,2 3-1965,7 0 0,5 2-118,12 8 210,-12 8 1,1 3-160,16 3-31,-10 9 0,1 1 42,10-3-3,5 2 1,0 0 46,-7 1 148,-3 1 0,-2 1-119,-9 2 1554,2 2-1425,-22 3 487,-18 12-404,2-4-2614,-23 19 2458,18-14 22,-12 22-16,22-13-12,9 12-11,16-9-34,6-7 29,20 0 21,13-11-27,-11-2 75,-11-12 1,-1-6 76,-2-8 21,9-21-106,-23 10 3644,-7-28-3543,-10 14 0,-8-17-57,-8 18-100,-5 13 84,-17 3-89,6 16-57,-12-1-33,12 16-73,8 7-190,7 14 27,7-1-1310,11 26-694,10-11 267,-1-11 1,2 0-7820,26 14 9777,-8-14 1,-9-13 0,-17-13 0</inkml:trace>
  <inkml:trace contextRef="#ctx0" brushRef="#br0" timeOffset="56466">15439 7184 12253,'6'-6'9830,"-2"1"-9138,19-25 0,2-9-149,-5 0-137,9-7 0,-2-2 238,-17 7-15,-4 10-489,-8 12 93,-9 9-149,-23 15-72,-9 12-4,14-2 0,-1 4-125,2 5 1,3 2 111,-14 17-21,18-8 1,3 0-42,4 11 0,4 16 5,22-23 275,13-15-196,14-11 0,8-21 27,5-17-324,-24 5 1,-1-4 296,16-19 16,-12 0 1,-3-4-17,-8 8 0,-1-1-4,-1 0 0,1-3 0,-3 3 4,0-4 0,-2 0 16,-1 2 1,0-2-1,-1 2 37,-1 2 0,0 1-3,3-13 1,-2 1 66,1-3-78,-8 23 0,-3 16 152,-2 14-203,-5 14-16,-4 18 28,-9 23-6,7-18 0,1 3-143,-3 7 1,1 3 78,2 3 0,1 2-601,1 3 1,4 0 496,3-1 0,4-1-34,4-4 1,5-3-146,5-6 0,3-4 260,-3-10 1,3-4-76,13-2 0,2-6 89,12-9 59,-14-8 1,1-5 2,14-23 16,-24 8 1,-2-3 11,0-3 0,-1-2 25,-1-2 1,-2 0 13,10-21 59,-11 16 0,-2 1 137,-1-7 23,1-10-62,-15 26 592,-9 11-788,-2 8 1158,-18 13-1186,6 9 343,-12 14-337,7 8-17,4 9-17,6 3-6,7-1 1,8-6 5,10-9 28,8-12 39,11-12-39,8-16 22,4-13 29,3-16-290,-3-9 323,-6-5 16,-7 2 29,-7 4 22,-6 10-11,-5 10-56,-5 11-78,-3 9-12,-3 11 1,-5 10 277,-4 14-283,1 11-11,2 8-12,6 1 1,11-2-23,7-8 0,14-10 22,10-9 6,8-10 39,4-14 0,-2-13 6,-4-12 22,-8-9-11,-9-4 12,-9 2 27,-9 10-56,-5 12-11,-10 11 11,-7 14-11,-8 9 17,-1 10-28,5 1 5,13 2-5,7-12 0,16-3 11,9-13-23,18-6 35,11-8-1700,-20-3 0,0-2 1694,14-9 19,-19 3 0,-3-2 20,1-11 62,3-8 94,-10 5 74,-9 10-18,-5 10-149,-6 11 3284,-2 5-3392,2 13 0,1 16 0,-1 8 0,0 4-636,2 22 636,-5-3 0,-3 4-1173,-4-8 1,-2 1 477,1-4 1,-1 2 0,-2 3 694,1-5 0,-2 3 0,1-2 0,0-4 0,-1 11 0,0-5 0,0 3 0,-1-1 0</inkml:trace>
  <inkml:trace contextRef="#ctx0" brushRef="#br0" timeOffset="60265">3980 9352 5046,'-52'0'385,"0"0"1,0 0 0,-1 0 0,1 0 0,-8 1-1,1 0 1,1 0 0,5 1-181,0 0 0,4 0 1,3 1 66,-13 2 0,5 0-188,14-1 0,5-1 1346,-4 2-1145,37-2 417,34-2-618,-1-1 0,4 0 22,12 0 1,4-1-274,-10 1 0,2-1 0,2 1 415,5-1 0,3 0 1,3 0 92,2 0 1,5-1 0,1 1 0,-4-1-705,1 1 0,-3 0 0,5-1 431,-8 0 0,6 0 0,1-1 1,0 0-1,-3 0-574,2 0 0,-3 0 1,1 0-1,3-1 549,-10 0 0,2 1 0,1-1 0,1 1 0,1-1 0,0 0-263,3 0 0,0 0 1,1-1-1,0 1 1,1-1-1,0 1 249,-7 0 1,1-1 0,0 1-1,0 0 1,0-1 0,1 1-1,0-1-103,2 1 1,0-1 0,1 1 0,-1-1-1,1 1 1,0-1 0,0 1 107,1-1 0,1 1 1,0-1-1,0 1 1,0-1-1,0 1 1,0 0-51,1-1 0,0 1 1,0-1-1,0 1 1,1 0-1,-1 0 1,1 0 31,-9 0 0,1 1 0,0 0 0,0-1 0,0 1 0,0 0 1,0 0-1,0 0-2,0 0 0,0-1 0,0 1 0,0 0 0,0 0 0,0 0 0,0 0 0,0 0 6,7 0 0,1 0 0,-1 0 0,1 0 0,-1 0 0,0 0 0,0 0 0,-1 0 0,0 1 0,0-1 0,0 0 0,0 1 0,0-1 0,-1 1-2,-1 0 0,0-1 1,1 1-1,-2-1 1,1 1-1,0 0 0,-1 0-3,-1 0 0,0 0 1,0 0-1,0 0 0,-1 0 1,0 0-1,0 0-3,-1 0 0,-1 1 0,0-1 0,0 0 0,0 0 0,0 0 1,-1 1-4,8-1 0,0 0 1,-1 0-1,0 0 0,0 0 1,-1 0-22,-2 1 1,0-1 0,-1 0 0,0 1 0,0-1-1,1 0-192,4 1 1,2-1-1,0 0 1,-1 0-1,-2 1 1,-3-1-315,5 0 0,-4 0 0,-1 1 0,1-1 518,7 0 0,4 0 0,-6 0 0,-12 0 0,-16 1 0,-7 0 0,30-1 0</inkml:trace>
  <inkml:trace contextRef="#ctx0" brushRef="#br0" timeOffset="60891">3094 9527 18683,'40'-4'2050,"-11"21"-1885,-27 16 0,-8 8-39,3 5 0,-1 3-1261,0 9 1,0 2 1182,1-14 1,0 2-1,0 2-676,0 6 0,1 3 0,-1 1 647,1-10 1,0 2 0,-1 1-1,1 0-7,0 6 1,0 1 0,0 1 0,-1 1-213,2-8 1,-1 0 0,0 2 0,0-1 0,1 2 204,-1 2 1,0 1 0,0 1-1,1 0 1,0 1-265,0-9 1,0 1-1,0 0 1,1 1 0,-1-1-1,0 1 260,1 1 0,-1 0 0,1 0 0,-1 0 0,1 1 0,0-1-2,0-1 0,1 1 0,0 0 0,-1 0 0,2-1 0,-1 0-37,1 8 0,-1 0 0,2 0 0,-1 0 0,2 0-630,1-6 1,0 1 0,0 0 0,2-1 0,-1-1-1,0-3 668,1 9 0,1-3 0,0-3 0,-1-1 0,3 10 0,1-3 0,-2-10 0,-3-20 0,1-1 0</inkml:trace>
  <inkml:trace contextRef="#ctx0" brushRef="#br0" timeOffset="61959">11583 9062 20711,'-20'-8'716,"0"22"-565,13 19 1,3 9-29,-3 6 0,-2 3-1423,-1 10 1,-1 2 1327,1-17 0,0 1 0,0 2-480,-1 4 1,-1 1 0,1 1 451,-2 3 0,1 1 0,0 1-5,3-13 1,0 0 0,1 1 0,0 0 5,1 2 1,1 1-1,0-1 1,0-1-2,1 3 0,0-1 0,0 4 0,2 1 0,1 5 0,0 1 0,1-5 9,-1 1 0,2-4 1,-1 4-223,0 1 0,0 5 1,0 1-1,1-4 210,-1-8 0,0-2 1,1 0-1,-1 0 7,-1 1 0,1 0 0,-1-1 1,1-1-5,-1 2 0,-1-1 0,0 2 2,-1 2 1,-2 2 0,0 1 0,0-4 6,-1-4 0,0-2 1,-1 2-6,0 0 0,-1 4 0,0-1 1,0-3-276,-2 2 1,1-3-1,-1-1 260,1-3 0,-1-1 0,1-1 111,-2 16 1,0-1-115,2-6 0,1-2 421,0-5 1,1-1-431,0-4 1,0-2 2,-2-4 1,-1-1 10,-1-3 1,-2-2 1799,-11 13-1806,-1-15 1,-4-3 20,-23 6 264,11-8 0,-4-2-304,0-3 1,-2-3-32,-7 1 1,-2-2-90,14-3 0,-1-1 0,-1-1 73,-4 1 1,-1 0 0,-1-1-390,-5 0 1,0 0-1,-2-1 419,-3 1 1,-2 0 0,-1-1-444,13-2 0,-1 0 0,-1 0 1,0 0 466,-3 0 0,0 0 1,-1 0-1,-1 0 3,-3-1 0,-2 0 1,1 0-1,2 0 14,10-1 0,3 0 0,-2-1 1,-3 1-1,2-1 1,-4 0 0,-1 0-1,-2 0 1,3 0 0,2 0-292,-9-1 0,3 1 0,0-1 0,-4 0 293,6 0 1,-3 1-1,-2-1 1,0 0 0,0 0-1,3 0-164,-4 0 0,3 0 0,-1 0 0,2 0 0,-2 0 145,1 0 0,-1-1 0,0 1 1,0-1-1,0 1-76,0-1 1,0 1 0,0-1 0,-1 1 0,1-1 86,1 0 0,-1 1 1,1-1-1,-1 0 1,1 1-1,0-1 1,0 1 0,0-1 0,0 0 0,0 1 10,1 0 1,-1-1-1,1 1 1,-1 0-1,1 0 0,0 0 1,1-1 0,-1 1-1,0 0 1,1 0 9,-1 0 1,1 0 0,-1 0-1,1 0 1,0 0 9,0 0 1,1 0 0,-1 0-1,1 0 1,-1 0 0,2 0 1,-1 0 0,1 1 0,-1-1 0,1 0-6,1 1 0,0 0 1,-1 0-1,2 0 0,-1 0 1,1 0 0,1 0 1,-1 1-1,1 0 1,0 0-1,-12 1 1,1 0 0,0 0-1,1 0-5,1 1 0,1 0 0,0 0 0,1 0-10,2 1 0,-1-1 1,2 0-1,3 0 187,-3 1 0,3-1 0,-2 1-235,4-1 1,-2 0 0,1-1 0,5 0-214,-10 1 1,2-2-518,7 0 1,-1-1 0,7-1-883,-16-4 1663,25-5 0,28 7 0,2-1 0</inkml:trace>
  <inkml:trace contextRef="#ctx0" brushRef="#br0" timeOffset="63552">3525 11662 18924,'59'-8'317,"0"-1"0,-12 2 0,4-2 0,3 0 0,-1 0-1622,4-2 1,1-1-1,2 0 1,2 1 1354,-10 1 1,3 1-1,2-1 1,0 1-1,-2 0 1,-3 1-236,10-1 1,-5 0-1,2 1 1,5 0 170,-10 2 0,6-1 1,3 1-1,0 0 1,0 0-1,-4 0 1,-6 1-190,6 0 0,-6 0 0,0 1 0,6-1-13,-4 1 0,6-1 0,3 0 0,2 1 0,-2-1 0,-1 1 0,-6 0-1023,0 1 0,-4 1 1,-1-1-1,-1 1 0,1 0 1239,4 0 0,2-1 0,-1 1 0,-3 0 0,-3 0 0,8 0 0,-4 0 0,-7 1 0,-7 0 0,-1 0 0</inkml:trace>
  <inkml:trace contextRef="#ctx0" brushRef="#br0" timeOffset="63825">3693 12327 15765,'63'-6'489,"0"-1"1,-1 1-1,0-1 1,0 1-1,-4-1-336,-15 2 0,-2 0 0,1 0-1567,6-1 0,1 1 0,-2 1 1439,11-2 0,3 1-38,-13 2 1,5 0-1,2 0 1,-4 0-155,3 1 1,-2 0 0,4 0-477,3 1 0,5-1 1,-1 1-1,-4-1-539,-3 1 0,-3 1 1,0 0 1181,5 1 0,0 0 0,-13 0 0,-7 0 0,-10 1 0</inkml:trace>
  <inkml:trace contextRef="#ctx0" brushRef="#br0" timeOffset="64059">4230 12904 20224,'-45'18'16,"1"1"1,4-3 0,17-3 162,39-5-89,10-7 78,18-7 0,8-2-79,-1-1 1,1-1-658,-11 2 1,1 0 0,4-1 562,6-1 1,4-1 0,2 1 0,-4 0-495,6 0 0,-3 0 0,4 0 436,-10 2 0,5-1 1,1 1-1,-2-1 1,-3 1-116,10 0 1,-4 0 0,2 0-1441,-6 1 1,3 0 0,-2 0-1,-4 0 1281,-3 1 1,-3 1 0,-2 0 0,17-4-1,-6 2 1,5-1 0</inkml:trace>
  <inkml:trace contextRef="#ctx0" brushRef="#br0" timeOffset="66552">13627 9615 15745,'5'-52'1304,"1"1"1,-1-1 0,2-14 0,-1 13-962,-2 24 227,-3 27-307,-1 24-16,-5 25-133,2-11 1,-2 5-681,-4 13 0,-1 2 602,2-9 1,-2 6-522,0-7 1,-2 6 0,-1 4 0,-1 0 0,2-4 474,-1-2 0,0-2 0,0 0 0,0 3-4,-1 1 1,0 2 0,0 3-1,0 0 1,-1-1-105,-2 6 1,0 2-1,0 0 1,1-4-1,2-5 8,0 0 0,2-5 0,-1 4-51,1 0 1,-2 6 0,0 1-1,2-1 1,3-6-348,1 0 0,3-5 0,1 3-174,2 10 1,1 3 0,3-5-1596,4 1 0,4-6 2277,2-8 0,1-9 0,4-13 0,-9-17 0</inkml:trace>
  <inkml:trace contextRef="#ctx0" brushRef="#br0" timeOffset="67402">13431 9333 8604,'49'-12'225,"-1"-1"1,1 0 0,-1 1-1,2 0 1,-1 0 0,0 1 0,-1 2 123,9 2 0,-1 2 0,-1 1-1127,-7 0 0,-1-1 0,4 1 1030,0 0 0,3-1 0,2 1 0,2-1-40,-2 0 1,1 0 0,2 0 0,0 0 0,-3 0-569,5 0 1,-4-1 0,3 1 0,6-1 406,-14 2 1,5-2 0,4 1 0,1-1 0,1 0 0,-1 1 0,-3-1 0,-4 1-150,12-1 0,-5 0 0,-1 0 0,0 0 0,2 0 106,-10 1 0,1 0 0,0 0 0,2 0 0,-1 0 0,0 0 0,0 0 5,1 0 1,-1-1 0,0 1-1,0 0 1,1 0 0,0-1-1,1 1-137,4 0 0,0 0 0,1 0 1,0 0-1,0-1 0,1 1 1,0 0 144,-7 1 0,1-1 0,-1 0 0,1 1 0,0-1 0,0 1 0,2-1 0,0 1-33,-2-1 1,2 1-1,1-1 1,1 1-1,-1-1 1,1 1-1,-2 0 1,0 0-1,-2 0 47,6 0 0,-1 0 0,-1 0 1,0 0-1,-1 0 0,-1 1 1,2-1-4,-2 1 0,0 0 0,0-1 0,0 1 0,0 0 0,-1 0 0,0 0-11,-1 1 1,0-1-1,0 0 1,-1 1 0,0 0-1,0-1 1,-1 1-11,8 0 0,-2-1 0,1 1 1,-1 0-1,0 0 0,-1 0-10,-2 0 1,0 1 0,-1-1 0,0 1 0,-1 0 0,0 0-2,7 0 0,0-1 0,-1 1 0,-1 0 0,0 1 2,-4-1 0,-1 1 1,-1-1-1,0 1 0,-1 0 73,8 0 1,0 0-1,-3 0 1,-2 1-69,1-1 1,-3 1-1,0 0 307,0 1 1,-1 0 0,-2 1-170,7 2 1,-4 1 58,-4 0 0,-3 1-19,-6 0 1,-6 2 1658,-5 7-1715,-15-3 2471,-6 5-2371,-5 7 2130,0 5-2292,-2 7 890,-2 2-924,-3-7 37,-3 4 0,-1 1-36,-1 3 13,-1 3 1,-1 4 19,4-15 0,1 1 23,-1 12-1,1 3-574,1 5 1,1 1 576,2 6 1,1 2-544,2-17 1,0 2-1,1 0 481,1 3 0,1 2 0,0 1-594,2 3 1,1 1 0,-1 1 581,2 2 1,-1 2 0,1-1-19,0 2 0,0 1 0,-1-3-4,-1-12 0,-2-2 1,0 3-27,-1 1 1,-1 4 0,-2-1-1,-1-4-349,-4-1 1,-2-4 0,-2 2 371,1 1 0,-2 2 0,-1 1 0,-4-5 9,-6 3 0,-4-4 0,-2-2 3,-4-2 1,-3-2 0,-1-4-12,-7 7 1,-5-4 1,6-10 0,-3 0 0,-3-3-9,-8 1 0,-2-2 0,-2 0 4,13-5 1,-2-1 0,0 0 0,-2-1-147,-9 3 1,-3 0 0,0-1-1,0-2 156,5-2 1,0-2-1,0 0 1,-1-1-195,-5 0 1,-1 0 0,0 0 0,-2-1 202,10-2 0,-1 0 0,0 0 0,-1 0 0,-1-1-83,-3 1 0,0-1 0,-1 0 1,-1 0-1,0 0 79,7-1 1,0-1-1,0 0 1,0 1 0,-1-1-1,-1 0-86,-1 1 0,-1-1 0,0 1 0,0-1 0,0 0 0,-1 0 88,-2 0 1,0 0-1,-1 0 1,1 0-1,1 0 1,2-1-5,-1 1 0,2 0 1,1-1-1,-1 0 1,-2 1-4,2-1 1,-1 0 0,-1 0 0,0 1 0,-1-1 0,0 0-53,-1-1 1,0 1-1,-1 0 1,0-1-1,0 1 1,-1 0 52,8-1 0,1 0 1,-1 0-1,-1 0 1,1 0-1,-2 0 0,0 0-5,3 0 0,-2 0 0,-1 0 0,1 0 0,-1 0 0,1 0 0,1-1 0,1 1 9,-9 0 1,2 0-1,1-1 1,1 1-1,0-1 1,-1 1-2,-1-1 1,1 0-1,0 1 1,-1-1-1,1 0 1,0 0-13,-1 0 1,1 0-1,0 0 1,0-1-1,-1 1 1,1 0 4,-1-1 0,0 0 0,-1 0 0,1 0 0,2 0 0,1 0 1,1-1 0,2 1 0,2 0 0,-2-1 0,-4 0-25,5 0 0,-4-1 1,-1 1-1,-2-1 1,2 0-1,2 0 1,3-1-121,-2 0 0,4 0 1,2-1-1,-2 0 1,-3 0-508,-4 0 1,-4-1-1,-1 1 1,0-1-1,2-1 1,6 1 652,-5-2 0,3-1 0,5 0 0,3 1 0,3-1 0,4 1 0,5 0 0,7 0 0,1-1 0</inkml:trace>
  <inkml:trace contextRef="#ctx0" brushRef="#br0" timeOffset="68059">14466 9783 20610,'-41'-1'322,"0"0"0,-15-4-233,88-2-78,1 1 1,6-1-119,19-1 1,6-2-1527,-8 3 1,4-1 0,2 0 965,-7 1 0,1 0 1,2 1-1,2-1-724,-7 1 1,2 0 0,0 0 0,1 0 0,-2 0 1200,10-1 0,1 0 0,-2 0 1,-8 1-1,14-1 0,-14 1 0,-10 1 1</inkml:trace>
  <inkml:trace contextRef="#ctx0" brushRef="#br0" timeOffset="68459">14108 10885 19249,'60'-12'-54,"0"0"1,0 0 0,-12 3 0,-1 0 0,2-1 0,1 2 15,1-1 1,3 1 0,0 0 0,0 0 0,-4 1-1252,-1-1 1,-3 2 0,0-1 0,3 0 1008,6 0 0,4 0 0,1-1 0,-1 2 0,-4 0-1091,-2 1 0,-4 0 0,0 2 0,1-1 1371,4-1 0,1 1 0,-1 0 0,-4 0 0,-2 1 0,-4 0 0,-4 1 0,-5 0 0,0 0 0</inkml:trace>
  <inkml:trace contextRef="#ctx0" brushRef="#br0" timeOffset="68711">14040 11531 18268,'48'-1'97,"0"1"1,0-1 0,0 1 0,2-1 0,2 0-1,-2 0 1,-2-1-81,0-1 0,-4-1 0,4-1-1004,0 2 1,3-1 0,2 0 0,-2 1 954,11-1 0,-1 0 1,3 1-286,-15 0 1,1 1 0,1-1-1,2 1 1,1 0-11,0 0 0,2 0 1,2 1-1,-1 0 1,-2 0-1,-2 0 6,6-1 0,-3 1 1,-1 1-1,3-1-282,2 2 1,4-1-1,0 1 1,-2 0-1,-7 0-1051,4 1 0,-6 1 0,0 0 1654,3 0 0,1 1 0,-6 0 0,-2-1 0,-8 1 0,-1 1 0</inkml:trace>
  <inkml:trace contextRef="#ctx0" brushRef="#br0" timeOffset="68952">14497 12048 17468,'-58'11'1226,"0"0"1,5-1-961,6 1 0,17-3-98,40-8-51,23-4 1,9-1-15,8-2 1,5-1-1175,-4 2 1,4-2 0,2 1 1158,-9 1 0,2-1 1,1 1-1,3 0 100,2 0 0,4-1 1,1 1-1,-1 0 1,-3 0-104,-3 0 0,-3 1 1,0 0-1,4 0 15,4-1 1,4 1 0,1 0 0,1-1 0,-3 2-35,-6 0 0,-1 0 0,0 0 0,-2 1 1,0 0-60,3-1 0,-2 1 0,1-1 0,4 1-217,-5 0 1,5-1 0,2 1 0,-1-1 0,-4 1 0,-6 1-3068,6-1 0,-7 0 0,2 0 2856,11 0 0,1 0 1,-10 0-1,-14 1 0,-11 0 1,-12 1-1</inkml:trace>
  <inkml:trace contextRef="#ctx0" brushRef="#br0" timeOffset="72015">20693 3713 5105,'-6'-3'7377,"1"0"-2914,5 3-3556,-30 61 160,9-20 1,-1 3-1003,-6 11 0,-1 3 114,1-1 0,3-5-33,1 4 795,9 0-482,12-24 1512,10-2-1186,7-19-281,13-24-202,12-21-182,-14 7 1,1-3 189,4-4 0,2-4-250,-5 4 0,2-2 0,-3 2-49,3-2 0,0-1 9,3-4 1,2-4 0,-4 6-7,-10 13 0,1 0-9,17-21 1,2 1-4,-14 19 1,1 3-14,16-9 0,1 3-6,-15 11 0,2 3-305,18 0 0,-2 7-462,-11 12-6705,18 19 6697,-42 5 0,-4-3 0,-8-8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6T13:50:23.2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2603 2864 17249,'0'-10'2974,"2"-39"1,-3-5-2348,-7 22-473,3-21 0,-4 7-59,-10 38 84,-16 19-75,8 9 0,-2 5-657,-2 5 1,0 4 585,-9 13 1,1 4-455,7-1 1,4 0 426,2 2 0,5 0-20,6-2 0,3-1-39,4-12 0,5-1-3,12 10 0,9-5-241,23 6-669,-3-17 0,3-5 711,-9-12 1,3-6-455,26-6 0,-1-5 608,-28 0 1,0-4 79,12-5 1,5-4-1,-7-2 182,-8-2 1,-4-3 3,11-9 0,-4-3 96,-16 6 0,-6-1 1346,2-27-739,-11 0-616,-6 23 195,-6 6-279,-7 24 1348,-3 5-1382,-23 24-89,9 7-37,8-6 1,1 2-26,-3 23 6,10-1 672,21-6-661,15-10 0,20-14-34,14-11 31,-25-10 1,1-4-134,1-1 1,-1-4 146,-3-3 0,-1-4 45,20-23 11,-13-5 51,-15-2 28,-9 1 6,-14 4 10,-7 5 0,-8 9-27,-4 10-57,-4 10-61,4 7 321,-19 16-349,6 14 5,0 0-61,10 14-224,21-10-634,12 9-1701,17-4-5295,20-7 7921,3-12 0,-14-8 0,-14-7 0</inkml:trace>
  <inkml:trace contextRef="#ctx0" brushRef="#br0" timeOffset="593">3461 2998 26099,'-5'-30'62,"-1"19"-40,-2 60-11,-3 10-22,4-28 0,0 0-23,-5 30 40,2-10 11,5-14 39,3-15 33,3-14-16,3-18 6,4-13-1,3-17-22,2-12-278,0-8 233,-6 28 0,-1 0 8,2 1 1,-1 0 36,11-23-33,1 12-7,2 13-10,1 14-6,3 9 0,3 14-17,2 7 17,-5 5 6,8 23-17,-14-5 300,3 18-289,-12-9 0,-7-3 11,-9-8 17,-1-9 79,-4-13-29,2-11-16,1-15 22,1-13-51,3-14-5,3-9 6,9-6-23,6 2 12,9 5-7,5 8-16,3 11 6,2 10 11,2 9 0,2 9-12,2 12-33,-2 11 6,-2 13-51,-7 11-112,-9 7-901,-10 5-746,-6 0-3562,-5-3 5394,1-13 0,0-17 0,1-14 0</inkml:trace>
  <inkml:trace contextRef="#ctx0" brushRef="#br0" timeOffset="1625">4275 2884 26155,'30'-24'120,"0"0"1,21-3-20,-41 56-51,-2 16 1,-3 7-18,-8 5-10,-5 2 5,-5-5-12,-1-10 46,1-14 72,3-15-33,3-13-62,2-15-22,2-14 34,0-15-12,3-11-11,4-6 17,3 0-1722,1 26 1,1 1 1693,3-8-12,10-4 1,-6 24 16,6-1-16,4 8-23,3 6 6,5 11 3397,4 10-3397,-1 12 5,-6 13 1,-8 6 16,-10 5 0,-8 8-22,-5-20 11,-5 7 34,0-28 10,-1-3 1,2-12-22,2-15-1,2-12-5,3-12-6,4-7-11,6-1 0,5 1 6,10 0-12,-3 13 6,0 7 0,-2 13 0,-4 8-11,7 4-12,-1 9 7,-1 10-29,-5 12-73,-4 6-207,-3 5-509,1 1-1849,10 3-325,2-15 907,2-5-3118,4-19 547,0-14 2790,11-7 2666,5-11 1790,-20 5 0,-1 0-496,10-9 1372,7-14-985,-16 10-639,6-6 957,3-3-2290,-17 20 67,-2 3-436,-17 18-1,-7 5-6,-8 6-16,-9 11 0,-12 20-62,7 0-39,3 1 28,13-1-17,8-11-16,10 6-1,17-4 6,10-14 6,4-5 33,9-14-11,-6-10 67,17-18-56,-13-7-464,-21 10 0,-4 0 459,0-11-95,-7-9 168,-9 9-3006,-15-15 2939,2 19 94,-31-8-78,7 27-39,-7-1 614,-1 15-664,13 11 137,-4 10-126,9 11-40,10 8-195,8 4-454,15 0-802,14-2-1506,19-8-1897,-6-19 1,1-4 4257,20 2 0,-7-7 1,-30-7-1</inkml:trace>
  <inkml:trace contextRef="#ctx0" brushRef="#br0" timeOffset="1953">5764 2949 24554,'36'-46'705,"0"0"1,-4 6 0,-9 10-33,-19 21-634,-5 10 112,-4 10-140,0 1 54,-10 18-54,0 3 170,-3 12-209,0 10 16,9-10 1,2-4 39,8-13-5,5-17-1,5-4-33,15-28 16,2-10 7,3-9-10,-9 9 1,-1 1-3,2-2 0,3-1 0,2 0 39,2 4-22,7-5-6,8 17-5,-17 18-28,13 8-46,-13 26-307,-9 9-555,-10-14 1,-3 1-3239,0 17 4168,-3 4 0,-3-31 0,0-1 0</inkml:trace>
  <inkml:trace contextRef="#ctx0" brushRef="#br0" timeOffset="2409">8246 2920 25937,'-54'30'-23,"11"11"-243,39-7 0,6 4-1849,0-1 1,1-2 2114,4 25 0,0-24 0,-1-18 0</inkml:trace>
  <inkml:trace contextRef="#ctx0" brushRef="#br0" timeOffset="2792">8530 2588 22873,'-11'-45'735,"0"0"1,2 2-1,-2 16-690,1 32-22,1 4 83,-11 31-61,2-1-31,5-9 0,0 1-9,-4 21 23,7-5 18,10-10-7,6-14 247,14-10-107,0-18-56,11-13-5,-1-15-57,-7 2 202,2-17-83,-17 16-52,1-12-21,-14 17-74,-3 8-55,-3 9-6,0 8 11,0 12-22,0 12-207,-1 15-544,2 13-1451,4 13 2241,4-23 0,1-2 0,1 5 0,-1-1 0</inkml:trace>
  <inkml:trace contextRef="#ctx0" brushRef="#br0" timeOffset="3159">8692 2969 26390,'23'-38'173,"0"0"1,-2 1 0,-6 17-135,-15 36 6,0 15-20,-2 6 1,0 4-7,0-6 1,-1 0-240,-1 14 0,0 0 220,1-15 0,0-3 6,-1 22 137,3-19-37,4-20-16,6-24-29,10-19 40,10-21-65,-12 18 1,1-2-335,1-1 1,0-1 341,0 0 1,0 1 8,-1 4 1,1 2 321,13-18-381,-2 16 18,-5 14-1,0 14-17,2 16-5,3 13 0,1 18-62,0 10 20,-15-22 0,-2 1-905,1 2 0,1 0 958,1 4 0,-1-3 0,3 6 0,-1-7 0</inkml:trace>
  <inkml:trace contextRef="#ctx0" brushRef="#br0" timeOffset="4049">10168 2789 24273,'-12'-52'819,"-1"1"1,6 11 0,-4 8-652,-33 21-78,9 37-51,13-1 0,1 6-1038,1 15 0,3 5 1014,6-7 0,1 2 0,1 2-431,1 8 1,1 3-1,0 1 417,3-9 1,0 0-1,0 2 1,0 0-311,0 3 0,1 2 0,-1-1 0,0 1 241,-1 1 1,-1 0 0,0 1 0,-1-1-199,-1-1 0,0 0 0,-2 0 0,-1-2-524,-2-1 0,0-1 1,-2-1-1,-2-1-322,1-4 0,-2-1 0,-1-2 0,-1-2 192,-6 7 1,0-4 0,-2-4 1246,-10 5 1,0-11 876,8-17 1,2-12 1030,-9-39-1459,26-3 0,8-8-440,6-6 0,6-6 0,0 2-238,0-7 0,3-1-45,0 15 0,2-4 0,2 1 1,0 3-8,1 2 1,1 4 0,0-2-16,5-9 1,1-1 0,1 1-14,0 3 1,1 1 0,0 2-4,-1 2 0,0 1 0,1 1 242,-1 3 0,0 0 1,1 1-250,12-15 1,0 3 5,-1 6 0,1 3 0,-4 7 0,0 2 483,0 6 0,-1 3-346,11-7-61,-10 12 117,-17 10 1602,-12 6-1517,0 1 1562,-6 6-1490,-6 6-152,-5 10-139,-4 8-28,2 9-11,6 5-34,9 5 16,11-1 1,8-3 17,9-8 5,3-11 56,1-11 107,5-22-107,-7-14-17,2-20-38,-15 4 10,-1-20 23,-7 3-26,-5 20 1,-1-1 13,0 2 1,-3 0 201,-8-29-89,-16 19-118,-8 15-67,-10 17-6,-2 22-22,19-1-51,0 11-537,19 4-1737,6 6 1516,7 18 0,-3-22 0,5 0 0</inkml:trace>
  <inkml:trace contextRef="#ctx0" brushRef="#br0" timeOffset="4809">12721 3224 23399,'-1'-48'976,"0"1"1,0-6 0,-1 5-507,-1 11-307,-2-3-163,2 31-12,1 17 12,-2 15-3,0 12 1,0 3-119,1-5 1,0 0-592,-2 14 0,2 0-1257,2-13 0,2-2 1146,2 19 1,0-21 0,0-15-1</inkml:trace>
  <inkml:trace contextRef="#ctx0" brushRef="#br0" timeOffset="5166">12945 2851 19938,'-6'-46'1575,"0"-1"1,1 7 0,-2 7-1139,-7 12-202,-1 14-50,-2 15-45,-3 11-50,-2 13-56,3 5-18,5 3-16,7 0 23,8-6 5,10-4-11,7-10 27,5-9 35,1-9-12,-1-12 6,-3-9 5,-5-11 6,-7-4-45,-4 4 90,-6-12-45,-3 17-22,-4-7-40,2 19-67,2 7-16,3 5-23,1 9-252,5 8-790,5 12-1877,8 9 3003,8 7 0,-10-20 0,-1-2 0</inkml:trace>
  <inkml:trace contextRef="#ctx0" brushRef="#br0" timeOffset="5526">13247 2990 20499,'6'-7'4532,"0"1"-3521,-6 6-630,0 0-269,-7 17-56,1 12 33,-7 22-83,5 8-6,0-1 11,5-5-5,1-10 202,1-13 33,1-15-67,2-16-113,4-19 29,9-17 44,8-19-549,-8 21 0,1-1 468,2-2 1,0 0 7,2-1 1,0 3-130,0 3 0,1 2 118,21-16-33,-1 17-28,1 15 22,5 16-22,4 15 2,-23-1 1,0 2-288,0 7 0,-1 3 8,-2 6 0,-3 2-768,-3 6 0,-3 3 488,-4 9 1,-2-1-1,0 6 1,-5-2 0</inkml:trace>
  <inkml:trace contextRef="#ctx0" brushRef="#br0" timeOffset="6600">15542 3333 21316,'20'-49'753,"0"0"0,0 0 0,-3 4 0,-1 1 0,-3 3-305,-4-5 0,-4 5 80,0-10-299,-3 9-55,-2 34-169,0 4 105,2 16-88,3 16-33,2 3 8,-2 6 0,-1 3-258,-1-8 1,-1 0 262,1 17 1,-1 0 5,-1-9 1,-2-1-9,0-4 0,-1-1 0,-1 21 39,-1-20 23,1-16-1,3-23-21,6-21-29,4-22 0,-1 13 0,0-3-361,3-5 1,0-3 357,0-4 1,2 0-9,0 0 0,1 1 11,-1 4 0,2 3 0,-1 7 0,1 3 637,14-13-648,-3 20-17,0 14 23,2 13 11,2 12-23,10 29 315,-13-9-315,-10-3 1,-2 2 5,-1 19 0,-7-20 0,-2 2 11,-2-3 0,-1-1 0,0 23-5,-3-12 0,0-19 5,1-9 6,2-16-40,6-10 6,7-11 506,6-12-472,11-17-11,-10 16-6,11-13-6,-13 25 6,6-1-17,4 8 6,-9 9 0,9 5 22,-9 11-11,6 6-5,0 11 5,-3 6-12,0 13 18,-9-14 5,1 6-11,-4-21-5,5-4 5,2-10-3381,13-22 3381,-10 3 33,13-23-21,-13 6-1,4-11-6,-4 2 7,-3 0 16,-7 16-34,-3 8 3404,-6 14-3393,-3 4 12,3 6-28,-2 5 16,1 6-5,0 0 6,-2 3-12,-1-3 12,0 2 22,0-7 11,0-4 28,0-5-61,2-8-51,0 1 34,0-5-11,-1 5-298,-1 0-503,-3 3-1832,-2-2 2655,-5 2 0,5 1 0,-1 2 0</inkml:trace>
  <inkml:trace contextRef="#ctx0" brushRef="#br0" timeOffset="7095">16883 2957 20100,'-5'0'4576,"2"-1"-2419,3 1-2034,-11-56-95,9 43-6,-9-41-16,12 58 33,1 20 40,-2 8-29,-3 22-39,-1-11-11,-3 11 23,4-15-1,6 5 40,12-9 33,5-16-34,4-7 63,4-17-29,0-9-17,12-14-11,3-12-36,-20 16 0,-1-2 0,-1-3 0,-1 0-6,-2-2 0,-2-1 0,-2 1 0,-2 0 59,2-24 17,-9 6-73,-5 22 23,-7 0-51,4 22-45,-3-2-56,4 6-784,-1 13-2935,1 4 3820,1 9 0,0-10 0,2-6 0</inkml:trace>
  <inkml:trace contextRef="#ctx0" brushRef="#br0" timeOffset="8076">17414 3356 26497,'21'-39'163,"0"0"1,0 0-1,0-1 1,0 1-1,-4 4-39,7-15-792,0-3 710,-9 14 0,0-1-326,-2 2 0,-1-2 301,3-11 0,0-4-263,-5 11 0,0-2 0,0 2 277,0-10 0,-1 2-15,-2 2 1,-1 4 51,-3-13-24,-3 29 262,-1 5-340,-2 17 651,-3 24-606,0 7-3,-5 27 1,-1 12-20,3-3 0,1 3-149,0-8 1,0 2-1,2 0 160,3-7 0,0-1 0,4-3 0,4 9 0,3-4-90,-2-13 0,4-3 64,13 8 1,5-5-25,21-2-273,-12-14 1,3-5 322,16-13 3,-12-19 0,-1-8-1275,-12-1 0,-3-3 1275,7-4 0,-1-4 8,-4-7 0,-6-4 49,-2-10 1,-4-3-53,0 1 1,-1-2-2,-6 15 1,-1-2-1,-2 5-2,-1 2 1,-3 4 85,0 0 1,-2 2 110,-2-10 391,-3 7-526,1 13 2890,-2 18-2957,2 5 1520,-1 8-1520,-1 13 17,-7 39-20,3-13 1,0 5-188,1-5 1,0 3-1,1 1 180,0 6 1,0 0 0,2 0-1091,1-5 0,0-1 0,2-3 1049,1 13 1,2-6-46,2-15 1,1-3-543,5 2 0,1-2-487,4 12 458,3 6-2172,-12-41 716,-7-24 1233,-6-16 643,-9-15 3887,-9-5-2671,-6-1 649,-2 4 425,1 6-772,4 8-391,6 7-286,7 7-393,7 6 68,4 1-263,9 5-29,9-1 1,16 2-68,14 1-66,15 1-12,4 0-161,-30 0 1,-1 0 316,16-3 1,6-3 110,-10-9 58,-4-1 84,-8-6 128,-19 4 85,-7 1-51,-4 3 489,-2 3-657,-1 3-121,0 5-18,0 3-91,-1 4 6,-2 9-22,-2 10 0,-1 15 22,1-2-59,4-1 1,1 1-390,5 19-437,0-14 1,2 0-4043,2-6 1,1-4 4165,5 14 1,-3-17 0,-8-20 0</inkml:trace>
  <inkml:trace contextRef="#ctx0" brushRef="#br0" timeOffset="8253">18679 2605 25410,'-17'-47'136,"0"0"1,-1 3-1,10 14-539,14 27-7506,21 38-1182,-9-13 8815,11 23 0,-23-33 0,-3-5 0</inkml:trace>
  <inkml:trace contextRef="#ctx0" brushRef="#br0" timeOffset="8744">18918 3089 27992,'18'26'61,"0"1"1,-1 6 0,-5 4-51,-10 15 0,-5 3-1106,2 6 0,-1 1 1098,0-18 1,0 0 0,0 0 1,0 0 1,-1 1 0,0-2-18,-1 20 1,-1-2-12,0-7 1,1-4 283,-1-12 1,0-3-257,-4 4 354,2-30-353,2-17 61,2-43-50,4-9-592,0 10 0,1-4 575,1-4 0,0-1 7,-1 13 1,1-1-1,0 1-4,0-13 0,1-1-1,1 0 0,1-5 0,0 5 6,3-3 0,1 2-108,-1 5 0,1-2 1,2 4 93,5-4 0,3 5-2,1 7 0,3 5-161,1 6 1,3 4 151,-1 7 0,1 4 17,28-2-33,-7 20-1,-8 21 17,-11 22 8,-19-12 1,-5 3 5,-2 7 1,-5 2 2,-9 12 0,-5 0 206,5-16 0,-4-1-209,-12 10 0,-6-5 3,5-19 0,-3-4-39,-9 3 0,-3-3-157,-2-6 0,0-3-345,2-5 1,1-3-1392,7-6 0,3-3 1932,-9-10 0,22 3 0,14 5 0</inkml:trace>
  <inkml:trace contextRef="#ctx0" brushRef="#br0" timeOffset="9459">19527 3172 22214,'23'-40'43,"0"-1"1,1 0 0,-2 0-1,0 0 1,-4 1-25,1-9 1,-3 0-9,1-8 1,0-4 102,-3 9 0,-1-3 1,1 0-100,-1 1 0,0 0 0,-1 0-10,0 4 1,-1 0-1,0 2 9,2-8 0,-3 7 20,0 1 1251,-6 25-1319,-3 15 753,-3 15-697,-4 14-5,-7 25-23,2-12 1,-1 4-6,-2 9 1,0 3 1,0 8 1,1 2-2,6-17 1,0 1 0,1 1 3,2-1 1,1 1 0,1 0-25,2-2 0,2 1 0,1-2-82,4 17 0,4-3 70,2-7 1,4-4-253,0-8 0,4-5-424,23 8 179,1-26 338,2-30 178,-3-20 34,-23 10 1,-2-2 41,-2-3 0,-1 0 81,-2 0 1,0 2 364,6-20 1525,-6 17-1677,-7 16 880,-17 18-1070,-3 10-112,-5 5 62,3 8-85,10-2 6,3 5 56,11-3-3347,17-6 3302,-3-10 23,19-9-40,-6-12 34,7-12 0,-2-16-216,-8-13 180,-20 22 0,-2-1 5,-3-2 0,-3 0 20,-3-27 56,-12 12 117,-19 15-100,-5 18-35,-11 16-38,12 8-11,-7 20 5,7 7-28,13-10 0,0 5 1099,1 13 0,2 2-1124,5-13 0,3 1-157,-1 16 0,6 2-686,8-16 1,5 0 856,7 14 0,3-2 0,3 6 0,9-7 0</inkml:trace>
  <inkml:trace contextRef="#ctx0" brushRef="#br0" timeOffset="10359">22631 2931 21528,'-1'-63'1183,"-1"0"1,3 9 0,-4 11-769,-11 23-213,0 19-163,2 5 45,-9 20 23,-9 23-79,6-5-12,3-7 1,0 3-131,7-9 0,2 1 122,-3 8 1,3 1-18,4 6 1,5-1-464,7-9 1,3-2 471,13 26-68,28-19 68,-15-28 0,2-4 0,2 0 0,1-3-296,7-5 1,-1-4 300,12-11 20,-18-4 1,-2-4-143,0-2 128,-5 0 1,0 0 891,0-9-752,8-12 113,-16 14-73,-6 6 531,-12 19-633,-14 13 361,1 2-383,-18 18-17,-3 12-61,3 5 0,5-1-3336,23 3 3397,6-24-33,32 15-6,-2-27-5,11 2 22,1-17 0,-19-7 0,-2-2 0,13-8-20,-11-1 1,-5-4 35,-8-12 18,-2-16 33,-11 0-33,-8 14 83,-11-3 7,-7 16 3408,-18-4-3499,2 15-27,-6 6-23,18 12-11,-2 12-11,15-2 11,-4 18-123,13 10-225,10 5 18,4 2-969,21 2-1194,-8-24 0,3-1 2245,5 1 1,1-1 0,14 11 0,-11-17 0</inkml:trace>
  <inkml:trace contextRef="#ctx0" brushRef="#br0" timeOffset="10932">23555 3178 24038,'10'-47'877,"0"0"1,-1 0-1,-2 11-457,-7 23-224,0 0-128,0 10-52,0 18 24,4 16-12,-2 0 28,6 28-28,-3-21-34,3 16-5,-3-15 11,0-7 22,-2-10 68,-2-11-17,0-8-29,0-20-32,0 2-7,4-24-5,7-14 23,4-6-167,-6 22 0,1 1 166,9-19-10,0 11-7,0 13 18,-2 12-29,-1 11 12,4 6-12,-3 7 305,20 18-282,-10 6-40,12 18 6,-14-1 34,-10-1 0,-8-4 0,-6-10-6,-5-8 17,-2-12-17,-1-6-5,-2-18-12,6-6 40,-1-16-29,6 5 18,5-13 10,9-1 1,2 3-12,4 2-22,-4 18 6,-3 9-17,-3 6 0,5 8 22,-2 8-28,9 11 11,-1 12-128,1 11-353,1 8-544,-2 2-2870,-7-16 0,1-2 3901,4 8 0,-1-3 0,-18-35 0</inkml:trace>
  <inkml:trace contextRef="#ctx0" brushRef="#br0" timeOffset="11432">24385 3220 21875,'2'-8'2084,"10"-26"0,5-5-1389,1 9-443,1-10 0,2 3 61,1 17-150,-4 13-35,-5 15-4,-4 17 16,-1 25-68,-3-15 1,-2 3-429,1 8 0,0 3 389,1 7 1,0 2-426,-1-16 0,0 0 1,0 1 398,1 2 0,0-1 1,0 1-10,0-1 0,0 1 0,-1-2-26,2 19 0,-3-2-14,-4-8 0,-3-4-28,-2-9 0,-2-4-42,-14 5 84,2-29 23,5-28-18,3-24 23,6 10 0,2-4-77,-1-7 0,1-3 80,-1-9 0,0-2-151,2 14 1,1-1 0,0-2 145,-1-2 0,1-1 0,1-1 4,1-1 0,1 0 0,1 0-6,2 0 0,0 2 1,2 0-252,2 3 0,0 1 0,2 1 257,7-14 1,2 3-277,0 8 0,1 3 293,-2 7 1,2 2 241,-1 5 1,1 1-307,19-16 6,2 11 5,-1 14 1434,-2 13-1450,-1 27 1009,-14-1-964,-2 34-12,-18-1 251,-4-19 1,-4 2-233,-3-1 1,-3-2 0,-5-2 0,-3-3 114,-14 9-112,-1-18 1,-2-5-28,-18-2 8,16-5 0,0-2-317,-15-9-878,15-6-2191,18-8 3400,25-5 0,-2 10 0,10 1 0</inkml:trace>
  <inkml:trace contextRef="#ctx0" brushRef="#br0" timeOffset="11832">25288 2847 26570,'-40'3'140,"0"-1"0,3 2 0,3 5-96,-2 29-27,9 5-6,12 2-5,17 1 16,16-4 34,15-6-11,10-10 11,5-11 23,1-10-23,-1-16-6,-7-13 12,-7-15-6,-12-9-17,-10-8-11,-10-4 11,-8 3-33,-6 9-12,-8 13 12,-6 13-4286,-10 12 4275,10 11 836,-8 13-909,18 9-219,0 11-650,9 5-1131,15 3-2520,12-2 4031,6-8 0,-6-12 0,-8-11 0</inkml:trace>
  <inkml:trace contextRef="#ctx0" brushRef="#br0" timeOffset="13061">25632 2969 17595,'1'-6'6665,"0"0"-5898,5-26 1,1-5-152,-2 10-384,3-11 1,-1 2 59,-3 24-125,-2 9-144,1 2 19,2 11-31,2 12 133,1 16-183,-2 12 45,-4 8-552,-6 1 529,-2-2-160,-3-8 193,2-11 52,4-15 60,2-12-38,3-14-40,5-11-5,9-21-28,-2 5 602,7-20-585,-7 13-28,5-8 10,1 8 161,2 8-199,2 10 22,-7 10-17,5 6 34,-7 10-17,7 5 5,0 10-16,3 12 11,-8-10 0,5 10-6,-7-15 6,7 1-5,4-7 38,12-11-21,-10-6-1,15-12 6,-11-5 5,-7-6 0,-2-1-10,6-8-1,1-19 11,-23 20-5,-4 2 5,-4-1 12,-8 6-28,2 14-12,-8 4-11,11 8 12,-4 3-18,1 9 23,-2 5-5,0 5-1,-4 20-11,7-5 17,-1 7-28,9 2-33,8-8-197,16 14 157,-3-19-168,20 0 225,-24-24 21,16-6 23,-10-12 23,4-7-12,3-22 6,-13 11 39,3-20 0,-10 15 22,2-6 0,-1 8-33,-4 10 0,-1 11-23,2 9-16,-3 5-17,5 12 11,-7-1-6,6 30-5,-5-8 22,3 21-11,-4-21-11,1 5 5,0-15 79,2 1 17,-1-13-34,5-13-39,-4-8 39,13-20-34,-8 9-16,11-22 22,-1 1-17,-3 4-11,0 3 11,-11 16-22,-5 12-62,-2 0 79,0 7-6,1 3-6,3 4 17,2-1-5,5 2 27,4-6-5,15-4-28,3-7 6,8-8-6,-13-2 22,2-12 18,-4-17-29,-3-13-494,-13 20 1,-3-3 479,-2 2 0,-2 1 3,0-24 0,-2 18 0,-2 2 0,0-1 0,0 7 0,0 0 28,0-6-5,-1 7-12,1 9 11,-1 18-55,0 6 975,-2 9-936,-2 11 5,-4 19-11,-3 19-3,5-19 0,1 1-133,1-6 1,1 3 124,1 24 0,2 2-437,5-17 0,2 0 420,-1-3 0,1 3 0,3-3-126,8 8 0,2-5 17,-4-10 0,2-3-373,5 3 1,3-4-4325,25 6-162,-10-8 4996,6-13 0,-36-15 0,-1 0 0</inkml:trace>
  <inkml:trace contextRef="#ctx0" brushRef="#br0" timeOffset="13599">27038 2701 18767,'-1'-4'4688,"-1"1"-4307,2 3-414,60-42-231,-6 32 88,-6-11 0,1 4-483,-12 17 0,-3 5 531,19 4 441,-8-4-251,-12-4 228,-9-8-27,-7-8 191,-7-7 173,-4-4 669,-5-3-920,-3 7 256,-3-2 113,-2 9-437,2 1-112,2 6-129,2 5-16,1 3-34,11 20-17,4 5 16,16 25-24,-14-22 0,0 2 8,1 2 0,0 2 0,0 0 0,-1 1-3,-3-3 0,-2-1 9,4 21-23,-13-14-84,-13-14-285,-8-10-617,-7-8-442,-3-9 67,1-7 426,4-9 554,9-7 431,7-8 147,8 3 1215,6-27-174,-1 16-269,1-18-257,-6 19-197,-6 10-224,-2 10-212,-2 10-34,-11 13-56,-3 17-605,-15 24 633,15-7 0,2 1 0,-4 5 0,1 5 0</inkml:trace>
  <inkml:trace contextRef="#ctx0" brushRef="#br0" timeOffset="86386">22059 3673 2689,'-55'3'568,"1"0"1,0 0 0,-1 0 0,1 0 0,0 0 0,-1 0 0,5 0 0,1 0 0,-2 1-93,-8 0 0,-3 0 0,4 1 0,13 0-325,-7 5 1753,56 1-1521,27-2 1,16-2-28,-1 0 1,6 0-1,1 0-215,-8-1 0,0 0 1,4 1-1,3-1 64,3 0 0,5 0 1,4 0-1,0 0 1,0 0-1,-4 0-83,1-1 0,-3-1 0,-1 0 0,1 1 0,2-1-77,-4 0 1,0 0 0,2 1 0,0-1 0,1 0 0,2-1-169,-3 0 0,3-1 0,1 0 0,0 0 0,0 0 0,-1 0 0,-3-1 151,0 0 1,-3 1 0,0-1 0,0-1 0,1 1 0,5 0-163,-8 0 1,2 0 0,3 0-1,1 0 1,1-1 0,0 1-1,0 0 1,-2-1 0,-1 0 138,3 1 1,-2-1-1,0 0 1,0-1 0,-1 1-1,1 0 1,0-1-1,0 1-76,2-1 0,-1 0 0,1 0 0,0 0 0,0 0 0,0 0 0,0-1 0,0 1 65,0-1 0,0 0 1,-1 0-1,1 0 1,0-1-1,-1 0 1,1 1-1,-1-2 6,-1 1 1,0 0 0,0-1 0,0 0 0,-1 0-1,1 0 1,-1-1 0,0 1 0,5-2 1,0 0-1,0 0 1,-1 0 0,0-1-1,-1 0 1,0-1 2,-3 1 1,0 0 0,-1-1 0,0 0 0,0-1 0,-1 0 0,-1 0 5,5-2 0,0-1 1,-1 1-1,0-2 1,-1 0-1,-1 0 11,-3 0 1,-2-1-1,1-1 1,-2 1-1,0-2 1,-1 0 12,7-3 1,-1 0 0,0-2 0,-2 0-1,0-1 15,-3 1 1,-1-1 0,-1-1 0,0-1 0,-1 1-27,10-7 1,-1 0 0,-1-1 0,-1-1 53,-3 2 0,0-2 0,-1 0 0,-2-1-69,-2 1 1,-2-1-1,0 0 1,-3-2 91,-3 2 1,-2-1 0,-1-1 0,-3-1-83,4-11 1,-3-1 0,-6-2 175,-6 0 1,-5-1 0,-4 2-176,-1-10 1,-13-1 30,-15 3 1,-11-2-1,-5 4-28,-1 14 1,-4 5 0,-4-2-49,6 6 0,-4-2 0,-1 0 1,-3 1-1,0 2 33,-2 4 1,-3 1 0,0 3 0,0 0 0,1 1-6,-5-2 1,2 2 0,-2 0 0,-5 1-44,7 4 0,-4 1 0,-4-1 1,-1 1-1,0 0 0,1 2 0,3 0 45,0 2 1,3 1 0,0 1 0,0 0-1,-2 0 1,-3 0-43,6 1 0,-2-1 1,-2 1-1,-1-1 0,-2 0 1,1 1-1,-1 0 1,2 1-1,0 1 40,-2 0 1,1 0 0,-1 1 0,1 1 0,0 0 0,0 1-1,-1 0 1,0 0-48,-3 0 1,-1 0 0,0 0 0,0 1 0,-1 1 0,1-1 0,-1 1 0,0 1 44,5 0 1,0 1 0,0 0-1,-1 0 1,1 1 0,-1 0 0,1 0-1,-1 0 1,0 1 0,-2 0 0,1 1 0,-1 0 1,0 0-1,0 0 0,0 1 1,0 0-1,0 1 0,0 0 4,-1 1 0,0 0 0,0 0 0,0 1 0,0 1 0,0-1 0,0 1 0,0 1 0,0 0 0,7-1 1,-1 1-1,1 0 1,-1 1 0,0 0-1,1 0 1,-1 0 0,1 1-1,0 0 1,0 1-5,-6 1 1,1 1 0,-1 0 0,1 0 0,0 1 0,0 0 0,0 0 0,0 1 0,1 0 0,1 1 1,0 0-1,0 0 1,0 0-1,0 1 1,1 1-1,0-1 1,1 1-1,0 1 0,1-1 1,1 0-1,0 1 1,1 1-1,-1-1 1,2 1-1,-1 0 1,1 1 0,0-1-4,-3 3 0,0 0 0,0 1 1,1 0-1,0 0 0,1 0 1,1 1-1,0 0-9,-3 3 0,1 0 1,0 0-1,1 1 1,1 0-1,1 1 1,2-1-8,-4 4 0,2 0 0,0 1 1,2 0-1,2 0 0,2 1-18,-2 2 0,1 2 1,3-1-1,3 2 0,4 0 68,-1 4 0,3 2 0,5 0 0,7 0-270,4 10 0,8 0 0,11-1-469,13-3 0,12-1 1,8-4 705,6-9 0,10-3 0,1-2 0,-4-3 0,-8-4 0,-3-3 0,2-1 0,8-5 0,1 1 0,-1-1 0</inkml:trace>
  <inkml:trace contextRef="#ctx0" brushRef="#br0" timeOffset="92461">3632 4989 12588,'9'-56'1866,"1"-1"0,-1 0 0,-4 5 404,-11 2-1439,-11 5-511,-20 25 89,0 28 1,-2 8-207,9-5 0,0 5-499,-5 8 1,-2 8-1,3 0 421,6 0 0,2 1 0,0 3-470,-7 10 0,0 5 0,2 3 381,6-2 1,1 4 0,2 1 0,2-2-461,3-6 1,3-1 0,1-1-1,1 1 516,-3 14 1,1-1-1,5-1-59,5-12 0,4-1 1,4-3-1042,8 8 1,4-4 898,-4-7 1,2-3-16,12 1 1,3-9 396,17-13-210,16-9-27,-30-14 0,0-5 404,1-5 1,-2-3-213,-1-4 1,-2-4-9,0-7 0,-4-2-7,-6 7 1,-3 0 132,6-25 1912,-16 15-1979,-9 16 2909,-2-1-3397,-6 6-319,4 9 335,-2 2 608,7 5-558,0 1 136,3 0-109,0-1 143,0 1 21,0-1 56,0-1 51,1 0 138,0-1 98,1 1-98,-2 1 97,1-1-711,-1 3-1206,8 0-63,-2 2 1574,16 2 0,-14-2 0,5 1 0</inkml:trace>
  <inkml:trace contextRef="#ctx0" brushRef="#br0" timeOffset="93528">3523 5639 21568,'-28'-17'1021,"3"4"-907,18 16 566,-1 3-102,1 0-196,3 1-205,2 0 26,5-1-172,6 0 81,1-2 160,12-2-170,7-1-178,0-4 4,4 0 102,-13-3 30,-8 2 337,0-1 16,-6 3-144,2-1-45,-2 3-119,-3-1 177,3 1 99,-4-1 116,1-1-97,-2 0-225,-1-2-111,0-1-39,0-1 107,-1 2-133,0 0-123,0 3-117,-1 1 30,-1 0 240,-1 5 186,-2 4 4,-1 6-98,-1 8-6,1 7-112,1 10-548,0 7-1687,0 7-7599,3 2 8931,1-16 0,1-13 1,1-20-1</inkml:trace>
  <inkml:trace contextRef="#ctx0" brushRef="#br0" timeOffset="94426">3807 5958 19302,'-9'0'500,"14"-9"2331,36-19-2638,-13 9 1,1-2-70,4-3 0,1-1 480,3-4 0,0-1-521,1-3 1,0-2 105,0-3 0,-1-3-72,-1-3 0,-2-3-35,-3-4 1,-3-2-90,-4-2 0,-2-1-54,-5 1 1,-3 2 1089,-4 4 0,-4 2-1121,-2 9 1,-5 3-51,-11-14-205,-14 22 340,-13 19-220,-7 20 199,7 5 87,2 20 0,4 6 104,1 4-194,11-12 0,-2 5 1,4-1 116,5-1 0,3 1 10,-1 10 1,2 3-33,3-3 0,5 1-159,5-3 0,5-1-84,4-4 0,4-3-320,6-3 0,4-5 241,6-4 0,4-6 157,5-4 0,2-5-73,5-4 0,2-5 64,1-5 0,0-4 131,-2-3 0,-2-5 39,-5-3 0,-2-4 45,-8-1 0,-4-2 33,-5 1 1,-3-2-1308,-4-4 1,-4 1 1347,3-8 674,-5-6-694,-12 25 344,-7 1-654,-9 9 389,-12 10-321,-7 11 74,-4 11 62,3 9 5,13 2 3375,14 0-3375,19-5-29,15-5-138,17-7 60,-8-12 1,2-4-65,4-4-1,0-3-11,2 0 0,-2-3 1,-1-4 1,-3-2-62,11-13 71,-14-2 144,-17-1 53,-14 1-109,-14 2 99,-23-4-57,7 11 19,-24-5-11,16 15-15,-8 0-57,9 5-106,10 7-200,11 8-447,8 10-1066,8 11-4708,10 10 6575,3-3 0,-2-13 0,-3-12 0</inkml:trace>
  <inkml:trace contextRef="#ctx0" brushRef="#br0" timeOffset="94915">5343 5420 22380,'7'-44'972,"0"-1"1,0 1-1,2-5 1,-3 4-530,-6-8-294,-1 38 6,-4 0-183,4 15 33,-2 13 0,1 20 8,-5 28-16,1-19 0,-1 3-214,-5 8 1,-2 4 212,0-7 0,-1 2 0,1 0-766,1-8 1,1-2 0,-1 1 772,-5 19 0,1-3-3,8-15 0,3-5 6,2 4 16,2-4 62,4-21 50,5-25-106,1-5 17,14-29-28,2-6-123,-8 15 0,3-1 117,1-3 0,2 1-6,0 1 1,2 0-3,2 2 0,1 2-3,-1 3 0,2 3 1064,-1 4 1,0 3-1076,25-6-1,-4 14 7,5 27-1,-19 0-5,-9 10 0,-5 2 0,-6 2 5,-3-1 0,-4 2 23,-14 11 0,-12 11-6,-3-26 0,-6-2-8,1-6 0,-1-3-3,-1-2 0,-1-2-3,-2-6 0,0-4-47,-19-3-185,-6-10-387,13-13-874,20-14-1842,22-8 2558,28-8 1,-9 22 0,8 6 0</inkml:trace>
  <inkml:trace contextRef="#ctx0" brushRef="#br0" timeOffset="95550">6073 5529 26133,'-15'-34'627,"-4"8"-593,1 32-23,-21 19-6,4 8-8,14-8 1,3 1 7,-1 11-16,9 9-22,9-13 16,9 6 67,16-4-22,7-16-17,10-7 6,-10-14 90,10-17-57,-20 3 96,15-26-96,-25 20 140,5-22-111,-13 27 83,0-9-72,-3 18-73,-4 6-17,-5 19 0,1 1-6,-4 29 0,9-23 40,6 31-28,4-32-29,31 21 23,-9-30-3,6-4 1,4-2-186,-5-8 0,3-4 174,20-8 0,3-6-581,-10-2 0,-2-5 608,-11 3 0,-1-4 0,-4-2 1,4-16 0,-6-3-6,-2-8 1,-5-4-4,-9 15 1,-2-1 0,-1-2-685,-2-3 1,0 0 0,-2 1 678,1-12 0,-2 0 2,-2 8 0,-2-4 0,0 6-175,-1 5 1,-1 2 211,-2-15 1,-1 4-1,-4 7 265,-4 18-281,3 21 876,-5 20-899,3 6 0,-12 42-17,5-7 1,-1 5-273,4-13 0,0 1 0,1 1 283,-1 1 1,0 1 0,0 3-30,2 1 0,0 4 0,1 1 0,3-4-547,1 1 1,2-3-1,2 3 227,2 1 1,1 4 0,1-1 0,3-5-279,3-6 0,1-5 0,5-1 286,17 19 0,2-11 0,-2-13 1,3-4-1</inkml:trace>
  <inkml:trace contextRef="#ctx0" brushRef="#br0" timeOffset="97386">7954 5553 24724,'49'5'-90,"1"0"1,0 1 0,0-1 0,-2-1 0,1 1 0,-1-2 0,-2-2 50,5-3 0,-3-2 1,1-1-212,-3 1 0,0-1 0,-1-1 299,1-1 0,0-1 0,-4 1 24,-2-1 1,-3-1 131,0-4 0,-8-4 906,-21-10-1052,-21-19-93,-4 18 0,-5-2-583,-18-10 0,-3 1 577,12 11 1,-1 1 169,-15-7 0,2 4 441,-3 3-500,2 1 343,22 10-636,19 9 204,10 3 262,14 11 1705,11 10-1904,15 17-66,-16-2 1,-1 4-974,-5 1 1,-1 0 907,-2 1 0,-3 1-134,-6 3 1,-7 1-2243,-6 3 0,-6 1-2454,-2 1 1,-2-1 4404,-1-3 1,-1-5 0,-8 1 0,15-29 0</inkml:trace>
  <inkml:trace contextRef="#ctx0" brushRef="#br0" timeOffset="98049">9630 5699 21259,'-1'-59'1340,"-1"1"1,0 6 0,-2 10-1122,-6 21-34,2 10-219,5 13 34,0 3 28,4 16-11,7 25-11,-2-6-9,0-5 0,0 1-19,-1 15 22,0 9 28,-3-4 5,-1-24 258,-2-7 135,1-23-208,-5-8-122,-3-12-1,-7-29-50,2-9-1059,5 16 0,2-1 1025,1-21 0,3 19 0,1-1-1354,4-5 0,2 0 1348,0 0 1,2 0-18,3-4 1,2 5 6,10-6-12,-1 28 0,4 4-5,15 2 10,10 0 4,-16 19 0,-1 6-4,4 4 6,5 11 1,0 5 1243,-4 6-1283,3 14 1,-2 4 3277,-7 0-3443,-12-12 1,1 7 0,-3-4-592,-4-3 0,-2-1-56,4 16 1,0 0-1379,-7-13 0,-1-2 2235,3 21 0,-6-26 0,-5-16 0</inkml:trace>
  <inkml:trace contextRef="#ctx0" brushRef="#br0" timeOffset="98226">9785 5651 24357,'25'-45'-10,"1"-1"1,5 3 0,3 10-50,-4 22 0,4 6-2051,25-5 1,2 3-1420,-17 3 0,1 1 3529,14-1 0,-4 0 0,0 3 0,-26 1 0</inkml:trace>
  <inkml:trace contextRef="#ctx0" brushRef="#br0" timeOffset="98426">10584 5513 26530,'3'-53'-2503,"7"18"-7328,15 51 9266,-5-1 1,-7-4 0,-9-7 0</inkml:trace>
  <inkml:trace contextRef="#ctx0" brushRef="#br0" timeOffset="98765">11037 5618 17238,'1'-6'6167,"0"2"-4924,-1 4-458,1-62-253,-2 40-350,1-13 0,-1 2 31,-2 23-68,0 2-33,2 3-50,1 2-79,0 2-313,-1 0-158,1 7-666,1 3-1399,-1 9 2553,2 5 0,-2-9 0,0-1 0</inkml:trace>
  <inkml:trace contextRef="#ctx0" brushRef="#br0" timeOffset="99425">10651 5610 18604,'0'-6'5003,"0"2"-3995,0 4-404,8-65-200,-5 46-303,1-16 0,1 5-73,-5 27-23,3 9 12,2 10 0,4 16 5,0 22-14,-4-18 1,-1 4-588,-2 8 1,0 2 578,-1 8 0,0 0 0,-1 5 0,0 0 2,2-1 1,2-3 5,1-6 1,0-3-21,2-10 0,1-4 85,4 13 257,-5-24 12,-4-16-168,-15-26-152,3 0 6,-19-35-11,6-6 424,7 17 0,2-5-443,4 2 0,1-3 1,1 3-327,-1-4 0,2-1 324,2 0 0,1-2 1,1 2-480,4 0 0,1 1 474,2-10 1,1 1-4,2 6 1,3 3-292,2 6 0,2 4 289,1 5 0,3 3 75,2 5 0,3 3-69,2 3 0,3 4-15,2 4 1,1 4-9,2 2 0,0 5 14,0 5 1,0 5-1,-1 4 0,-2 4 3,-1 6 0,-2 4 177,-4 1 0,-3 3-169,-5-1 1,-6 1 5,-8 28 17,-29-5-3,4-30 0,-7-2 8,-15 2 1,-4-5-35,15-6 1,0-2-81,-17 0 0,0-4-508,-8-11-523,26-2 0,1-2 1123,-17-20 0,25 11 0,11-3 0</inkml:trace>
  <inkml:trace contextRef="#ctx0" brushRef="#br0" timeOffset="99932">11416 5602 23388,'-22'46'431,"0"-1"0,2 2 1,7-4-303,22 0-15,2-4 1,1 2-25,7 19-32,-7-23 1,-2-1 155,-7 3 49,-12-11 6,-7-11-23,-6-9-50,-1-15-39,1-23-129,9 1-28,6-2 0,4-2 8,5 2 1,3-1-933,6-23 0,2 0 924,-3 15 0,2 1-9,8-18 1,1 1-172,-7 21 1,0 1 185,1-7 0,1-2-1326,2-2 1,-1 2 1313,6-12-11,-8 23 1,3 5-225,15 5 218,-4 6-16,23 22 28,-29 6 0,19 27 0,-22 4 11,0 16 11,-10 1 17,-12-2-11,-13-5-23,-12-8-11,-14-8-59,11-21 1,-3-3-407,-28 1-38,2-7-3783,6-18 4074,22-3 0,9 5 0,15 5 0</inkml:trace>
  <inkml:trace contextRef="#ctx0" brushRef="#br0" timeOffset="100148">12027 5473 26385,'4'-18'-800,"-7"2"1,13 19 0</inkml:trace>
  <inkml:trace contextRef="#ctx0" brushRef="#br0" timeOffset="100394">12403 5503 26424,'27'57'16,"0"-1"1,-1 1 0,-3-1-23,-10-8 1,-3-2-270,-1-9 0,-4 1 216,-5 6 1,-8 0-500,-10-3 1,-7-2-116,-3-2 1,-4-3-216,-1-2 1,-4-5 887,-8-11 0,3-8 0,11-1 0,-15-4 0</inkml:trace>
  <inkml:trace contextRef="#ctx0" brushRef="#br0" timeOffset="100599">12318 5169 20403,'0'-3'3209,"0"0"-2531,0 3-1821,18-14-8688,-2 23 9492,9-16 1,-12 21-1,-9-10 1</inkml:trace>
  <inkml:trace contextRef="#ctx0" brushRef="#br0" timeOffset="100875">13016 5211 26301,'-13'12'123,"26"19"-123,23 4-6,-8-6 1,1 0-1611,7 13 1599,-3 0-6,-13-12 0,-4 1-638,-3 8 362,-1 9-4495,-43-2-5037,-8-19 9028,-7 4 1,17-19-1,21-9 1</inkml:trace>
  <inkml:trace contextRef="#ctx0" brushRef="#br0" timeOffset="101035">12946 5325 20201,'3'-8'4027,"-2"1"-3285,9-23 1,0-4-346,-4 17-366,5-21 0,-2 11-37,-9 34 23,-5 12-28,-4 20-129,-9 19-745,6-22 0,-1 1-1297,-2 4 1,0 1 1608,0-5 1,2-1 0,-4 10 0,8-20 0</inkml:trace>
  <inkml:trace contextRef="#ctx0" brushRef="#br0" timeOffset="101294">13542 5160 26536,'27'20'-11,"-14"15"-71,-19 2 1,-8 4-1102,-3 0 1,-3 1 478,-4 1 1,-3-1-1053,-1 0 0,-3-1 1756,-1 0 0,2-4 0,-5 7 0,9-14 0</inkml:trace>
  <inkml:trace contextRef="#ctx0" brushRef="#br0" timeOffset="101436">13257 5414 18571,'6'-57'2242,"-1"0"0,1 7 1,3 7-1492,13 4-421,6 17-201,7 12-101,9 19-53,-16 3 0,2 3-972,7 9 0,1 4-3919,5 6 1,-1 0 4545,-8-5 1,-3-3-1,15 15 1,-33-30 0</inkml:trace>
  <inkml:trace contextRef="#ctx0" brushRef="#br0" timeOffset="103749">1679 7458 17524,'47'-3'338,"0"-1"0,0 0 1,2 1-1,1 0 1,-3 1-289,-1 2 0,2 1-1292,10-1 0,6 0 0,-2 0 1245,-10-1 1,-2-1 0,5-1-332,3 1 0,6 0 0,0-1 0,-4 0 326,1-1 0,-4 0 0,3-1-12,-4 1 0,4-1 0,0 0 0,1-1-3,-10 1 0,0-1 1,0 0-1,0 0 0,-2 1 11,4-1 1,-2 0-1,0 0 1,4 0 5,3-2 0,5-1 0,1-1 0,-4 0 0,-8 1 46,-7 0 1,-5 0 0,0-1 159,9 0 1,0 0-1,-6-2 54,-8 0 1,-11-3 299,-19-13-454,-7 5-5,-23-4 176,-16 7 1,-6 2-82,-9-3 313,16 6 1,-6-1 0,1 0-43,-6 0 1,2 0-328,10 4 0,0-1 106,-10-5 1,9 2 2065,18 3-2323,1-4 906,23 10-639,10 0 205,27 5-122,13 7-220,-14 0 1,2 3-34,-2 6 0,-1 2-10,-7-3 0,0 4-99,10 14 0,-3 3-43,-2 5-294,-2 8 0,-6 4-248,-16-19 1,-5 1-474,0 15 1,-6 1-3836,-8-8 1,-4-3 4562,-11 17 1,3-19-1,14-27 1</inkml:trace>
  <inkml:trace contextRef="#ctx0" brushRef="#br0" timeOffset="104392">5204 7371 22315,'2'-58'1220,"0"0"0,0 8 0,-1 7-800,-4 9-401,0 18-180,-3 13 116,1 16 198,1 13-104,0 2-91,2 4 1,-1 2 44,-2 24-377,2-14 1,-2 2 387,1-5 0,-1 0 40,0-1 0,-1-1-69,0-5 1,0-1 8,-5 15 62,1-21 70,2-19-33,0-21-245,2-18 712,2-5-613,5-5 1,2-4-45,2 7 0,0 0-475,2-19 1,2-2 523,0 9 1,2 2-10,-2 1 1,2 3-30,-1 6 0,1 3 275,12-20 160,6 18 66,8 15 68,13 10-105,12 14-482,-26 4 1,-1 3 211,23 10-120,-17 6 0,-2 5-117,-12-6 1,-2 2-1630,11 11 0,-2 3 1301,-9-5 1,-4 0-274,-2 1 1,-4-1 118,7 21-3134,-15-19 0,-4-1 3740,-4 2 0,1 3 0,-4-28 0</inkml:trace>
  <inkml:trace contextRef="#ctx0" brushRef="#br0" timeOffset="104541">5196 7493 19736,'28'-46'207,"1"0"0,4 2 1,6 7-569,7 17 0,5 6-1953,6-3 1,3 0-73,-17 6 0,1 0 0,-2 0 1937,17-2 0,-5 0 1,-16 5-1,-5 0 0,6 0 1</inkml:trace>
  <inkml:trace contextRef="#ctx0" brushRef="#br0" timeOffset="104744">6477 6914 24667,'-11'49'-111,"0"-1"0,1 0 1,0-1-1,1-1 0,4-3-339,5 3 1,5-3-681,-1 1 0,2 0-509,1-1 0,1-1-3277,1-4 1,0-3 3554,5 13 1,-6-19-1,-5-22 1</inkml:trace>
  <inkml:trace contextRef="#ctx0" brushRef="#br0" timeOffset="105085">6277 7310 17624,'-3'-53'1637,"-1"0"1,1 5 0,0 9-1112,-2 18-190,2 6-134,1 2-107,5-1-56,7-4 72,11-3 346,12-5 61,7 1 25,2 2-5,-3 5-26,-7 7-53,-8 5-35,-5 5-181,-3 9-498,1 6-133,1 10-94,1 8-1,-4 5 58,-5 0 140,-9 4 66,-7-15 168,-13 8 230,-9-14 120,-15 5-221,-8-1-1468,-2-3 708,5-3 0,21-9 0,10-2 0</inkml:trace>
  <inkml:trace contextRef="#ctx0" brushRef="#br0" timeOffset="105353">7089 7134 23921,'-3'0'3664,"1"-1"-2532,2 1-263,-17-66-1189,17 38 261,-3-13 0,7 3 50,32 15 200,-7 13 0,3 1-255,6 0 1,3 2-910,4 0 0,2 1 317,0 1 1,-1 0-994,-1 1 1,-1 1 1678,-3 0 1,-4 1-1,5 0 1,-13 2-1</inkml:trace>
  <inkml:trace contextRef="#ctx0" brushRef="#br0" timeOffset="105702">7406 6857 20524,'-3'0'6105,"0"0"-10011,3 0 3906,-20-17 1180,16 36-1007,-12-4 313,19 30-581,1-12 1,-1 1-53,0-3 0,-1 1-1231,1 23 0,-2 1 882,1-17 0,-1 0-915,-2 19 0,-2 2-1908,-3-14 0,-2-2 2505,2-7 1,0-2 359,-5 4 1,-2-6 3940,-3-16-1100,-6-4 487,-3-17-537,0-5 2478,-3-7-3648,4-2 663,2-2-1727,10 6-87,6-3-234,29 2 168,-2 4-418,41-5-29,-30 11 1,5 0-1217,6 0 0,6 0 1,0-1 1701,4 1 1,0-1-1,-2 1 1,10-1 0,-6 1-1,-12 1 1,1 0 0</inkml:trace>
  <inkml:trace contextRef="#ctx0" brushRef="#br0" timeOffset="106552">9580 6999 25162,'-53'2'806,"1"-1"1,-1 1-1,0-1 1,1 1-1,7-1-50,-13 0-258,-5 1-552,30-1 33,16 3 376,35 1-663,22 1 44,9-1 211,-7-5 0,9-1 0,-1-1-740,-6-1 1,0-1-1,5-1 778,-2 0 0,5 0 1,2-1-1,-1 0 1,-5 0 34,5-1 0,-3 0 0,1 0 4,-2-1 1,3 0-1,-2-1 1,-7 1 21,2-3 0,-6 0 310,3-2 0,-5-2 358,-1-14-249,-59-13-1193,-27 4 311,17 17 0,-2 2 326,-9 1 1,-1 1 76,9 5 1,0 0 87,-9-2 1,1-1-421,-9-1 1576,12-1-1712,35 9 1295,11 1-892,25 3-79,0 7-16,1 2 1,2 4-252,23 17-95,-19-6 1,0 4 280,-2 2 1,-2 4-37,-4 3 1,-6 6-324,-14 2 1,-4 5 0,-3-3-294,0-1 1,-5 0-2387,-6 4 0,-4 3 0,-1-8 1620,-8 6 1,-1-3 0,17-31 0</inkml:trace>
  <inkml:trace contextRef="#ctx0" brushRef="#br0" timeOffset="108236">11524 7161 21536,'13'-61'1607,"1"0"0,-1 4 0,-3 9-1237,-5 17 260,-3 8-777,-1 20 195,-5 18-81,-1 21-24,-2 16 50,-1-1-1713,4-15 1,0-2 1580,-1 3 56,0-4 1,0 1 97,-4 6-111,-2 5 109,2-18-73,3-11 105,4-18 3116,2-23-3294,6-8-4,9-25 75,-2 27 0,4 0 85,6-9 0,4 2-89,0 4 1,2 4 223,-1 2 0,-1 4 149,12 0 76,-1 29-198,-9 11-104,6 5-107,7 14-135,-1-2 84,2 0-633,1-9 1,11 2 0,3-8-32,-2-12 1,2-8-1,0 2 338,4 9 1,0 3 0,-2-9 425,-4-11 1,-2-8 0,-13-2 194,-4-15-854,-9-1 1548,-5-11-271,-11 8 83,-2-19-485,-18 25-258,-6 7 1321,-26 13-1327,1 9 1057,-18 8-1036,0 20-56,52 19 1,6 4-7,-14-5 54,35 2 0,9-11 79,-1-41 82,9-6-115,-13-13 34,-7-8 32,-7-6 3,-6 0 74,-3 3-46,-3 8 17,-2 6-112,0 9-81,-1 7-54,0 8 124,0 9-47,-2 10-55,1 13-77,1 11-167,5 6-204,5 1-218,8-3 239,1-14-1683,30 4 429,-1-24 654,-11-5 1,2-4 156,25-15 962,-15-3 1025,4-27 224,-26 5 3,7-19-54,-15 5-232,-3 1-547,-4 12 587,0 0-665,-6 21-308,0-2 251,-3 13-325,3 10 65,1 7-91,2 4 15,7 27 6,-6-19-8,7 35 1,-9-28 6,1 5-11,-3-13 160,-1-12 58,0-3-75,-1-12-19,0-11-11,-1-11-31,2 0 49,3-25-43,2 10-32,3-17-4,0 18-32,3 9-39,-1 13 10,11 4-15,36 7 32,-10 7 25,-11 1 0,-1 3-7,2 12 1,-10 3 10,-12 4-5,-9-2 16,-6 1 35,-5-6-18,0-6 102,-3-3 38,4-6 181,0-1 262,7-7-101,3-5-2,8-5 37,6-3 25,4 1 47,0 4 38,-1 5-218,-3 4-403,0 8-126,2 6-74,3 7-129,4 6-41,7 2-15,8-1-16,4-6 86,-10-7 123,14-6 248,-21-12 217,13-8-9,-14-14-9,-6-7-102,-6-9-82,-8-6-164,-7 10 213,-2-15-183,-5 28-206,-1-7 9,-1 24-120,1 6 70,-1 9 389,2 10-218,-2 13-356,2 19-1391,5 14 1846,8-20 0,1-2 0,-3 6 0,13-2 0</inkml:trace>
  <inkml:trace contextRef="#ctx0" brushRef="#br0" timeOffset="111402">3030 9339 11946,'-49'7'33,"0"1"1,0-1 0,0 1-1,-5 1 1,3 0 0,2 1-59,-8 2 0,7 0 232,5 2 2867,80-13-2876,6-9 1,10-2-147,3-1 1,8-1-1,3-1-515,-8 2 0,3-2 0,2 1 0,0-1 460,-4 2 1,1 0 0,0 0 0,1 1 0,-3-1-94,5 0 0,-3 1 1,1-1-1,5 1 88,-12 2 1,3-1 0,3 1 0,0-1 0,-1 1 0,-3 0 0,-5 1-145,4 0 0,-6 0 0,0 1 0,7-1 111,-6 0 0,5 1 1,5-2-1,1 1 1,1 0-1,-2 0 1,-3 0-1,-5 1 11,13-2 1,-6 2 0,-1-1 0,4 0 20,-9 1 1,4-1-1,1 0 1,-1 0 0,-2 0-1,-4 1 25,4-1 1,-4 0 0,-2-1 0,-3 1-17,2-2 0,-4 0 0,-4 0 117,2 2 1,-16-4 1869,-32-17-1718,-51 4-82,3 4 1,-6 0 201,13 5 1,-2 1-1,-2-1-146,-5-2 0,-1 1 0,1-1-107,10 4 0,2-1 1,-2 0 74,0 1 1,-2 0-1,0-1 0,6 3 55,-9-3 0,3 2-76,-15-4 1,8 1 2181,21 1-2355,35 6-12,28 2 1,14 2-9,-3 1 0,3 1 159,8-1 0,4 1-158,-2 5 0,3 2 1,-3 2-25,7 4 1,-1 2-3,-3 2 0,4 2 0,-5 0-14,-2 2 0,-3 5-136,-9 3 1,0 4 0,-7 2-226,-7 4 0,-5 4-763,-4-2 0,0 4 0,-7-2-212,-9 4 0,-9-1 1378,-7 8 0,-2-6 0,-1-8 0,-2 1 0</inkml:trace>
  <inkml:trace contextRef="#ctx0" brushRef="#br0" timeOffset="112058">3095 11573 12008,'-52'7'244,"0"1"0,0-1 1,0 0-1,-1 0 1,-2 1-1,1 0 1,3-1-1,4-1 111,-9 1 1,9-2 378,-1 1 890,43-10-1137,47-11-336,4 2 1,9-2-990,-4 2 0,5-2 0,4 0 877,-6 2 0,3 0 0,1-1 1,2 1-325,-6 0 0,2 1 0,1 0 0,0 0 0,2 0 286,-7 1 1,0 0 0,1 0 0,1 1 0,0-1 0,0 0-219,2 0 1,1 0 0,0 0 0,0 1 0,0-1 0,0 1 265,1-1 0,0 1 0,0 1 0,-1-1 0,1 0 0,-1 1-182,-1 0 0,0 0 0,0 0 0,-1 0 0,0 0 1,-1 1 171,7-2 1,-1 1-1,0 0 1,-1 0 0,-2 0 63,7-2 0,-2 1 1,-1-1-1,-4 0 51,6-1 0,-4 0 0,-5 0 793,1-1 1,-10-1-471,-15-5-256,-64 7-302,-4 7 1,-7 2 540,-15-1 1,-5 0-418,16 2 0,-2 0 0,-6-1 237,8-1 1,-8-2 0,-3-1 0,0 0 0,4 0 0,7 1-223,-3 0 1,6-1 0,-3 0-46,-16-2 0,-10-1 0,11-2 0,35-1-56,48-10 2193,31-2-2061,-12 11 0,4 1-43,7 1 0,3 1 395,4 2 0,2 2-418,2 2 0,0 3-10,0 4 0,-1 5-76,-2 1 1,-2 5-121,-3 5 0,-4 4-308,-3 4 1,-6 4-680,-5 4 1,-7 5 624,-8 9 1,-4-1-1,0 6 1,-14 0-1</inkml:trace>
  <inkml:trace contextRef="#ctx0" brushRef="#br0" timeOffset="112673">3117 13188 15265,'-44'25'322,"-1"1"1,1 0 0,0-1 0,3-1 0,2-2 0,4 0 97,-10 7 1,20-4 1089,36-14-1051,37-22-355,-3-2 0,8-3-558,-9 1 0,5-2 1,2-1-1,3-1 458,-2 2 1,3 0-1,1 0 1,1-1 0,1 0-214,-8 3 0,0-1 0,0 0 0,1 0 0,1 1 0,2-1 167,-1 1 0,2 0 1,2 0-1,0 0 1,-1 0-1,-3 2 1,-3 0-342,8-2 1,-5 2 0,-1 1 0,3-1 359,1 0 1,3 1-1,0-1 1,-2 1 0,-5 3-1,3-1 1,-4 2 0,0 0 5,7 0 0,2-1 0,-4 1-46,10-2 0,-6 2 264,-20 2 1,-7 1 1051,-7 0-1236,-45 3 90,-35 2-35,13 0 1,-4 0 339,-11 0 1,-4 0-307,16 0 1,-2 0 0,0 0 70,-2-1 1,0 0-1,-1-1 105,-3-1 0,-2-2 0,5 1-179,-1-1 1,4-1 53,-3-3 0,9-2 2109,20-4-2215,14-5 399,28-1-428,28-2-3,-2 10 1,2 3-492,-12 2 0,0 1 472,22 1 0,1 3-3,-19 6 0,-2 2 169,0-2 0,1 3-270,16 12 1,-2 5-138,-19-4 0,0 3-325,13 10 1,-2 5-4351,-15 7 1,-6 1 3783,-8-16 1,-4-2-1,2 30 1,-15-47 0</inkml:trace>
  <inkml:trace contextRef="#ctx0" brushRef="#br0" timeOffset="115983">7341 8839 15384,'-2'-50'2438,"0"-1"1,-2 1-1,0 9-2051,0 25-118,-3 0-219,5 25 34,0 14-45,1 24-28,1 0-11,0-12 0,-1 3-56,-1 8 0,-1-1-458,1-8 1,0 2 336,-2 16 1,1 1-241,2-10 0,0-1 189,0-1 1,0-2 227,1-3 0,-1-4-2545,-4 1 2641,1-30 72,-14-25-6,5-13-33,-4-20-90,10 12 23,9-8-68,22 1-39,10 1 105,-5 20 1,3 2-89,2 6 0,1 3 14,-5 2 0,1 1 1340,9-2 0,1 1-1363,-6 2 1,1-1 16,7-3 1,3-1 16,6-6 0,0-1-534,-10 1 1,-3 0 555,-1 1 1,-3-2 111,-8-4 1,-4 0-3,-5 0 257,2-28 483,-21 26-561,-4-11 234,-2 18-240,-3 2 1086,3 11-1467,1 5 57,1 16-6,2 15-11,1 18 22,1-4-39,7 16-162,6 5-197,-4-31 0,2 0 129,1 5 0,2-2-442,12 13 302,-3-14-571,7-5 45,-4-18 292,18-16 615,-6-14 185,6-21-34,-18 5 185,-10 5 1,-2-1 161,2-17-45,-4 14 1,0 1 275,2-15-17,-3 13-438,-5 16-89,-2 12-78,-3 15 39,0 12-73,2 19-34,0 16-5,1-6 22,1 14-5,10-2-12,7-3-3,-4-28 1,3-3 30,24 2 40,10-15 44,2-22-33,-13-6 47,-15-9 1,-3-6 148,2-18-354,-9 11 1,-4-2 212,-6 4 1,-4-1 3,-4 1 0,-2 1 22,-2 1 0,-4 3 131,-14-21-111,-8 17-95,-9 15-51,-5 17-39,-6 15-12,10 4-39,13 5 0,2 4-184,0 19-264,9-12 0,3 4 34,8-4 0,4 0-1199,8 10 0,4-1-1647,3-7 1,2-1 3321,5 2 0,1-4 0,5-2 0,-10-15 0</inkml:trace>
  <inkml:trace contextRef="#ctx0" brushRef="#br0" timeOffset="116735">9147 8807 21730,'-4'-44'957,"0"-1"1,1 6 0,-1 9-823,-1 23-146,0 10 39,1 13-6,-2 17-11,-1 17-28,1 9-199,2 2 222,3-4-6,4-8 0,3-11 28,2-13 146,-2-12 55,0-12-128,-1-14-39,2-10 205,2-14-239,0-10 44,0-3 12,1-5-56,1 2 0,2 5-11,5 10-34,4 11 6,3 11 17,7 10-17,5 11-12,5 12 23,-7 3-6,-11 3 1,-2 2-1,1 13 6,4 19 6,-18-12-12,-9-4 18,-5-5 27,-3-9 123,1-10 101,2-8-128,3-15-107,1-11-6,2-17-33,6-14 17,7-9-106,-3 27 0,2 1 111,17-27-11,6 11-6,2 13 40,2 13-34,13 15-11,-17 7 5,16 17-33,-22 9 22,7 13 6,-7 4 5,-5-4 18,-4-6-18,-7-13 40,8-5 182,-1-13-216,14-10 23,2-17-40,2-15 28,-3-12-132,-20 22 1,-2-2 204,6-30 56,-9 0-56,-8 15 280,-16-11-84,-1 24-101,-8-5-134,6 22-84,4 20 39,5 5 28,-2 26-84,6 7-104,1-12 1,1 1-795,4 5 0,3 1 954,6 6 0,0-2 0,3 7 0,6-5 0</inkml:trace>
  <inkml:trace contextRef="#ctx0" brushRef="#br0" timeOffset="120193">9144 10237 6486,'3'-57'1146,"0"0"0,0-1 0,-1 7 0,0 1 1,0 2 110,0 4 1,-1 1 0,1 3-679,-1-4 1,-1 5 1327,-3-5-1862,2 28 1017,-2 33-861,7 35-95,-1-4 1,0 6 75,1-4 0,0 4 1,-1 2-147,-1-5 0,1 3 1,-2 1-1,1 2-17,-2-5 0,0 2 0,-1 1 0,-1 1 0,1 1-320,-2-5 1,1 1 0,-2 0 0,1 2 0,-1-1 0,0 2 304,-1 3 1,-1 1 0,0 1 0,0 1-1,-1 0 1,0 0-251,1-6 0,-1 1 1,0 0-1,0 0 1,0 1-1,0 0 1,0 0 171,0 2 0,0 0 1,0 0-1,0 1 1,0 0-1,0-1 1,0 1-377,1 0 0,0 0 0,-1 0 0,1 0 0,1 0 1,-1 0-1,1 1 450,0 1 0,1 1 0,-1 1 0,1 0 0,1-3 0,-1-2 0,1-5 0,-1 10 0,0-6 0,0-3 0,2-1 0,0-6 0,1-1 0,0 0 0,0 0 0</inkml:trace>
  <inkml:trace contextRef="#ctx0" brushRef="#br0" timeOffset="120668">9428 10527 17759,'-11'2'4251,"1"0"-3959,10-2 206,0 0-470,107-13-135,-56 5 1,5 0-998,-8 2 1,6-2 0,2 1 0,-3 0-1556,11-2 0,-2 1 1,-2 0 2658,-4 2 0,-3 0 0,-3 0 0,2 1 0,-6 1 0,7 0 0</inkml:trace>
  <inkml:trace contextRef="#ctx0" brushRef="#br0" timeOffset="121791">11862 10200 18078,'1'-46'1824,"-1"0"0,-2 5 1,-7 9-1573,-16 22-241,1 11-6,-6 21 12,14 0 0,-11 27-28,8 4 2,9-17 1,2 2-196,1 1 0,4 0 165,9 8 0,4-3 28,7 16-26,18-20 1,6-7 8,7-10-238,4-7 0,6-5 277,-1-11 0,1-6-501,0-2 1,-1-4 508,-1 1 1,-4-4 41,-12-5 1,-4-3-247,-11-2 1,-4 0 341,15-16 180,-21 8 0,-6 1-29,-10 0 340,-3-6-323,-19 14 762,7 17-1059,-20 3-33,-3 28-34,0 9 8,18-8 0,3 1-3,0 13 838,12 7-906,27-10 69,8-3-7,22-7 29,3-17 56,3-14-408,-1-9 397,-16-5-25,3-25 143,-25 7 4,0-19-105,-21 20 72,-24-15-84,5 26 14,-7 0 1,-4 2 7,-5 4-38,-16-3-57,28 15-117,7 12 78,13 10-33,4 14 10,8-1-172,15 12-24,2-18 0,6-2 6,3 0 1,2-1 152,2 0 0,3-3-547,17-4 0,2-6 73,-15-3 0,-1-3 573,17-2 1,0-4 103,-16-2 1,-4-5 34,-7-1 1,-4-3 437,11-18 96,-18 0 72,-12 1-71,-9 10 150,-11-3 229,3 17-851,-12-3 1,5 15-180,-1 8-11,3 13 11,6 8-1,5-2-32,8 5 10,9-8-16,23 5 50,6-11 56,17-6-34,-5-18 40,-2-10 33,-9-13 28,-13-7 23,-13-5-51,-11 0-11,-13 3-56,-2 9 0,-11 2-95,-1 9-426,3 4-443,3 8-1315,10 15-662,8 1 2913,7 10 0,-4-13 0,1 0 0</inkml:trace>
  <inkml:trace contextRef="#ctx0" brushRef="#br0" timeOffset="122116">13805 10137 21467,'-4'-7'3831,"1"2"-3467,-9-25 0,-1-5-50,5 13-309,-6-14 1,2 5-79,11 26 23,9 15 22,9 15-11,14 19-325,-13-14 0,2 3 350,1 3 0,-1 3-64,1 2 0,-1 1-18,0 0 1,-2 0 28,-1-4 0,-3-2-12,5 19 79,-19-22 40,-18-19 10,-12-20 23,-5-15-40,8-6 17,12-4 1,4-2 417,2-15-499,6 13 1,4 0-144,12-14-646,14 7-2765,9 9 3585,-2 9 0,-12 10 0,-9 8 0</inkml:trace>
  <inkml:trace contextRef="#ctx0" brushRef="#br0" timeOffset="122786">14675 10091 10858,'2'-6'9830,"0"2"-8917,-2 4 225,-11-65-349,-3 42-492,3-14 0,-3 3 78,-9 24-190,3 5-107,3 9-22,2 8-39,5 12-39,4 11 50,15 10-17,10 6-11,-3-24 0,3 1-140,2 0 0,2-1 137,3 2 1,1-2 2,1 0 0,0 1-23,-1-2 1,-2 0-113,15 22-139,-22-8-314,-29-8-638,-26-9-1760,-20-8 2986,22-12 0,1-3 0,-5 1 0,6-4 0</inkml:trace>
  <inkml:trace contextRef="#ctx0" brushRef="#br0" timeOffset="122973">14539 10044 22811,'17'40'228,"0"0"0,-2 5 0,-8-3-284,-20 14-1745,6-11 0,1 0 1061,-2 15-2713,7-10 0,3-2 2804,4-3 0,0 5 0,-1-32 0</inkml:trace>
  <inkml:trace contextRef="#ctx0" brushRef="#br0" timeOffset="123327">15150 10210 18857,'31'-41'1857,"0"0"1,-1 2 0,-11 11-1573,-19 25-212,-2 6-56,-3 9 22,0 15-16,0-5 94,9 14-83,2-23 89,23 9-61,-11-17 72,27-5 46,2-24-96,-7 4 16,-14-2 1,-2-3 168,-4-13 297,-5-23-415,-13 21 95,-19-11 6,-24 26-196,6 5 56,-23 7-84,22 19-16,-4 11-52,3 32 18,14-8 16,11-4 1,3 4-164,4-9 0,3 1 29,0 10 0,4 2-632,4 3 0,4-1-2171,8 5 0,5-2 2429,1-4 1,1-4 0,-6-12 0,-1-5 0,8 7 0</inkml:trace>
  <inkml:trace contextRef="#ctx0" brushRef="#br0" timeOffset="124001">13612 11439 17632,'1'-46'1442,"1"0"0,-1 0 1,3-5-1,-4 11-1358,-12 15 91,0 55-153,1 8 0,1 5-899,2-10 0,2 2 877,0 5 0,1 4 0,1-1-31,2 11 1,2 0-92,1-5 1,1 2 0,1 1-869,1 4 0,0 2 0,2 0 990,0-8 0,2 1 0,0-1 0,-2-5 0,2 12 0,0-5 0,1-4 0,1 1 0</inkml:trace>
  <inkml:trace contextRef="#ctx0" brushRef="#br0" timeOffset="124369">13672 11800 17708,'-4'0'185,"1"0"532,3 0-391,57-12-83,-11 3 1,4 1-888,5-3 0,3 0 655,-3 1 0,4 0 0,3 0-681,-9 2 0,3 0 0,0 1 0,-2-1 674,-7 2 0,-1-1 0,0 1 0,5 0-2,-3 0 0,5 0 0,1 0 0,2 0 0,-2 0 0,-3 1-490,10-1 1,-4 1-1,1 1 1,5-1 479,-6 0 1,5 0-1,2-1 1,0 1-1,-2 0 1,-4 1-21,6-1 0,-4 0 0,-1 0 0,3 1-407,-2-1 0,4 0 1,0 1-1,-3-1 1,-8 1 234,-6 1 1,-6 0 0,-1 0 0,16-1 0,-6 1-1,0-1 1</inkml:trace>
  <inkml:trace contextRef="#ctx0" brushRef="#br0" timeOffset="124923">13581 12327 12253,'-2'-42'1579,"-1"-1"1,0 1-1,0-9 1,-1 3-298,0 8 1,0 5 0,-1-4-392,-4-5-510,4 28-331,2 12 0,1 8 208,1 21-71,2 6 1,0 5-71,2 6 1,0 4-504,-1-5 0,2 4 0,-1 0 455,-1 0 0,1 1 1,0 1-35,-1 6 0,0 0 1,-1 2-18,1 4 1,-1 1 0,1-2-494,-1-10 0,-1-1 0,1 3 431,2 1 1,0 4 0,0 0 0,0-4-398,1-2 0,0-4 1,0 3 167,0 3 1,0 4 0,0-1-1,0-8 1,1 2 0,-1-7-1,-2-5 1,1-1 0</inkml:trace>
  <inkml:trace contextRef="#ctx0" brushRef="#br0" timeOffset="126935">15961 11787 17753,'-3'-43'1450,"0"1"1,0 5 0,1 9-1383,2 19 27,0 14 168,1 12-61,3 18-40,2 23-324,-2-20 0,1 3 235,-2 9 0,-1 2-689,0 8 0,-1 2 636,-2-18 1,-1 2-1,0 0-13,0 1 1,0 1 0,-1-1-3,0 0 1,0-1 0,1 0-929,-1 4 1,2 0 0,0-4 927,0 2 1,2-4 2,0 2 1,2-4 41,10 8 45,5-14 252,0-1-223,10-18 913,4-14-958,25-9-51,-16 0 0,4-2 521,-6 1 1,3-2 0,2 0-550,9-1 0,3 0 0,1 0-581,-6 1 1,1 0 0,1 1 0,1 0 584,6-1 0,1 0 1,2 1-1,0 0-3,-9 2 0,1-1 0,1 1 0,0 1 1,1-1-4,2 1 1,0 0 0,1 0 0,0 1 0,0 0-409,1 1 1,1 0-1,-1 0 1,1 1-1,0 0 404,-1 0 1,-1 0-1,1 0 1,0 1-1,1 1-8,-3 1 0,1 0 0,1 1 0,-1-1 0,-1 1 0,-4 0-274,6 0 1,-3-1 0,-2 1 0,4 1 165,0 1 0,4 1 0,0 1 0,-2-1 0,-5 1-750,9 2 0,-5-1 0,0 1-867,0 0 1,1 1-1,-2-1 1739,1 0 0,-1 1 0,-9-2 0,11 2 0,-4-1 0</inkml:trace>
  <inkml:trace contextRef="#ctx0" brushRef="#br0" timeOffset="134525">18967 12856 18767,'-62'-9'1318,"-1"0"0,-5-1 1,10 2-703,25 2-297,-5-1-50,27 3 89,33-4-313,32-3-1050,2 2 0,6-1 1019,-5 2 0,4 0-13,-15 2 1,3 1-1,3-1 1,0 0-602,5 1 0,1-1 1,0 0-1,-2 1 605,8-1 1,-3 0 0,3 0-11,-11 1 1,4 0-1,0 0 1,-3 1-1,-8 0-184,9-1 0,-6 0 155,15 0 1,-7-1-124,-21 2-2028,-44 2 2185,-30 3 0,12-1 0,-8 1 0</inkml:trace>
  <inkml:trace contextRef="#ctx0" brushRef="#br0" timeOffset="136540">19359 13732 22498,'-28'-44'657,"1"0"0,5 5 0,-2 11-509,-8 27 1,0 10-537,-7 5 461,-11 16 0,-1 8-712,19-5 0,1 3 646,2-2 1,-2 4 0,4-1-8,1 1 0,4 1-20,2 16 0,6-2-19,8-1-154,14-2 0,10-3-407,28-10 233,-6-14 0,4-4 171,-11-11 0,2-4-146,11-5 1,1-4 172,-11-3 1,1-2 173,15-11 1,-2-3 22,-17 8 0,-2-3 149,11-12 0,-4-2 175,-7-4-123,4-6 805,-17 6-429,-13 20 721,1-4-1074,-7 16 356,-3 11-564,-3 10 11,-1 2-44,-4 16-5,6 4-40,2 0 12,11 2 16,3-19-33,30-6 50,-2-13 34,23-10 28,-8-14 61,-1-14 153,-8-8-86,-14 6 138,-15 8 0,-3 0 47,-2-12-78,0-18-78,-15 19-79,-2 9-84,-3 12-84,3 11-89,2 6-34,2 10-386,2 8-1911,1 13-1220,3-1 2809,3 4 0,-1-20 0,0 0 0</inkml:trace>
  <inkml:trace contextRef="#ctx0" brushRef="#br0" timeOffset="136885">20132 13736 24071,'-3'-4'2443,"0"1"-2287,3 3-150,1 13 5,12 14 0,3 17-27,10 10 21,-2 1 1,-7-14-1,3 9 7,-11-24 55,2 4 134,-9-20-44,-8-12-106,-7-11 16,-9-10-34,-4-7-5,6 3 23,3-12-152,13 14-11,4-4-963,27-1-555,7 10-2515,7 3 0,3 1 4145,-9 5 0,0 3 0,-2-1 0,-3 2 0,1 2 0</inkml:trace>
  <inkml:trace contextRef="#ctx0" brushRef="#br0" timeOffset="137567">20624 13699 19092,'-7'-5'7601,"1"1"-7058,6 4-50,0 0-292,-46-51-173,34 38-78,-15-17 0,8 9-34,21 24 89,8 10-5,2 2-3,8 8 1,3 4-4,15 22-423,-9-12 1,2 3 414,-7-6 0,-1 1-28,-2-1 0,-3 0-37,3 24 23,-25-11 34,-20-15 50,-16-14 6,-1-17 10,6-16 920,11-32-919,18 4-34,15-17 0,20 17 0,12 5-50,7 4-39,4 7-241,-1 6-482,-2 3-493,-1 1-246,-1 1 128,-1-1 482,-5 3 723,-11 5 694,-11 4 343,-10 2 234,-8 0 78,-4-1-279,-1-4-236,1-2-168,0-4-95,2-2-39,3-2-34,0 2-22,2 0-50,-1 5-46,-1 3-16,-1 4-73,-1 2-67,0 2-12,-2 10 12,-1 8-17,-3 16-17,-2 10 12,0 9-23,1 5-45,2 3-608,2-4-624,3-3-39,2-16 1344,13 2 0,-10-27 0,8 4 0</inkml:trace>
  <inkml:trace contextRef="#ctx0" brushRef="#br0" timeOffset="137726">21230 13501 26267,'-22'-30'-2022,"0"-1"0,-14-20 0,37 56 0</inkml:trace>
  <inkml:trace contextRef="#ctx0" brushRef="#br0" timeOffset="138760">21563 13739 21825,'9'-51'1210,"1"0"0,-1 6 0,-5 5-510,-11 3-459,-1 16-185,-4 8-11,-2 17-12,-5 13 1,-10 17-23,-8 17-374,12-10 1,2 4 339,4-5 1,3 0 8,-1 1 0,4-1-51,5-4 1,6-1-474,18 21 247,-2-11-193,11-20 0,5-6 165,15-11 246,9-3 84,-11-20 1,0-8 111,-11 0 0,-1-2-253,12-7 1,-1-3 272,-11 3 0,-5 1-3,5-9 185,-1 0 11,-15 17 598,-2 2-867,-7 12-67,-6 15 17,-1 3 107,-5 21-113,2 3 0,-2 25-11,3-6-11,5 4-6,6-19 592,3-13-575,20-5 11,-12-14 57,29-16 27,-17-9 67,12-21-61,-17 8 44,-8 4 1,-2-3 17,4-13-99,-7 13 0,0 0-13,-1-6 78,-2 0-101,-7 24-40,0-3-279,-3 14 129,0 4-925,4 10-2592,3 9 3679,3 3 0,-3-6 0,-3-7 0</inkml:trace>
  <inkml:trace contextRef="#ctx0" brushRef="#br0" timeOffset="139569">22375 14120 23803,'-7'1'2940,"1"-1"-2559,6 0-56,0 0-174,20-72 23,6 14-700,-6-1 0,1-1 543,-4 25 0,0 1 2,-1-8 1,0-4 2,-1-8 1,0-4-1,0 1 0,-1-2-251,-4 14 0,0 0 1,-1 2 261,0-3 1,-2 3 22,-2 10 0,-1 2 67,1-8-84,-4 20-61,-2 11-12,-3 15 812,-7 15-789,-8 23 11,5-10 0,-1 2 271,2-4 0,0 2-275,-1 5 1,-1 5-1,2-4-2,3-7 1,1 1-42,-2 13 0,1 8 1,4-6-455,6-8 1,4-1 186,2 17 1,5-4 80,-1-22 1,5-5-651,10 3 1,3-6 92,14-7 505,18-9 240,-11-33 62,-25 3 0,-1-3 50,-1-6 0,-1-1-404,0-3 0,-2 0 544,7-19 322,-12 19 1,-3 1 86,-2-2 591,1-11-809,-9 24 11,0 9-264,-2 7 980,0 4-1097,1 3 176,-3 5-182,0 5-38,-3 11 16,0 1 39,-5 26-39,5-8-11,-1 18-1,8-12 12,6-8-5,2-11-57,13-1 57,-1-14 5,12 1 11,-1-12 28,1-12-28,-8-1 28,10-31-11,-15 3-3,-5 10 1,-2-1 63,5-20 1,-6 6 0,-3 9-29,-5 11-38,-2 10-51,-2 7-376,0 6-514,0 14-124,3-2 1042,13 30 0,-10-27 0,9 13 0</inkml:trace>
  <inkml:trace contextRef="#ctx0" brushRef="#br0" timeOffset="140086">23312 13696 20791,'0'-3'4743,"0"1"-3391,0 2-1375,4-41 289,0 40-250,7-22 122,-3 57-144,0 10 391,-4 5-369,-4 12 1,-3-24 22,0 0 90,1-29 45,1-14-157,2-2 5,2-18 6,3-7-6,4-13 34,4-2-11,1 3-22,1 11-18,-2 10-27,-1 11-1,-1 8 12,2 12 0,9 14 11,3 15-11,-1 6 16,-5 4-5,-11-12 0,-3-8 73,-2-10 73,-2-8-45,3-15-79,3-14 12,9-15 16,7-8 0,5 2-37,1 10-13,-5 14 0,-4 15 0,-6 19-13,-3 20-115,-3 24-916,-8-21 1,-2 3 1043,-6 13 0,-1-3 0,0 8 0,-6-1 0</inkml:trace>
  <inkml:trace contextRef="#ctx0" brushRef="#br0" timeOffset="159633">5718 7948 6523,'54'-12'374,"0"-1"0,0 0 1,-3 1-1,3-1 0,-2 1 1,-4 1-1541,11-2 0,-3 0 1324,-10 3 1,1 0 0,2 0 76,11 0 0,4 0 1,-4 2-737,-15 3 1,-3 0 0,2 0 556,7 0 0,2-1 0,0 0 97,1 1 0,0 1 1,-7 1 313,-10 0 0,-3 0 14,24-2 1,-4 1 2022,-16 0 67,-7 0-1787,-29 0 657,-26 4-1362,-8-2 33,-1 3 0,-5 1 28,-4 1 0,-5 1-69,-9 1 0,-6 1 0,2-1-53,15 0 1,2-1 0,-3 0 24,-6 1 1,-4 1-1,-1-1 1,2 0-279,5-1 0,0 0 1,1 0-1,2 0 293,-8 1 0,3-1 0,-2 1-163,3-1 0,-2 0 0,1 0 0,7 0 245,-5 1 0,3 1-104,-9 0 1,4 1-59,-6 1 2017,23 0-1923,36-6 164,36 3-169,-3-3 385,25-3 1,6-1-442,-27 0 0,2-1-280,11-2 0,11-1 0,1-1 0,-7 0 266,5-1 0,0 0-5,-14 2 0,5-2 1,2 1-1,0-1 0,-3 1-448,11-1 0,-2 0 0,3 1 405,-8 0 1,4 1-1,2-1 1,-2 1 0,-4 1 22,-5 0 0,-4 0 0,0 0 0,3 1-7,3 0 0,5-1 0,0 1 1,-4 1-1,-7-1 82,7 1 1,-5 1 157,13-2 0,-8 2-4,-21 1-38,-60 2-124,-29 4-11,2-1 0,-7 1-113,11 0 0,-1 0 0,-4 0 90,7 0 1,-2 0 0,-1 0-1,2 0 76,-9 1 1,2-1 0,-6 2-72,5-1 0,-5 1 0,-3 0 0,2 1 0,3-2-120,3 1 1,3-1 0,0 1 0,-4 0 123,8-1 0,-3 0 0,-2 1 0,1 0 0,1-1 0,3 1 22,-8 0 0,2 1 1,2-1-1,4 1-81,-2-1 1,5 0 0,1 0 24,-18 4 1,10-2-60,18-2 1121,13 0-925,57-6-72,10-3-29,-3-1 1,9-1 0,0-1-141,-4 0 1,0-1-1,2 0 116,8 0 1,2-1 0,4 0-28,-11 2 0,4-1 1,1 0-1,-2 0 0,-6 1 12,1 0 1,-4 1 0,6-1-15,-3 1 1,7 0 0,4-1-1,0 0 1,-4 1 0,-7 1 19,1 0 0,-7 0 0,5 1 0,10-1 0,6 1 1,0-1-1,-6 1 432,-7 1 1,-4 1 0,-2 0-355,13 1 1,-4 0 0,-5-1 0,-20 1 257,-62 9-297,1-5 1,-6-1-6,-7 2 0,-7 1-517,2-2 0,-7 1 1,-3-1-1,3 1 519,5 0 1,2-1 0,-1 1 0,-5 0-42,6-1 1,-5 1 0,-1 0 0,-1 0 0,0 0 0,1 0 50,4 0 0,1 0 0,0-1 0,0 1 0,0-1 0,0 1-112,-11 1 0,1-1 1,0 1-1,0-1 0,2 1 147,4-2 0,1 1 0,1-1 0,1 1 0,2-1 0,-2 0 0,1 0 1,2 0-1,4-1-11,-21 3 1,11-2 37,-1 0 32,95-17-78,7 1 181,-2 0 1,9-1 0,1 0-212,-2 0 0,1 0 0,3 0-6,0 0 1,3-1 0,2 0 0,-2 1-3,-8 1 0,-1 1 0,0-1 0,3 1-10,-1 0 1,2-1 0,1 0 0,1 1 0,0 0-23,2 0 0,1 1 1,0 0-1,0 0 1,-2 1-10,4-2 0,-2 1 1,0 0-1,4 1-69,-1 0 0,3 0 0,1 0 0,-1 2 0,-3 1-2058,-1 2 1,-2 2-1,-2 0 1,-1 1 2160,-4-1 0,0 1 0,-2 0 0,-1 0 0,8 1 0,-2 0 0,-9 1 0,7 3 0</inkml:trace>
  <inkml:trace contextRef="#ctx0" brushRef="#br0" timeOffset="160577">14207 6654 12578,'12'-58'1727,"-1"0"0,-1 4 0,-7 1-1021,-13 0 0,-6 3-1207,4 16 0,-4 2 778,-19-15 0,-9 5-909,1 14 1,-4 4 757,4 4 1,-4 0 0,-3 2-28,-6 2 0,-3 2 0,-3 2-62,10 4 1,-1 2 0,-1 1 0,-1 0-474,-5 2 1,-2 0-1,-1 2 1,-1 1 439,10 2 1,-1 0-1,0 1 1,-1 1-1,0 1-2,-3 0 0,-1 1 1,0 1-1,0 0 1,0 2-7,-1 1 1,-1 0-1,0 2 1,1 1 0,0 0-1,0 1 1,1 0 0,-1 2-1,1 0 1,-1 3 3,6-1 0,-1 2 0,0 1 0,0 0 0,2 1 0,2 0-359,0 1 1,1 1 0,2 0 0,1 0-1,1 1 359,-9 4 0,1 0 0,2 2 0,5 1-8,-4 7 1,5 2 0,5 3-249,8 0 1,5 3 0,1-1 251,3-8 1,1-1-1,3 3 134,0 11 0,3 4 0,12 1-147,17-2 0,13 1 0,3-3 47,-4-4 0,3-1 0,6-1 112,4-2 0,6 2 1,3-3-1,1-6-37,-1-8 0,1-5 0,2-3 0,2 0 74,6 0 1,1-1 0,3-3 0,4-1-81,-8-4 1,3-2 0,2-1 0,2 0 0,0-2 0,-2 0-112,-2-1 1,0-1 0,0-1-1,0-1 1,0 0 0,0 0 28,1-1 1,0 0 0,0 0-1,-1-1 1,2-1 0,-1-2-153,2 0 0,1-2 0,0-1 1,0 0-1,-1-2 0,-2 0 175,3-1 0,-2 0 1,-1-2-1,1-1 1,5-1-40,-12 2 0,4-2 0,2-1 0,1 0 1,0 0-1,-2-1 0,-1 1 0,-4 1 17,1-1 1,-4 1 0,-1 1 0,-1-1-1,2-2 1,2-1 28,0-1 1,4-3 0,2-1-1,1-1 1,-2 0 0,-2 0-1,-5 2 1,-6 1-29,14-7 1,-9 3-1,4-5 32,-3 2 1,5-4-1,1-1 1,-3-1 0,-9 1 177,-5-3 0,-7 0 0,-2-2-209,4-5 1,-3-3 0,-8-1 331,-6-16 1,-21 0-848,-25 14 0,-18 3 1,-1 4-335,8 10 0,-1 3 0,-6 3 829,-9-1 0,-9 2 0,1 2 0,10 5 0,6 4 0,4 3 0,-5 0 0,1 0 0</inkml:trace>
  <inkml:trace contextRef="#ctx0" brushRef="#br0" timeOffset="164006">10029 9465 15956,'-8'-8'2980,"1"2"-2308,7 6 828,-58-65-817,39 41-529,-13-13 0,3 4-154,25 25-5,3 5 314,5 19-192,-1-2 225,10 46-185,-5-6-110,-1-13 1,0 0-15,1 14-13,2-20 0,0-4 19,4-3 274,26 7 63,-5-40-197,10-6-1069,-3-24 1,0-8 948,-17 17 0,2-3 23,3-4 1,5-7-1,2 0 1,-4 3-12,-4 4 0,-2 2 0,1-2-2,11-11 0,2-3 0,-4 4-165,-3 3 0,-4 3 171,-3 2 1,-2 0-3,4-12-163,-2 5-280,-1 7-856,-2 16-6107,4 9 7333,-4 4 0,-8 5 0,-8 1 0</inkml:trace>
  <inkml:trace contextRef="#ctx0" brushRef="#br0" timeOffset="169492">16132 9817 19680,'0'-6'1731,"0"1"-39,0 5-1720,-6-33 184,11 38-38,2-13-79,10 41 20,2 0 0,2 2 30,13 15-220,-8-14 0,0-1 215,8 6 75,-9-19 1,0-3-3017,6-3 3142,8 2 353,5-38-336,0-25-249,-19 19 1,2-6-266,5-10 1,2-8-1,-2 5 257,-3 5 0,1-2-183,-3 3 0,4-4 0,1-2 0,-2 4 183,-2 3 0,-1 3 0,2-3-15,-1 1 1,2-3 0,1 1 0,-2 1-15,1-1 1,-2 2 0,1 0-10,-1 2 1,1-1 0,-4 5 1044,-1 2 0,-2 5-1120,6-5-867,5 13 156,-16 14-4241,15 25 5020,-21 2 0,1 4 0,-10-13 0</inkml:trace>
  <inkml:trace contextRef="#ctx0" brushRef="#br0" timeOffset="172343">15715 8944 17414,'-61'-14'58,"0"0"1,-1 0-1,1 0 1,0 0 0,0 0-1,-1 0 1,1 0 0,0 0-1,2 2 1,0-1 0,-1 1-1,1 0 1,0 1 0,2 1-1,0 1 1,3 3 0,2 3-896,-6 2 1,4 3-1,1 3 1,1 1 0,1 1-1,-3 0 908,-4 0 0,0 0 0,-1 1 0,0 1 0,1 0 0,3-1-257,-2 1 0,2 0 0,2 0 1,-3 1-1,-2 2 222,1 1 0,-5 1 0,-1 1 0,-2 1 0,3 0 0,3-1 0,5 0-132,-3 0 0,6-1 0,0 1 0,-7 4 105,6-3 0,-5 3 0,-4 2 0,-3 1 0,0 0 0,2 1 0,3-1 1,6-1 1,-4 3 0,6-1 0,2 0 0,-1 1 1,-3 2-6,3-2 0,-2 1 1,-2 1-1,-1 1 1,1 1-1,2-1 0,3 0-204,-8 7 1,3-1-1,1 1 1,2 0-1,0 2 205,1-1 1,2 1 0,0 1 0,2 0 0,1 1-7,2 0 0,2 0 0,0 1 1,2 1-1,2 0-5,2 0 1,2 0 0,1 1-1,2 1 1,2 0 104,-3 9 0,2 0 0,4 2 0,2-1-110,5 0 1,3-1 0,3 1-1,3-3 5,0 3 1,3-2-1,8 2 16,9 0 1,8 3 0,4-2 0,3-5 46,8 0 1,4-7 0,6 2 10,-7-7 1,3 1-1,3 1 1,2-2 0,1-4 8,1-5 1,2-2-1,2-2 1,1-2-1,1-1-19,-5-3 1,2 0 0,1-2 0,1-1-1,0 0 1,1-1 1,4 0 1,1-1-1,0-1 1,1-1 0,1-1-1,0 0-7,-6-2 0,1-1 1,0 0-1,1 0 1,0-2-1,0 0 0,0 0-6,2-1 1,1 0 0,0-1-1,0 0 1,0-1 0,1 0 0,-1-1-1,2-1 1,1 0-1,-1-1 1,1 0 0,0 0-1,0-1 1,0-1-59,-7 1 1,0 0-1,1-1 1,-1 0-1,1-1 1,-1 0-1,1 0 1,-1 0 42,2-1 0,1 0 1,0-1-1,-1 0 0,1 0 1,-2 0-1,0 0 0,-2 0-16,6-1 1,-2 1 0,-1-1 0,0 0 0,3-1-1,2-1 3,-7 1 0,3-2 0,2 0 1,1 0-1,1-1 0,-1 0 0,-1-1 1,-2 1-1,-3 0-11,9-2 0,-3 0 0,-3-1 1,1 1-1,1-2 0,4-1-4,-9 3 1,2-1 0,3 0 0,0-1 0,1 0 0,-1-1 0,-1 0 0,-1 0 0,-3 0-1,4-2 0,-1 0 1,-2 0-1,-1-1 1,-1 0-1,0-1 1,-1 0-3,7-3 1,-1-2 0,0 1-1,-2-2 1,-2 2 0,-1-1 51,-3 2 1,-3 1 0,-1 0 0,-1-2 0,1-3-41,-4-2 1,2-2 0,-1-2 0,-1-1 0,-4 0-1,-5 1 27,7-15 0,-7 0 0,-2-4-14,0 0 1,1-4-1,-5-2 1,-10 2-5,-12 8 0,-7 1 0,-6 0 1,-3 1-7,-5-2 1,-6 0-1,-4 2 1,0 2-13,-6-5 1,-2 2-1,-10 2-5,5 14 1,-7-1 0,-4 1 0,-3 1 0,1 2 0,1 3 3,-3 1 1,1 3 0,-1 3 0,-2 0 0,-4-1-11,10 3 1,-4-1-1,-1 0 1,-1 0-1,-2 1 1,1 0-1,-1 2 1,2 2-21,-7 0 1,1 2 0,0 1 0,0 1 0,-1 1 0,0 0-1,-1 1-40,5 1 0,0 0 1,0 1-1,-1 1 1,0 0-1,0 0 0,-1 1 1,1 0-147,-3 1 1,1 0 0,-1 1-1,0 0 1,0 0 0,0 2 0,-1-1-1,1 1-556,6 0 1,-1 1-1,-1 0 1,1 1-1,0-1 1,0 2-1,1-1 1,0 0-1,2 1 749,-10 0 0,0 1 0,1 0 0,1 0 0,2 0 0,2 0 0,3 0 0,-3 1 0,2 0 0,3 0 0,4-1 0,2 1 0,1 0 0,-1 0 0,0 1 0</inkml:trace>
  <inkml:trace contextRef="#ctx0" brushRef="#br0" timeOffset="173476">22018 12609 14101,'10'-47'1033,"0"0"0,1 1 0,-3 1 0,0 2 0,-5 4-876,-9-24-750,-7 27 1,-6 3 639,-5 7 1,-9 5-27,-12 3 0,-13 3 0,-2 1 0,5 2-585,10 0 0,4 2 0,-8 2 593,-2 3 1,-9 2 0,-4 1 0,-1 1 0,4 1 0,10 1-384,-1 1 1,8 1-1,-6 2 383,-4 1 0,-6 0 0,-3 1 1,0 1-1,5 0-468,1 1 0,3 1 1,0 0-1,-3 1 466,1-1 0,-3 2 0,-1 0 0,-1 0 0,0 1-201,10-2 0,-1 0 0,0 1 0,1 0 0,-2 1 0,1 0 191,-1 0 1,-1 1 0,0 0 0,0 0 0,0 0-1,-1 1-92,1 1 1,-1-1 0,0 1 0,0 1 0,0-1 0,1 1 84,-1 1 0,-1 0 1,1 0-1,0 0 0,0 1 1,1 1-50,-1-1 1,1 1-1,-1 1 1,1-1 0,0 2-1,0-1 53,1 1 0,0 0 0,0 0 0,0 1 0,0 1 0,1-1 8,0 1 1,2-1 0,-1 1 0,0 1 0,0 0 0,-1 2 4,3 0 0,-2 2 0,-1 1 0,1 0 0,1 0 1,1-1-1,3-2-14,-2 2 1,2-2-1,2 0 1,0 1-1,-2 3 8,-1 1 1,-2 4-1,-1 0 1,1 2-1,3-2 1,5 0 21,0 1 0,5-1 1,2 1-1,0 4 19,0 3 1,0 4 0,1 1 0,2 0 0,3-3-35,-6 8 0,5-3 0,7 6 13,11-8 1,4 6 0,4 1-1,2-3 1,4-7-20,9 9 1,9-2-8,1-6 0,5 6 1,5-1-1,2-7 68,10-4 0,5-6 0,5-1-74,-13-7 0,3 1 0,1-1 0,2-1 0,1-1 6,5 0 1,1-1 0,1-2-1,3 0 1,3-2 15,-6-2 0,3-1 0,3 0 1,1-1-1,1-1 0,-1 0 0,-2-1 8,-2-2 0,0 0 0,0 0 1,0-1-1,0-1 0,0 0 1,0 0-16,0 0 0,0 0 0,0 0 0,0-1 0,1 0 0,0-1 0,0-1 10,3 0 0,0-1 0,1-1 0,0-1 0,-1 0 0,0 0 0,-1-1 12,-5 0 1,-3-1-1,0-1 1,0 1-1,1-1 1,2 0-1,4-1-28,-3 0 1,3 0 0,3 0 0,1-1-1,2 1 1,0-1 0,0-1 0,-1 1 0,0 0-1,-3-1-2,3 0 0,-2 0 0,1 0 1,-2-1-1,1 1 0,-1-1 0,0 0 1,0 0-1,1 0-10,-2 0 0,0 0 0,0 0 1,-1-1-1,1 1 0,-1-1 0,1 0 1,-1 0-1,0 0 5,-2-1 1,1 0 0,-1 0 0,1 0 0,-1-1 0,-1 1 0,0-1 0,-1 0-1,-1 0 2,6 0 1,-3-1 0,0 0-1,-1 0 1,0 0 0,2-1 0,1 1-13,-6-1 1,2 1 0,0-1 0,1 1 0,1-2 0,-1 1 0,1 0 0,-2-1-1,0 0-2,4-1 0,-1 0 1,1 0-1,-1 0 1,-1-1-1,1 0 0,-2-1 1,1 1 0,4-3 1,0 1 0,-1-1 0,0 0 0,0-1 0,-2 0-1,0-1 0,-3 1 0,-1 0 0,-1-1 0,0-1 0,-1 0 0,0-1 0,-2 0-3,5-2 0,-1-1 1,-1-1-1,-1 0 0,-1-1 1,-1-1 42,4-3 0,-1-2 0,-2 0 0,-2-1 1,-2-2-32,3-5 1,-2-1 0,-4-2 0,-5-2-12,-7 2 1,-3-1-1,-5-1 1,-7-1-5,-3-13 1,-9-1-1,-10 0 0,-12-1 1,-11 1 0,-8 2-1,-2 11 0,-5 1 1,-6 2-1,-3 1-4,2 5 0,-3 2 0,-4 1 0,-1 1 0,-2 1-6,11 6 1,-2 2 0,-1 0 0,-1 0 0,-1 1 0,0 0-1,-2 1-21,3 2 0,-1 0 0,-1 0 0,-1 1 0,-1 0 0,1 0 0,-2 1 0,0 0-49,3 2 0,0-1 0,-1 1 0,-1 1 0,0-1 0,0 1 0,-1 0 1,0 1-1,0-1-106,-3 1 0,0 0 0,0 0 1,0 1-1,-1 0 0,-1 0 1,-1 0-1,-1 1 0,-2 0 192,9 2 0,-2 0 0,-1 0 0,-3 1 0,0-1 0,-1 1 0,0 0 0,1 0 0,1 0 0,2 1 0,3 0 0,2-1 0,4 2 0,-11-3 0,5 1 0,4 1 0,1-1 0,0 1 0,0 1 0,-4-1 0,-2 1 0,0 1 0,1-1 0,-1 0 0,0 1 0,0-1 0,0 0 0,1 1 0</inkml:trace>
  <inkml:trace contextRef="#ctx0" brushRef="#br0" timeOffset="185027">17408 8429 20649,'-46'2'711,"1"0"0,-11-9-688,91-12-23,13-4-31,0 4 0,6 0-852,1 0 0,6-1 797,-13 5 1,5-1 0,1-1-1,-2 1-416,-4 2 0,-2 1 1,0-1-1,2 1 388,5-2 1,3 0 0,-2 0-1,-4 3-43,13-4 1,-4 2-295,-1 1 0,-6 4-787,-6 6 1092,-28 12 197,-54 16 105,-3-5 1,-8 1-269,9-5 0,-3 2 0,2-2 285,-12 6 1,0-1 98,8-3 1,-1 1-1,1 0 313,-14 8 1,2 0-311,4-2 0,3 0-253,5-3 0,8 1 1924,14 6-1895,26-17 21,30 1-60,24-15-44,-21-4 0,6-2 0,-1-1-48,0 0 1,-1-1 0,2-2 11,10-3 1,2-3 0,-3 0 14,-8 2 1,-2-2 0,-3 1 44,7-3 0,-5-3 66,0-12 1,-11-3 562,-16-17-467,-14 13 0,-10 1 65,-14 6 0,-8 4-88,3 5 1,-4 2 176,-5 4 0,-4 0 0,4 2-137,7 5 0,0 1 293,-29-11 1,2 1-39,13 6-241,-5-2-252,34 12-23,16 4 79,20 9 0,5 0-9,19 10 0,8 3 33,-7-1 0,2 3-60,0 0 1,2 3-1,-3-1-23,4 3 0,-4 3-157,3 10 1,-8 5-273,-19-7 1,-9 4 498,-14 6 0,-7 4 0,1-5 0,5-9 0,-3-4 0,-19 12 0,1-1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6T13:55:27.49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3319 5828 15093,'-3'55'408,"1"-1"1,1 6 0,0 5 0,0-2-13,-1-10 0,1-2 0,0 1-1419,0-5 0,1 1 1,-2 1-1,1 1 1163,-2 6 0,-1 0 0,0 1 1,-1-1-49,1-4 0,-1-1 1,0 2-1,-1 4-55,0-1 0,0 6 1,-1 2-1,0 1 1,0 0-1,-1-2-315,2-2 0,-1-2 0,0 1 1,0-1-1,0 1 0,0-1 273,0 1 0,0-1 1,-1 1-1,1-1 1,0 1-1,-1 0-110,0 2 1,0 0-1,-1 0 1,1 1 0,-1 0-1,-1 0 71,2-6 1,-1 0 0,0 1 0,0 0 0,0 0 0,0-2 0,0 0-209,0 0 0,1-3 0,-1 0 1,1 1-1,-1 1 0,0 4-333,1-6 0,-1 3 0,-1 3 0,1 1 0,-1 1 0,1-2 0,0-3 0,1-3 1,1-6 562,-2 15 1,1-9 0,1-1 0,0 1 0,-2 10 0,-1 1 0,1-2 0,3-11 0,1-9 0,1-1 0</inkml:trace>
  <inkml:trace contextRef="#ctx0" brushRef="#br0" timeOffset="994">3781 5658 0,'57'8'229,"1"0"1,-1 0 0,-9-3 0,1-1 0,1 0 0,1 0-152,8-1 0,2 0 1,0-1-1,-1 0-63,-8-1 1,-1 0-1,0-1 1,6-1 17,-8 0 0,6-1 0,2 0 0,1-1 0,0 1 1,-4-1-1,-4 1-8,6-1 0,-6 0 0,1 0 1,8-1 36,-9 1 0,6-2 0,4 1 0,4-1 0,1-1 0,-1 1 0,-3 0 0,-3 0 0,-7 1 23,15-2 1,-9 1-1,1 0 1,9-2 56,-18 3 1,5-2 0,5 1 0,2-1 0,2-1 0,1 1 0,-1 0 0,-2 0 0,-3 0-1,-4 1 17,11-2 1,-5 1 0,-2 1 0,0-1-1,1 0 1,5 0-75,-9 0 0,3 1 0,2-1 1,1 0-1,1 0 0,0 0 1,-1 0-1,-1 0 0,-2 1 22,6-1 0,0 0 0,-1 0 1,-2 0-1,1 1 0,-1-1 1,1 1-40,0-1 1,1 0 0,0 0 0,-1 0-1,0 1 1,-2-1 0,-2 1-41,-1 0 0,-2 0 0,-2 0 0,0 0 0,1 0 0,2 0 10,-3 0 0,1 0 1,2 0-1,-1 0 1,0 0-1,-1 0 1,-2 0 2,9-1 0,-4 1 1,0 0-1,1 0 1,4 0-6,-4 0 1,3-1 0,2 1 0,1-1 0,1 1 0,-3-1 0,-2 1-11,1 1 0,-3-1 0,0 0 0,-1 1 0,0-1 0,2 1 27,3-1 1,1 1 0,1-1 0,-1 1 0,-2 0 0,-3 0-39,-3 1 1,-2 0 0,-2 1 0,-1 0 0,0 0 19,7 0 0,-1 1 0,-1 0 0,-2 1 28,8 2 1,-2 0-1,-2 3 248,-9 0 0,-1 2 0,-4 3-264,10 7 1,-5 6-18,-9 3 1,-7 4 628,-5 4 1,-6 3-635,-4 6 1,-4 0-15,-4-7 0,-1 2 473,-4 5 0,-1 4 0,-1-1-431,-2 11 0,-2 2 190,0-1 0,-1 5 0,-2-1-223,-1-4 1,-1 1-1,0 0-291,1-11 0,-1 0 1,0 1-1,-1 1 280,1 2 1,-2 2 0,1 0 0,0 1-12,-1 2 1,1 1 0,-1 1 0,0 0-6,2-9 0,0 0 1,1 1-1,-1 0 0,1 0-2,-1 2 0,1 0 0,0 1 0,0 0 0,1 0 3,-1 1 1,1 2-1,1 0 1,-1-2-1,1-1 6,0 1 0,0-2 0,1 0 0,-1 5 23,1-7 0,0 4 1,0 2-1,0 0 1,1-1-1,-1-5 45,-1 8 1,1-4 0,0 0 0,-1 4-253,0-7 0,1 2 1,-1 3-1,0-1 1,0-1-1,-1-2 272,-1 13 1,-1-2-1,-1-2 1,1-3-61,1-11 0,0-2 0,-1 0 0,-1 3-143,-1 0 1,-1 5-1,-2-1 1,1 0-1,0-5 133,-3 9 1,-1-4 0,-1 3-38,1 0 0,-2 4 1,-1 0-1,0-4 11,-2 1 1,0-3 0,-1-1-3,-1-3 1,0-2 0,-1 0 3,0-4 1,-1 0-1,-2-2 9,0-2 1,-1-2 0,-2-1 1,-1-3 1,-2-1 0,-1-2 198,-2-2 1,-3-2-1,-1-2-188,-2-2 1,-2-3 0,-2-1 9,-3-2 0,-2-1 1,-1-3 156,-4-1 0,-1-1 0,-1-2-167,-4-1 1,-3-2 0,0 0-12,12-3 1,-1 0 0,-1 0 0,0-1-2,-4 0 0,0-1 0,-1 0 1,0-1-48,8 0 1,0-1 0,0 0 0,-1 0 0,0 0 44,-2-1 0,0 1 0,-1-1 1,0 0-1,0-1-5,-3 1 1,0-2 0,0 1 0,-1-1 0,0 1-135,-2-1 1,-2 0-1,1 0 1,0 1-1,3-1 134,-4 0 0,4 0 1,-1 0-1,-6 0-115,14 1 0,-5-1 0,-1 1 0,-2-1 1,1 0-1,1 1 0,3-1 109,-7 1 0,4-1 0,0 0 0,-1 0 0,-5 0-28,12 1 0,-3 0 0,-2-1 0,-1 0 0,0 1 0,-1-1 0,2 0 0,2 1 37,-2-1 0,1 1 0,1-1 0,1 1 0,-1-1 0,0 1 0,0-1 3,-2 0 0,-1 1 0,0-1 0,0 0 1,1 1-1,1-1 0,1 0-1,-9 0 0,3 0 1,1 0-1,-3 0 0,-3 0-2,10 0 0,-2 0 0,-3-1 0,-1 1 0,-1 0 0,2-1 0,2 1 0,2 0-5,-1 0 0,2 0 1,2 1-1,0-1 1,-2 0-1,-3 0-8,2 0 0,-3 0 1,-2-1-1,-1 1 1,0-1-1,0 1 1,2-1-1,2 1-93,2 0 0,1 0 1,1 0-1,1 1 1,1-1-1,-1 0 0,0 0-790,-7 0 1,0 0-1,0 0 1,1 0 0,1 0-1,1 0 896,-3-1 0,1 1 0,2 0 0,3 0 0,2 0 0,-9 0 0,4 0 0,7 1 0,8 0 0,-1 0 0</inkml:trace>
  <inkml:trace contextRef="#ctx0" brushRef="#br0" timeOffset="2026">4108 11837 16012,'-14'-52'1917,"0"-1"0,2 6 0,-2 13-1597,-8 30 39,-5 19-34,-10 18-183,14-6 1,-2 5-815,-4 7 0,0 3 730,-4 7 1,1 4-28,10-15 1,-1 2 0,2-2-24,-4 8 1,1 3 8,7-5 0,0 3 0,4-3-3,4-2 0,4-1-14,1 16 0,7-3 76,10-19 0,7-5-57,7-4 1,5-6 8,3-4 0,3-5 6,1-3 0,1-6 13,-3-4 1,0-4 19,-3-4 0,-2-3 84,20-22 34,-12-7 39,-14-2-28,-11 0-5,-8 3-12,-7 3-34,-2 4-10,0 6-112,0 8 10,5 4 1254,22-12-1276,-6 13-9,12-4 1,5 0-3,16 1 3,-13 7 0,0 1 2,-6 3 1,-1 4 236,22 9-214,-9 34-17,-24 5 14,-15-9 1,-5 2-26,-6-6 0,-3-1-17,-8 21-23,8-13 1,1 1-208,3 16 129,2-23 1,4 1-704,8 3 1,6-3-1807,16 10 417,-13-17 1,2-4-3011,17 1 4504,-5-16 0,-16-5 0,1-2 1</inkml:trace>
  <inkml:trace contextRef="#ctx0" brushRef="#br0" timeOffset="2775">5010 12569 15109,'-4'-5'6890,"1"1"-5618,3 4-600,-67 19-364,44-11-247,-14 3 1,4 1 106,26-5 157,10-3-152,2-1 265,21-4-265,5-10-72,22-10-68,-25 4 1,1-2-295,3-5 1,0-2 282,3-6 1,-1-1-1255,-6 4 1,-1 0 1234,-2-1 0,1-4 8,-3-4 0,1-6 0,-2 3-339,0-3 1,-1 0 355,0-2 0,1-4 0,-5 5 36,-5 5 1,-6 4 69,-8-23 17,-11 13 398,-38 21-555,21 36 1,0 9 13,-6 0 1,1 6 788,2 19 0,5 8-794,7-6 0,5 3-13,5-7 1,2 2 0,2-3-5,0 4 0,4-1-14,7 17 0,6-4-17,11-8-39,13-6 0,8-2 8,-8-18 1,3-3 7,17 8 1,2-5 50,-19-12 1,0-5 256,14-7 1,-2-7-238,-17-3 0,-1-3 13,13-8 1,-2-2 6,7-15 44,-17 1 0,-3-1 168,0-7-182,-10 17 1,-2 1 142,-9 3-151,-17 25-6,-24 24-28,4-2-6,4 2 1,1 2-28,0 12 5,4 8 841,22-5-847,16-9 444,16-10-421,11-11 11,7-9 6,1-16-6,-2-11 17,-7-14 34,-10-6 38,-14-2 24,-14 2-7,-17 3 18,-12 6-23,-11 6-17,-9 8-22,-1 9-68,10 7-10,-10 9 5,24 2-107,-18 28 34,28-13-229,-2 27-247,26-16-436,12 8 228,7-10-1881,2-12 0,6-3 2531,-6-8 0,0-2 1,27 9-1,-19-13 1</inkml:trace>
  <inkml:trace contextRef="#ctx0" brushRef="#br0" timeOffset="3244">6477 12185 21204,'18'-58'1488,"0"-1"0,-2 7 1,-4 7-856,-7 15-5604,-4 12 4982,-1 10 1414,0 15-1397,-2 13 859,-4 21-875,-4 18-15,2-24 0,-1 2-118,-1 4 0,-1 0 132,-2 4 0,0-1 1130,2-9 0,0 1-1121,-3 16 0,2 0-9,1 8-23,4-21 1,2-4 84,2-6 62,3-21-68,3-20 370,6-26-381,1 2 0,2-1-34,6-20-14,-3 17 1,2 5 2,7 2 976,10-3-987,3 12 11,10 11 6,-13 9 28,13 13-23,-13 10-22,12 21-11,-18-9 0,-12-1 0,-6 0 11,-10-4-6,-18 26 6,-5-28 3,-21 4 0,-5-1-549,-1-4 540,-2-2 1,-2-4-29,7-11-67,-2-11-246,17-10-476,20-15-830,27-9-1649,14 10 1,7 1 141,-8 8 0,3 1 3160,18-6 0,-2 4 0,-14 9 0,-1 1 0</inkml:trace>
  <inkml:trace contextRef="#ctx0" brushRef="#br0" timeOffset="3611">7325 12295 26335,'-51'-10'254,"-1"-1"0,-4 6 0,3 9-196,13 18 1,4 4-55,7-8 0,2 4-7,-3 20 1,12 4-26,28 3 17,-3 9 23,42-22 4,-22-27 18,29-6 22,-16-18 34,8-14-56,-12 0 75,-14-4 0,-3-1-25,-3 3 31,-4 0 0,-2 1 138,-8 10-1,-1 1-219,-2 10 1,-1 7-23,-1 7 6,-6 21-23,0 4-38,-2 19 16,5-14-1238,16 23 219,0-32 1047,25 26 0,-23-41 0,9 4 0</inkml:trace>
  <inkml:trace contextRef="#ctx0" brushRef="#br0" timeOffset="4162">7390 12594 27012,'29'-31'56,"0"0"0,-7 6 0,2 0-39,18-10 0,1 3-1542,3-7 1550,0 0 1,-2-2 2,-4-4-21,-13 1 1,2-10-1,-4 5 4,-8 11 0,-1-2-1036,3-16 1,2-8 0,-6 9 1035,-8 17 0,-3 1 20,-2-11 1,-1-6 0,-4 7 311,-2 13 1,-3 2-327,-3-17 0,-4 7-17,-6 23-12,-10 25 541,15 8-523,-2 18 0,2 8-9,6 2 0,2 3 526,0 2 1,-1 4 0,2-1-530,0 9 1,2 3-54,2-10 0,0 5 0,0 0 1,1-6-122,0 7 1,2 1-959,3-12 1,2 8 0,2 2 0,0-2-1,1-8 1138,7 16 0,1-6 0,-3-11 0,0 1 0,-1-8 0,11 8 0</inkml:trace>
  <inkml:trace contextRef="#ctx0" brushRef="#br0" timeOffset="4759">5920 13785 22003,'-35'-35'551,"0"1"1,1-1 0,-8-10-1,1 9-316,1 23 1,3 7-158,-3 1-22,1 5 1,1 3-40,11 4-5210,-16 34 5193,34-19 1424,2 33-1430,14-28-2,8 4 0,3 3 2,20 14 208,-8-12 1,2 0-206,-9-14 0,1-1-3,13 7 1,1 0 96,4 7-77,-13-11 0,-4-1 3167,-6 3-3102,-32 7-34,-24-9-26,5-7 1,-4-2-215,-5-2 1,-3-4 214,-2-1 0,-1-3-4,2-4 1,1-2-51,6-4 1,3-3-539,-17-19-356,27-12-4220,35-9 5148,16 4 0,-1 15 0,-6 14 0</inkml:trace>
  <inkml:trace contextRef="#ctx0" brushRef="#br0" timeOffset="5693">6462 13579 18173,'1'-3'6279,"1"0"-4447,-2 3-1804,-42-6-6,12 51-16,-22-19-12,31 28 1,8 11-653,5-22 1,1 2 582,1-2 1,0 3-1,1 0-239,1 13 1,2 0-489,3-13 0,2 1 1,0-2 171,1 13 0,0-4 419,2-7 1,-1-6 271,-4 0 68,-11-47 207,-8-19-95,1-7 190,3 0 0,2-2 1218,-3-20-1330,5 9 1,2-1 417,2-6-681,6 18 1,4 3 220,8 0-294,15-3 6,2 13-15,4 9 1,3 3-26,26-1 3,-5 4 1,1 0-1454,-22 3 0,-1 1 1481,8 1 0,-1-1-152,-9 0 0,0 0 175,8-3 0,0 0-107,-8 2 1,-1-2 280,6-4 0,-6-3 209,-14-2-167,0-4-18,-16 3 331,-15-9 2326,-3 9-2791,-19-6-28,-3 16-17,-6 14-10,2 11 16,4 13-40,11 7-10,10 2 758,11-2-792,13-5 406,9-6-344,12-7-1,4-9 57,12-14-40,-15-5 68,17-21-45,-28 11 67,10-17 56,-19 13 45,0-3 78,-5 5-230,-3 8-21,-2 6-29,-2 5-22,-3 11 33,-10 20-28,4-4-8,4 2 0,0 1 3,4-2 6,7 24 5,13-24 0,16 5-12,17-12 6,-18-15 1,2-3 5,24-6 0,-11-12 0,0-6 5,-15 1 1,-1-4-1133,1-6 0,2-4 1,-4 0 1126,-5 1 0,-3-3 5,-2-10 1,0-8-1,-5 6-269,-5 12 0,-2-1 271,1-8 1,0-4-1,-1 3 24,-4 6 0,0 2 16,0-5 1,-1 1 64,-1-20 45,-4 22-163,1 20-50,-3 13 56,2 24 28,-3 20-22,1-5 0,1 3 1190,-2 12 1,1 3-1200,-1 9 0,1 2-89,2-18 0,0 1 1,2 0 16,0 1 0,1 1 1,1-1-106,1-1 1,1 0 0,1 0-180,1-3 1,0 1 0,0-2-810,3 16 0,0-4-308,-2-14 0,0-3 1476,2 19 0,-6-39 0,-1-4 0</inkml:trace>
  <inkml:trace contextRef="#ctx0" brushRef="#br0" timeOffset="6193">7388 13938 21063,'-5'-3'4454,"1"1"-3715,4 2-952,34-46 90,-7 35-37,9-13 1,4 4-49,-8 19 1,0 5-496,16-2 0,0 0 653,15 2 53,-19-5 0,-4-1 58,-11-3 405,13-7 22,-31 4 49,-1 0-357,-8 3 139,-21 15-224,4 3 45,-12 11 0,-1 3-78,1 6-20,-1 8 0,3 1-20,8-5-5,9 0 0,5-1 5,10-10 34,25 13-11,-5-30 44,19-13 1,3-6-56,0-6-73,-12-4 1,5-6 0,-8 2 99,2-16 12,-8 0 0,-5-3-214,-10-13 242,-9 22 0,-3 0-12,-7-14-1410,-16 21 1,-4 5 1370,-4 7-27,-5 5 0,-2 6-339,-8 22 316,16-3 0,1 5 197,0 5 0,3 6-197,-2 14 0,4 2 0,7-13 0,1 2-117,5 5 1,1 5-1,2-5 117,4 18-71,7-2 1,4-1-249,10-2 319,15-12 0,12 6 0,-8-8 0,0 1 0,11 0 0,1 0 0</inkml:trace>
  <inkml:trace contextRef="#ctx0" brushRef="#br0" timeOffset="8901">15759 3823 19001,'-42'-26'777,"-1"0"1,1 1-1,-9 3 1,-4 4-1,6 8-665,5 8 0,0 9-874,-7 6 1,-5 6 0,7 1 786,15-3 1,3 4 2,-11 13 0,-3 7 0,9-3 262,13-10 0,4 2-296,-2 13 0,0 7 1,5-6-12,6 15-90,19 1 1,9-2-11,14-16-50,3-17 1,11 0-1,0-6-144,9-8 1,1-5 39,-11 1 0,1 0 1,3-3-3007,11-6 0,3-5 0,-8 0 2244,-13 3 0,-4-1 1,19-4-1,-9 0 1,-29 5-1</inkml:trace>
  <inkml:trace contextRef="#ctx0" brushRef="#br0" timeOffset="9086">16330 3703 25954,'-8'48'-13,"1"0"0,1 0 1,2 3-1,1-3-329,3 7 0,0 0-894,0-11 1,0 1 0,0 3 1235,0 10 0,-1 3 0,0-10 0,0 11 0,0-16 0,0 0 0</inkml:trace>
  <inkml:trace contextRef="#ctx0" brushRef="#br0" timeOffset="9503">15508 5963 21775,'3'-54'1056,"1"0"1,1 13 0,-6 5-474,-27-7-197,-19 29-290,-7 12-567,19 10 1,2 5 470,-12 16 0,19-1 0,3 5-73,6 11 1,4 3-696,2 3 0,4 2 577,1-1 0,10 1-662,11-13 0,9-1 0,2-4-2060,14 1 1,4-3 2912,-7-4 0,3 0 0,-4-4 0,16 2 0,-32-17 0</inkml:trace>
  <inkml:trace contextRef="#ctx0" brushRef="#br0" timeOffset="9836">16342 5963 25183,'-26'-44'112,"-1"0"0,7 3 0,13 8-112,54 20 5,-15 8 1,1 2 5,5 1 1,-1 3-12,26 5-26,-21 7 1,-3 7-507,-4 23 501,-16-6 0,-7 5-291,-19 2 0,-11 0 311,-10 7 0,-7-1-396,6-15 0,-3-1 0,0-2 412,-9 7 1,-1-2 10,4-6 1,-2 0 0,4-2-145,6-4 1,2-1 121,-8 8 1,8 0 165,23 2-587,49-13-279,1-14 1,8-4-1528,-4 0 1,5-2-1,-1-1 2233,2 1 0,1-1 0,-7-1 0,-2 1 0,-9 0 0,-6 0 0</inkml:trace>
  <inkml:trace contextRef="#ctx0" brushRef="#br0" timeOffset="10252">15781 8343 20117,'15'-57'1544,"-1"1"0,1 12 0,-12 6-1102,-42 11 1,-12 10-1300,-8 6 1006,14 7 0,-9 2 1,6 4-606,5 5 0,1 5 431,-17 5 0,3 4 14,24-3 0,5 4 95,0 8 1,4 6-119,8 6 1,5 3-18,0 2 1,4 2-324,7 10 0,7 0 144,6-9 1,10-3-950,14-5 1,11-2 0,-2-4-528,-1 1 1,3-5 1323,7-2 0,6-2 1,-10-7-1,-2-7 1,2-2-1</inkml:trace>
  <inkml:trace contextRef="#ctx0" brushRef="#br0" timeOffset="10802">16652 8514 21416,'-5'-4'2751,"2"1"-2494,3 3 90,0-63-195,19 36-122,-7-12 1,6 3-8,40 18-282,-25 12 1,2 3 274,3 1 1,-1 2-9,1 4 1,-2 3-15,-1 3 1,-3 3-7,-4 4 1,-2 2-5,13 27 164,-17 6-148,-18 2 12,-22 2-1,2-28 0,-4-1-11,-5 0 0,-2-2 28,-2-2 0,0-2 22,0-2 1,1-3 168,-20 6 134,11-11-34,15-9 290,10-7-475,17-10-123,2 4 6,10-5 17,22 6-23,2 4-11,-10 4 0,2 2-6,28 12 9,-23 4 0,-2 3-378,13 12 372,-16-3 1,-6 4-4,-7 20-8,-13-16 0,-6 2-23,-10 2 1,-8 2-411,-12 3 1,-8 2 0,1-4-884,0 0 0,-1-2 379,0-2 1,-3 1 0,4-4 950,4-7 0,6-4 0,-4 3 0,1-2 0</inkml:trace>
  <inkml:trace contextRef="#ctx0" brushRef="#br0" timeOffset="11253">15479 10884 19020,'0'-44'1303,"1"0"1,-1 0-1,1-2 1,-3 3-3493,-8-7 0,-4 7 2464,-3 14 1338,-30-10-1579,20 31-23,-30 15 11,5 24 0,17-4 1,-2 6-18,-1 8 1,1 6-2,10-4 0,0 4 0,3-2 154,-2 3 0,5 1-207,6 3 1,3 6-1,7-7-400,13-6 1,5-4 403,-2 10 0,8-3-67,17-8 0,12-8-181,-2-15 0,5-4 0,-1-1 61,-9 0 1,0 0-1,3-3-573,6-1 0,5-3 0,0-1-1,-2-3 594,4-4 1,-1-3-1,-6 2 1,-2 3-1,-4 0 1,-8-4 0,-1 0-1</inkml:trace>
  <inkml:trace contextRef="#ctx0" brushRef="#br0" timeOffset="11604">16583 10747 25651,'46'6'471,"-27"50"-443,-37-1-642,6-14 0,-1 5 0,3-3 631,3-6 0,3-1-17,-3 6 0,4 1 33,8-7 1,5-5 785,9-4-685,7 3 459,7-38-363,1-16-54,-5-4 1,0-2-369,11-14 332,-13 12 0,-3 1 965,-7 5-792,6-8-290,-16 24-23,2 8 33,-1 26-55,0 10 0,1 6-23,0 6 0,-1 3-434,2 4 0,-2 3 174,-3-10 1,-2 3 0,-1 2-2973,-3 9 0,-3 2 0,0-2 2462,3-13 1,-1-3 0,0 1 0,-2 3 0,-1 1 0,1-12-1,0-12 1</inkml:trace>
  <inkml:trace contextRef="#ctx0" brushRef="#br0" timeOffset="14743">7935 6587 14023,'-24'38'680,"-1"0"0,0-1 0,5 8 0,3 1 0,11-6-120,34 16-1566,0-15 0,5-3 1216,-5-14 1,5-5 234,20-1 0,7-6-189,-17-10 0,1-3 0,3-2-122,2-2 0,3-1 1,2-3-1,1-1-579,-4-1 1,0-1 0,2-1 0,2-3 0,2-1 507,-8 2 1,2-3 0,3-1 0,0-1-1,1 0 1,-1-1 0,-2 2 0,-2 0-197,3-1 1,-3 2 0,-1-1 0,0 0 0,3-1 0,5-3 162,-9 4 0,4-3 0,3-1 0,2-2 0,2 0 0,0 0 0,-1-1 0,-1 2 0,-3 0 1,-3 2-1,-4 1-270,15-6 1,-8 3 0,-2 0 0,2 0 0,7-3 256,-12 5 1,3-2 0,3-1 0,2-1 0,2-1 0,0 0 0,-1 1 0,-1-1 0,-2 2 0,-4 1-75,6-2 0,-3 1 1,-2 1-1,-1 0 1,0 0-1,2-1 0,2-1 71,-5 2 0,1 0 1,1-1-1,1 0 1,0 0-1,0-1 0,0 1 1,0-1-1,-1 1-4,5-3 1,1 0-1,-1 1 1,0-1-1,0 0 1,-1 0 0,1 0-1,-1 0-1,-1 0 1,0 1 0,0-1 0,-1 0 0,0 0 0,1 0 0,-2 0 0,1 1-6,-1-1 1,-1 1 0,0 0 0,0 0 0,-1-1 0,1 1 0,-1 0 0,0-1-2,-1 2 1,-1-1-1,1 0 1,-1 0-1,0 0 1,0 1-1,-1-1 1,1 0 0,4-2 1,-1-1 0,1 1 0,-1-1 0,0 1 0,1-1-1,0-1 3,-2 3 1,1-2 0,1 0 0,-1 0 0,1 0-1,-2 0 1,-2 2 0,-3 1 11,10-6 0,-4 3 0,-2 0 1,1 0-1,3-2-11,-5 3 1,4-3 0,2-1 0,0 1 0,-3 0 0,-4 4-1,-6 3 3,2-2 0,-6 3 1,3-1 93,9-7 0,6-5 0,-3 2 0,-11 7 1156,7-7-1085,-15 9 1,-9 4 1485,-22 17-1578,-5 2 2254,0 2-2361,-7 2 3178,1 4-3172,-5 2 6,5 1 5,-3 9-22,6-7-34,-4 12-223,2 1-398,2 0-213,1 0 896,5-2 0,-1-15 0,2 3 0</inkml:trace>
  <inkml:trace contextRef="#ctx0" brushRef="#br0" timeOffset="15628">7674 6731 15592,'-6'-5'-776,"1"2"551,5 3 468,0 0 372,84 15-204,-50-5 0,2 2-930,3-2 1,5-1 0,-1 2 913,0 2 1,-1 1 0,1-2-131,2-1 1,0-2 0,6 0-85,-2-2 0,6 1 0,2-2 0,2 1 0,-2-2-541,0 0 1,-1-1-1,1-1 1,1 0-1,2-1 442,-6 0 0,2-1 0,2-1 0,0 1 0,0-1 0,-1-1 0,-4 0-423,7 0 0,-4 0 0,-1-1 0,2-1 0,5-1 383,-10 0 0,4-1 0,3-1 0,2 0 0,0-1 0,0 0 0,-2 0 0,-3 1 0,-4 0-292,10-2 1,-7 1 0,-2 0 0,4-2 0,9 0 273,-17 1 0,6 0 0,3-1 1,3 0-1,2-1 0,2-1 0,1 1 1,-1-1-1,-1 1 0,-2 0 1,-3 0-1,-3 1-64,8-2 1,-5 1 0,-1-1 0,-2 1 0,0 0 0,2 0 0,1-1 0,4 0 56,-9 2 1,3-1 0,0-1 0,3 1 0,0-1-1,0 0 1,1 1 0,0-1 0,0 0 0,-1 0-1,-2 1 1,-1 0-1,4-1 1,-2 1 0,1-1-1,-2 1 1,0 0 0,0 0-1,-1-1 1,1 1 0,0 0-1,-1 0-4,1 0 0,0 0 0,1 0 1,-1 0-1,0 0 0,0 0 0,-1 0 1,-1 0-1,-1 1 0,-1 0 3,10-2 0,-2 0 1,-3 0-1,1 1 0,-1 0 1,3-1-1,2 1 3,-10 1 1,2-1 0,2 1 0,2-1 0,-1 1 0,0-1-1,0 1 1,-3 0 0,-2 1 0,-3 0-18,10-2 0,-4 2 0,-3-1 0,0 1 1,1 0-1,3 0-4,-4 0 1,2 0 0,2 0 0,1-1 0,-1 1 0,-1 1-1,-3 0 1,-4 0 127,19-1 0,-4 1 0,-5 0 0,-2 2-219,2 0 0,-3 0 1,-6 2 273,0 2 1,-9 3-1185,-2 3 1003,-50 14 0,5-11 0,-16 5 0</inkml:trace>
  <inkml:trace contextRef="#ctx0" brushRef="#br0" timeOffset="16227">7952 6845 16807,'55'18'96,"-1"0"0,0 0 1,1 0-1,-1 1 0,0 0 233,3 4 0,1 0 0,-3-1-1398,-12-5 0,-2-2 0,4 1 1255,7 1 0,6 0 1,1 0-1,-2-1-481,-9-4 0,-1-2 0,1 0 1,2 1 364,2 0 1,3 1-1,1-1 1,2 1-1,-1-1-36,-4-1 1,0 0 0,1 0-1,0 0 1,1 0 0,1 0-123,4 1 1,2 0 0,1 1-1,-1-1 1,0 0 0,-2-1 98,2 1 0,-3 0 0,1-1 0,2 0 1,4 1-108,-13-2 1,3 0 0,3 0 0,1 1 0,1 0-1,0-1 1,0 1 0,-3-1 0,-2-1 135,4 1 1,-3 0 0,-2-1 0,0 0 0,1 0-1,3 1 1,2-1-33,-6 0 1,3 1-1,2-1 1,1 1-1,2 0 1,-1-1-1,0 1 1,0 0-1,-2-1 1,-1 0 28,0 0 1,-3 0 0,0-1 0,-1 1 0,0-1 0,1 0 0,1 1 0,1 0 0,3 0 3,-4 0 0,2 1 0,2-1 0,1 1 0,1 0 0,1 0 0,-1 0 1,1 1-1,-2-1 0,0 0 0,-3-1 0,-1 1-40,6 0 0,-2 0 0,-2 0 1,-1 0-1,0 0 0,0-1 1,1 1-1,1 1 0,1 0-17,-2-1 1,3 1 0,1 1 0,1-1 0,1 1-1,-1 0 1,0 0 0,-3-1 0,-2 0 0,-3 0-1,-4-1-26,8 2 0,-4-1 0,-4-1 0,-1 1 0,0 0 0,4 2-494,1 0 1,3 2 0,1 1 0,0 0 0,-2 0 0,-3-1-1,-5-1 536,4 2 0,-5-1 0,-2 0 0,2 0 0,7 2 0,3 1 0,-3 0 0,-10-3 0,-12-2 0,0 1 0</inkml:trace>
  <inkml:trace contextRef="#ctx0" brushRef="#br0" timeOffset="16794">7582 6792 16667,'44'29'84,"0"0"0,-1 0 0,3 2 0,-1 1 0,-2 1 132,-6-1 1,-2 1-1,3 2-1347,3 1 1,4 2-1,1 1 1,-3-4 1249,1 1 0,-3-2 1,4 2 11,-5-4 0,3 2 0,1 0 0,0 1 0,-3-3-163,1 1 0,-3-2 0,1 0 1,2 2 146,0-1 0,1 2 1,1 0-1,2 2 0,2 0-104,-6-4 0,1 1 1,3 0-1,-1 1 0,0 0 1,-1-2-1,-2-1 23,4 3 1,-4-2 0,0 0 0,2 0 0,3 2-147,-2-2 1,3 2-1,2 2 1,2 0-1,-2-1 1,0 0-1,-3-3 174,7 5 1,-3-3 0,-1 0 0,1 0 0,3 2-19,-6-5 1,0 2 0,3-1 0,0 2 0,0-1 0,1 0 0,-1 1-13,1 0 0,1 0 0,0 0 0,0 0 0,1 0 0,-1 1 0,1-1-27,-6-3 0,1 0 0,0 1 0,0-1 0,0 1 0,-1-1 0,-1-1 0,0 0 8,5 3 0,-3-2 0,0 0 0,0 0 0,2 2 0,4 3 2,-10-6 1,2 1 0,4 3 0,1 1 0,1 0-1,0 1 1,0 0 0,-2-2 0,-2 0 0,-3-3 0,-4-2-10,15 9 1,-8-5 0,-1 0-1,1 1 1,7 4-6,-15-9 1,5 3-1,2 2 1,2 1-1,1 1 1,1 1 0,0-1-1,-2 0 1,-1-2-1,-3-1 1,-4-2-6,9 6 0,-3-2 1,-4-1-1,0-2 0,1 2 1,2 2-17,1 0 1,2 1 0,0 1 0,1 1 0,-1 0-1,1-1 1,-1-1-123,-1-1 1,-1 0-1,0 0 1,0 0-1,0-1 1,1 0-1,-1 0 142,2 1 0,2 1 0,0 0 0,-1-1 0,-1-1 0,-2-1 0,-4-4 0,6 6 0,-4-3 0,-1-2 0,-1 0 0,-4-5 0,0 0 0,0 0 0,0 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3893A-8B1B-F657-989C-CCD6B2F4A8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5F9D9D-82BD-A926-698F-0B304651D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49E77-C829-737B-B480-F9EA7CE31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B459C-7A62-B2F9-36B5-864C4D342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A6E88-13B0-4E1B-62F2-FC84498E6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41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12605-993F-B7AF-747D-3BDA6A918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AAD9-10E1-DC8C-95A6-6387D2E5A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059EA-3302-CB4F-5705-6CC17E9A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64DCBA-FEA9-9279-3D5B-3F50463B1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05F0C-5D87-3602-0F26-656CF5171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499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553C-DF6A-1249-7DC2-33C307DF0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EEDB6-40E0-29F3-BB15-0F69482276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7E960-81BD-864E-E87E-2ABB37F7A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2604C-679B-1DB1-A523-CE4F4ED42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FCCF0-9E7D-1CF1-F137-C1CF13658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694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5C037-3BAA-D8E1-5311-CEFD94880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11FE6-685E-C0AE-2818-357367D507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2FB39-96C6-9A81-2CCA-0A4C3D0361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98C01C-8458-CA51-F9A0-310425A14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E079F3-42C0-262E-0829-72FFFFD77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F7F75-3517-DD04-2DD4-3E14023E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71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1E1D9-4F39-DC47-41EB-C43A547CC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2ADA9-619F-1D3D-9923-6423CF6EA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3920B3-134D-68AF-4224-1C7679678D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7CDDD3-2BB9-A2BF-4E91-76E8DB3D6D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9E7E23-DCC7-5F93-0346-CACE50C97A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B110BC-D426-9AA4-3C2A-A5FB2433D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50BC59-D301-684B-B196-996A7762D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4E2CE8-BF0B-A748-CCBE-55D7D22FD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853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35CF1-CFC1-07F1-BB2A-24A03B408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D3CA29-BB76-3620-DB55-454498012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CB0A6F-983A-2ECB-B962-79338E76C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097CB-E732-FFD5-8506-063D49880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010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3E525F-E264-103A-96FA-3F26702E1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5D2481-AC92-1B15-156A-8664A65A9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A8629-89A9-3B75-FB01-42E1D805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42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F3F5D-5A2D-CE65-970B-03334C614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1C152-6277-9199-4E74-B38D6D983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CDDA6-3C87-A0F3-27A2-D005396A8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C01F9B-CA89-13C5-0804-13359769B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119EB3-7E48-318C-A852-47B26F257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1A47A2-5365-D6B1-ADE9-FC94E2E12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27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9329-2A72-7F87-6AA8-55EDCC2E9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C70413-83AF-8B74-5501-740FE5C353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E51CFB-B8AE-F284-88AD-B6CC642538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0F8846-3367-CDC0-EF0E-C6365DCB7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D4FAE9-17F1-5588-E0E8-EE9888454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5EE15-25F2-B89F-3171-CB2E62908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768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6D3F5-30BC-B447-7D1F-C6E34ABAB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A9003B-ED59-29B0-AEF8-C05F9B88C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B7D4A-FB8B-3B59-FF0B-A2074DE64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84A40-BD5C-633F-C087-245E8812D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F4AC28-F6BD-7279-3603-B7247AA6F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489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13A1F1-DA29-C95F-B50B-9CCDDDD5B8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4988AE-0577-D7B9-68DA-D767BE8BCB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673C5C-9917-7FAC-747C-3A8BD524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CCF921-B801-FA78-3AE2-86557B354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44F76-99DB-43ED-6525-A20757B41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621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3BDBCF-8B47-2DB8-1AE4-D2A859F1F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5DDF6-7F71-878D-8CD9-4C49E8DC5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F45794-1709-0123-ED66-A2AA62D84D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BD67F4-909B-6649-B1E1-2A08A79B9B77}" type="datetimeFigureOut">
              <a:rPr lang="en-US" smtClean="0"/>
              <a:t>1/16/26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80535-59E2-9DDB-109A-91EB1980F3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C21C2-B263-EB99-4A12-921DC5A3F9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EDA918-46CF-7D48-868D-C75F2A41AA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18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blue and white background with black text&#10;&#10;AI-generated content may be incorrect.">
            <a:extLst>
              <a:ext uri="{FF2B5EF4-FFF2-40B4-BE49-F238E27FC236}">
                <a16:creationId xmlns:a16="http://schemas.microsoft.com/office/drawing/2014/main" id="{335A2CC0-392A-34BB-4ADC-CAC4E0535B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300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B1734-A100-E0D3-2697-57DB5E206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543701E-981F-B32C-B163-086490FE67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1D7D63D6-E8C2-CBBF-91E7-33F595F0C6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AC88220-C65A-6C93-BD40-EE3C2457D2DC}"/>
                  </a:ext>
                </a:extLst>
              </p14:cNvPr>
              <p14:cNvContentPartPr/>
              <p14:nvPr/>
            </p14:nvContentPartPr>
            <p14:xfrm>
              <a:off x="446040" y="764280"/>
              <a:ext cx="7647840" cy="46857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AC88220-C65A-6C93-BD40-EE3C2457D2D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6680" y="754920"/>
                <a:ext cx="7666560" cy="4704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08611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8386EC-6038-FEEB-7A17-A40B6FD5B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08D668-B5EA-35B3-7B73-F7787AE135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B1A43490-A72E-1BE7-647B-FF7A8318D2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3D4ED34-90F0-AC0A-210B-EB4935BA309B}"/>
                  </a:ext>
                </a:extLst>
              </p14:cNvPr>
              <p14:cNvContentPartPr/>
              <p14:nvPr/>
            </p14:nvContentPartPr>
            <p14:xfrm>
              <a:off x="604440" y="524880"/>
              <a:ext cx="9738720" cy="49838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3D4ED34-90F0-AC0A-210B-EB4935BA309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5080" y="515520"/>
                <a:ext cx="9757440" cy="500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3548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5C531E-98C7-0B4E-ABE3-76ECD5DB0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CD8E38-C11D-B81D-9403-DD8626D40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CF1F2252-88D6-AD35-79FA-57E10527E2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4C60AEF-5D68-DFD8-016B-0402AAA82FA3}"/>
                  </a:ext>
                </a:extLst>
              </p14:cNvPr>
              <p14:cNvContentPartPr/>
              <p14:nvPr/>
            </p14:nvContentPartPr>
            <p14:xfrm>
              <a:off x="1015920" y="1313640"/>
              <a:ext cx="5197680" cy="39358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4C60AEF-5D68-DFD8-016B-0402AAA82FA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6560" y="1304280"/>
                <a:ext cx="5216400" cy="3954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78487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9A41A-A1DF-37BC-BC85-05BF6AB2F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1B6D84D-4E19-0733-7226-96E92579E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0DC7B3E0-92A4-77FD-8F6E-6F4A6FA667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755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465088-0747-CEE8-12E6-F912E6D35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8C3B417-0749-2D57-185B-17213BBA6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ED174A0C-2EC2-5B9D-CB95-D9C3054684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928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EE439C-EE58-60EE-932A-9D307B0D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3C7BDC-0513-4F05-1C51-3C5609766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87375E30-F6FF-F87F-7C36-965A40FD7B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337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B82D59-1669-9883-C9CD-F1476CC79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CF9288-21F3-8C92-C613-886C17C862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25C8D9E6-5E49-9DDC-3F1D-2DBBCD9F84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639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83F3D-A2D5-BE63-7E02-01B341F7A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6CD9D1-6701-B786-FDBD-ADBDC3AC3D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38F5D0C7-0636-D54F-4022-D2860BE8DE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846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6DBACB-6FD0-8531-5C68-385DECA91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9A940FD-272C-A9BF-9D7F-227EAE6996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31953237-37FA-3703-1CD1-D009C66182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4971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B55855-6042-E737-FECA-050B1456A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EEDF5A5-66C3-D0E9-3111-AEA01AE85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9A110CC4-BB14-4B49-6390-5DF3260ACD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675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4E0A54-960D-C121-B9D8-434633918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0E3431B-FDAB-BCB6-0681-E00DF6DB8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E614FE43-4D8E-890B-DF51-5A9A8C2B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053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B5DB81-51A0-3E0B-FE40-5B56CED3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1606B8-0E1A-D244-678A-1AF25A31D4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725836AD-C176-D117-C453-0CDDFE01FB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401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39C9ED-DADC-5F12-47E4-6FD952656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6D18369-4684-0A9D-42D3-187A75FFD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77AC9CE4-2435-BEFA-B6C0-7BD5C8B8A6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1064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EC3A3D-E98D-91F9-5A98-3BE03E7E5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326D2F8-FA20-CDD2-3A7F-004175749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white and blue gradient&#10;&#10;AI-generated content may be incorrect.">
            <a:extLst>
              <a:ext uri="{FF2B5EF4-FFF2-40B4-BE49-F238E27FC236}">
                <a16:creationId xmlns:a16="http://schemas.microsoft.com/office/drawing/2014/main" id="{0B7D3F65-9C2B-BE22-B66C-222C36E610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797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0</Words>
  <Application>Microsoft Macintosh PowerPoint</Application>
  <PresentationFormat>Widescreen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365</dc:creator>
  <cp:lastModifiedBy>Office 365</cp:lastModifiedBy>
  <cp:revision>1</cp:revision>
  <dcterms:created xsi:type="dcterms:W3CDTF">2026-01-16T10:18:50Z</dcterms:created>
  <dcterms:modified xsi:type="dcterms:W3CDTF">2026-01-16T13:58:45Z</dcterms:modified>
</cp:coreProperties>
</file>