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47:57.7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6848 7015 7985,'-7'-1'4968,"1"1"-4867,6 0-196,0 0 795,-6-4-370,11 3 589,24-6-263,32 1-522,-20 2 0,3 1-374,8-2 0,-1 1 282,-13 2 0,-1 0-6,2-1 1,0 2 13,3-1 1,2 1-1,5-1 1,3 1-416,-8 0 0,2 1 0,2-1 402,11 0 1,2 1-1,0-1-913,-7 1 1,-1 0-1,-1 0 881,-1 0 1,0 0 0,-1 0 9,-4 0 0,-1 0 0,0 0-295,1 2 0,0-1 0,0 1 280,2-1 0,0 1 0,1 1-8,7 1 1,1 0 0,1 0-27,1 2 0,1 1 1,0 0-1,-7 0 1,-1 0-1,3 0-35,-1 1 1,5 0-1,0 1 1,-4-1-433,4 0 1,-3 0 0,0 1 489,-1-1 0,-1 0 0,-1-1 14,-2 0 1,-1-2 0,-3 1 95,8 0 0,-1-1-79,-11-1 1,2 1 0,-2-2 37,16 1 1,-2-1 555,-2 0 1,-2-1-582,-2-1 1,0-2-21,-8 0 0,1-2 0,-2 1-13,3 0 0,-1-1 2,-1 0 0,3-1 0,-3 0-11,3 0 1,1 0 8,0 1 0,4 0 0,-1 0 5,-7 1 1,-1-1 0,1 1-140,7-1 0,0 1 1,-3 0 135,-1-1 1,-1 1 17,18 0 0,-1 1 783,-22 0 0,0 0-792,15 0 1,-1 1 24,-15 0 0,-2 0 0,-2 0 1,-2 0 14,29 0 546,-4 0-581,-7 0-72,-5 2 461,-5 0-405,-6 5 0,-16-4 0,-5 2 0</inkml:trace>
  <inkml:trace contextRef="#ctx0" brushRef="#br0" timeOffset="3267">12016 5406 22113,'29'-38'623,"-1"1"0,1 0 0,12-6 0,5 1 0,-4 10-1089,-10 16 1,1 2 510,21-10 0,8-5 1,-6 3-588,-14 6 0,1-1 457,3-3 1,9-3-1,0-1 1,-4 2-531,-5 2 0,-4 0 0,2 1 468,7-5 1,2 0 0,0-1 5,1-3 0,0 0 0,-6 2-228,-6 2 1,-2 1 276,11-10 0,-7 0 226,-13-5-366,-27 14-46,-47 7-3,-12 15 293,21 2 0,-3 3 173,-14 3 1,1 2-134,18-1 0,0 0 69,-11 0 1,3 0-195,1 0 1230,14-3-1026,19 0 2331,10-2-2331,15-1-89,22 0-30,-1 0-5,3 2 0,3 2 96,-11 2 1,1 0-192,18 3 1,1 1-327,-10 4 0,-2 2 323,-9-3 0,-1 3-118,6 10 0,-4 5-600,-4 15 359,-13-10 0,-6 4-2476,-19 7 1,-7-1 2900,3-9 1,-1-1 0,-3-2 0,1-4 0,1-4 0</inkml:trace>
  <inkml:trace contextRef="#ctx0" brushRef="#br0" timeOffset="5258">14583 4240 15821,'-18'-44'1079,"1"0"0,1 2 1,3 12-772,9 23-224,2 4-67,0 0 2334,2 3-2166,-1-1 169,0-3-141,-1-1-1,1-4-100,0 2 303,0-6-79,0 4-28,1-1-140,0 4-224,0 5 33,0 10 29,0 1 22,6 35 0,3-2-22,3 11-1,1-11 1,2-1 5,3 8-6,-4-15 1,-2 0 5,5 6 6,-9-16 0,1 3 11,-5-11 134,-1-8 432,-2-5-538,-10-20 6,-12-18-40,-1-2-163,4 5 0,-1-2 169,-8-21-287,11 17 1,1-1 269,3 1 1,2-1-10,3 2 1,2 1-3,3-28 6,4 18-130,14-4 96,4 22 11,15-7-5,6 16-6,9 7-17,6 6-17,4 11-10,-5 9 10,-11 14 335,-18 11-262,-30 10-11,-9-22 0,-7-1 17,-9 3 0,-4-1-100,-6 1 1,-2-2 87,0-2 1,1-3 11,4-3 0,2-3 114,-15 6-120,22-12-22,16-7 11,14-3 22,14-1-22,19 0-11,4 0 0,2-1 8,-10 1 0,0 0-78,23-2 0,1 1 84,-18 0 0,-1-1-6,9-1 0,0-1-3,-5 0 1,-1-2 13,-3-1 1,-2-1-58,-3-1 0,0-3 60,-2 0 0,-1-2-17,23-16 12,-10 0 33,-12 2-5,-12 3 22,-10 4-34,-11 5 1,-5 3 877,-7 7-911,-2 2 110,-1 5-138,1 7 44,2 5-16,6 7-34,4 4 45,5-3 12,13 10 10,19-9-11,0 0 6,25-9-11,-8-11 5,12-8 17,-7-6 5,-11-7 35,-15-5 27,-14-2-22,-14-2-50,-15-2 10,-14 2-5,-24-1-39,13 12 22,-21 3 0,23 11-22,-8 7 11,10 5-33,9 7-7,13 4-4,9 4 16,9-5-119,22 9-54,8-11-169,25 2-36,-19-13 0,-1-4-303,18-3 513,-15-3 0,-2-2-56,9-11-3044,-3-1 3329,3-12 197,-26 3-124,-1 1 118,-15 2 28,-12 12 267,-1-1-363,-6 3 3376,-1 5-3476,2 2-95,2 3 6,4 5 44,4 7 0,8 9 0,0-1 17,24 12-3,2-17 1,4-2 4,-1-1 1,0-1 28,7-2 0,-2-4 114,9-11 1,-23-9-23,-7-7 0,-8-7-44,-5-5 0,-16-12-74,-4 8-16,-6 3 17,-4 10-34,7 11-39,0 2-208,7 6-543,5 5 308,5 4-1915,9 6-4431,11 5 6828,5 0 0,-6-4 0,-7-6 0</inkml:trace>
  <inkml:trace contextRef="#ctx0" brushRef="#br0" timeOffset="5517">16393 3523 20811,'-21'-42'1437,"0"0"1,-2-1 0,3 9-1045,7 21-304,-2-2-100,10 12-34,4 8 57,2 13 4,8 21-8,3-2 1,2 2-12,-3-9 1,0 1-377,10 17 0,2-1 292,-4-15 0,1-2-90,4 7 1,3 0-454,6 1 0,-1-2 271,-9-12 1,-1-2-760,6 6 1,0-4-6757,10-1 2877,-7-5 4997,0-8 0,-23-10 0,-2 0 0</inkml:trace>
  <inkml:trace contextRef="#ctx0" brushRef="#br0" timeOffset="5874">16423 3840 18341,'-47'-16'1619,"0"0"0,3 2 0,13-1-1406,30 5-174,15-5-34,19-1-8,4 6 1,4 0 2,20-3-12,-12 4 1,-2 2-11,-2 1-2180,-1-3 1,-1-1 2156,-6 0-701,1-5 0,-1-2 751,-15 0 23,13-18 39,-23 12 57,-3-6 172,-17-1 2953,-15-1-2773,2 8 3370,-5 3-3852,18 15-55,3 7 61,5 5 17,10 24-12,3 3-50,12 21-22,-5-14-925,0 1 1,-2 0-1106,-2-6-1460,-1 1 1,0-1 3556,-7-16 0,-2-3 0,-2-10 0</inkml:trace>
  <inkml:trace contextRef="#ctx0" brushRef="#br0" timeOffset="6067">16745 3263 19652,'33'21'-1296,"0"1"0,-4-3 1,-4-1-1,5 8 0,-16-12 1</inkml:trace>
  <inkml:trace contextRef="#ctx0" brushRef="#br0" timeOffset="6868">17102 3439 23937,'14'5'101,"19"31"-90,-16-9 0,13 21 51,-13-15-34,-7-8 5,1 6-5,-7-19 437,-3-5-6,0-7-263,0-8-111,-1-12-18,0-17-5,6-13-29,-1 6 3,7 9 1,3 1-14,11-9-15,-6 14 0,3 1-30,16-3 0,-1 15-23,-2 11-11,-5 18 5,-2 14 23,-8 3-39,2 22-54,-10-21 1,1 0 2,9 21-1802,5-12 0,1-5 1730,2-9-500,9-5 1,2-4 572,-4-10 33,-2-5 0,3-5 44,-7-8 1,-2-5 39,1 0 0,0-3-100,2-7 1,-3-3 130,-10 3 0,-4-1 59,8-28 2924,-13 5-2807,-10 9-106,-7 15 90,-13 7 1290,-16 13-1420,7 3 12,-13 8-62,23 7 418,2 9-406,10 12-12,11 2 11,18 9-16,9-14-1,4-4 7,13-13 32,1-16 7,-4-8 22,-6-15-23,-25 1 45,-9-15 28,-8 4 24,-5-9-58,-1 13 298,-5-5-96,5 20-101,-2-2-139,5 13-23,1 7-28,2 13 22,1 18-5,2 28-17,2-16 0,1 3-699,2 9 0,2 4 695,-1-17 0,1 2 1,2-1-18,2 1 0,2 0 1,2-1-517,3 0 1,2-1 0,2 0 300,1-3 1,1 0 0,0 0-223,-1-3 1,-1 0-1,-2 0-1125,4 15 0,-8-1 1583,-14-1 0,-6-4 0,0 6 0,-18-13 0</inkml:trace>
  <inkml:trace contextRef="#ctx0" brushRef="#br0" timeOffset="8691">6876 6913 6775,'1'-10'6800,"0"2"-5915,-1 8 1899,0 0-3552,-9-39 522,7 30 610,-1-17-101,15 43-3481,10 15 3279,-2-6 57,7 7 117,-1 3-2425,-7-11 2319,-2 3 537,-14-21 758,-2-3 2317,0-2-3030,-5-7-577,-3-6 50,-5-7-14,-2-8-51,3 4 3514,-4-20-3393,5 10 137,-5-18-137,7 24 91,-3-1-182,7 18-63,-3 1-406,5 6-88,0 5 754,2 8-199,1 10-54,3 14-19,1-1 12,1-3 5,2 9-263,-1-13-4199,6 17 4284,-1-17 0,-3-8 0,-3-9 0</inkml:trace>
  <inkml:trace contextRef="#ctx0" brushRef="#br0" timeOffset="9834">11933 7083 18207,'56'-26'908,"-11"7"-743,-10 16 0,-1 3-75,4 0 10,7 2 1,1 2-1397,12 4 1321,-25-3 1,3 0 137,13 4 1,-1 1-89,-12-5 1,-1 0 19,12 1 0,-2 0 359,15-3-135,-30-5 903,10-21-931,-21 7 263,19-28-22,-20 9-39,2-12-101,-9-2-95,-5 1-107,-9 5 158,1 13-275,-4-2-118,2 17-627,-1 0-2501,3 11 3173,0 9 0,2-2 0,-1 3 0</inkml:trace>
  <inkml:trace contextRef="#ctx0" brushRef="#br0" timeOffset="14597">14222 6356 14135,'-52'2'753,"0"-1"0,0 0 1,-1 1-1,3 1-513,0 0 0,9 0 54,17 2 106,32-3-10,31-1-289,-3-2 1,5-2-828,15 0 0,5-1 759,-14 0 1,2 0 0,2 0-475,4-1 1,1 0-1,0 0 419,0 0 0,0 1 0,1 0-50,3 0 1,1 1 0,-4 1-92,5 0 1,-4 3 69,-6 1 1,-8 3 64,-14 6 89,-38 12-10,-34 5-26,5-8 0,-7 2 110,-10 3 1,-4 1-91,16-8 0,-2 0 0,0 1 237,1-1 1,1 0 0,0 1-263,-14 7 0,3 0-37,12-5 0,5 1 115,-6 11-31,65-16-73,4-13 3,5-7 1,4-3-396,2-7 1,1-2 414,6-3 0,3-3-3,-6 3 1,1-1 0,0-2-75,0 0 0,0-1 0,-1-1 103,-3-1 0,0 0 0,-2 0 41,11-12 0,-5 0 277,-10 1 0,-6 2-204,4-17 280,-28-10 136,-34 19 136,-11-1-280,-7 17 1127,1 14-1107,21 8 938,1-1-1330,15 5 637,14 16-696,4-3 21,16 27-25,4-3-48,-6-4 0,0 2-90,8 15-419,-13-10 1,-5 2-1196,-10-7 1,-5 0 1099,-1 6 0,-1-2 1,-5 14-1,-1-22 0</inkml:trace>
  <inkml:trace contextRef="#ctx0" brushRef="#br0" timeOffset="15970">16313 6221 14157,'-1'-6'5619,"1"1"-4872,-1-30 1,2-6-194,-1 15 48,1-23 1,1 2-38,1 29-279,1-3-252,-3 14-74,1 10 68,0 12 0,1 4 11,-2 10 1,0 5 16,-4 27-501,0-17 1,-1 2 452,-2-8 1,-1-2-1538,-1-2 1,0-2 1539,-5 13 34,0 2 5,7-27 264,1 2 140,7-19 318,2-9-649,9-14 17,12-22-84,3-9-22,1-2 2,-11 17 1,0 1 3141,10-12-3167,-11 19 1,0 0 27,15-11-17,-7 19-33,9 2 92,-4 12-45,12 18-1,-15 1-9,7 9-98,4 10 26,-14-11-181,19 22-243,-21-14-1227,3 15 732,-11-15-1014,-2 6-540,-6-22 2064,6-6 429,5-15 78,0-5 564,19-29-181,-17 17 519,1-5 1,-2 0-315,-6 5 794,4-18-907,-13 27-376,-3 1-22,-3 13-90,-3 12 62,-2 24-17,4 18-17,9 9-45,5-7 17,7-15 1,4-1-18,4 11-302,-7-16 1,-1 0 291,1 3-1,-5-6 17,-4-2 22,1 3 191,-6-13 257,-1-7-162,-3-14 341,1-10-593,-6-11-12,-4-14 7,-8-10-29,-6-7-268,10 24 1,-1 1 239,-1-3 1,0 1 5,0-1 0,1 1 11,-7-19 28,11 17 1,4 1 0,6-6-29,11-13-28,18 23 17,17 9-28,14 7-174,-25 9 1,1 3 164,1 3 1,1 3-17,4 5 0,-2 3-3,11 8 445,-3 20-450,-39-9 27,-15 10-3271,-24-2 3282,4-21 1,-3-3-26,-5 0 1,-2-2-158,-2-2 0,0-2-140,1-3 1,2-2-496,-15 2 868,10-14 1,28 4 0,1-5-1</inkml:trace>
  <inkml:trace contextRef="#ctx0" brushRef="#br0" timeOffset="16613">17784 6002 18268,'-5'0'4325,"2"0"-3283,3 0-947,19 19 6,-3 3-57,12 10 68,-3 17-39,-13-17 39,2 13 39,-11-16 23,-8-6 22,-2-5 67,-5-7-106,3-6 208,-5-8-209,4-8-32,-3-10-24,4-11-21,3-12-51,3-7-17,5-3 23,3 5-6,4 8 5,9 8-33,-4 14-17,12 5-11,1 11 12,16 9 21,-4 2-19,-4 6 0,0 3-409,15 11 403,-16-7 1,-2 1-15,10 16-5,-18-3 39,-12-2 17,-15-8 5,-5-9 28,-5-8 1,0-10 350,1-11-373,2-12 5,3-12 1,5-7-12,10-3 1,9 1-6,12 6-29,6 6 24,7 10-18,4 8-5,3 9 0,1 12-23,2 9-16,-3 13-180,-3 10-403,-9 9-1786,-14 12-1656,-19-24 0,-4 0 4075,-7 28 0,-2-21 0,1-18 0</inkml:trace>
  <inkml:trace contextRef="#ctx0" brushRef="#br0" timeOffset="17153">19800 5969 17748,'0'-46'1510,"0"1"1,0 4-1,0 8-670,0 13-364,0 8-448,1 2-11,4 16 0,2 13-6,3 5-28,2 23-112,-6-15 1,-2 2-836,1 9 1,0 1-457,-1-7 1,-1 0-668,0-3 1,-1-3 2086,0 3 0,0-16 0,-1-3 0</inkml:trace>
  <inkml:trace contextRef="#ctx0" brushRef="#br0" timeOffset="17497">20016 5528 16103,'-17'40'157,"1"0"0,1-8 1,8-2-3502,29 12 3490,-5-24 1960,30 10-1473,-21-22 953,10-8-1008,-16-11 561,-6-18-797,-8-2-202,-7-1 3487,-11 2-3431,-5 12-50,-8-4-62,-2 9-101,-1 6-67,8 5-2683,-8 16 2767,13 2 0,-1 2 0,10-5 0</inkml:trace>
  <inkml:trace contextRef="#ctx0" brushRef="#br0" timeOffset="19420">21177 5746 22481,'51'-33'62,"9"18"-46,-26 32 1,-1 9-717,1 0 0,-1 1 689,-2 2 0,-4 0-6,-5 1 0,-4 0 440,2 28-434,-16-17 214,-31 10-197,-7-26 39,-18 4-12,17-22 96,-2-32 17,26-9 61,3-27-118,14 29 1,3 1 179,4-4 1,2 2-245,4 0 0,3 1-31,3 2 1,0 2 0,20-12-37,-16 20 0,3 3-297,3 4 0,2 3-538,1 1 1,1 2-2018,7 2 1,-2 3 2073,16 8 0,-24-1 1,-17 0-1</inkml:trace>
  <inkml:trace contextRef="#ctx0" brushRef="#br0" timeOffset="20170">21992 5799 21607,'34'13'936,"1"-5"-841,3-16 6,1-5-6,-2-6-11,-3-4 28,-10-5-17,-7-3 11,-9-1-5,-11 0-17,-10 6-17,-3 8 113,-24 3-24,9 9-44,-17 0-89,13 11-1,5 5-16,6 13 5,7 9 34,8 22-45,8-14-14,4-8 0,3-1-3412,13 12 3398,2 0-25,0-15 0,3-1-238,16 3 210,-10-9 0,3-4-81,28-1 94,-28-12 1,0-4 30,3-3 1,0-4 36,0-2 0,0-3 31,-1-4 0,-1-2 5,-4 0 1,-2-3 52,15-22 35,-15-2-35,-14 2-5,-13 4 17,-11 6-56,-3 11 28,-22 3-23,3 15 3304,-16 6-3337,7 11 0,5 16 0,14-6 255,9 12-272,11-17-23,11 19 18,3-11-12,10 7 6,3-12 28,4-9 11,7-11 5,7-13 12,4-11 45,0-11 33,-8-5 17,-10 1 129,-12-4-157,-9 17 100,-5-2-38,-5 18-84,-2 1-79,-1 4 1,1 4 4,0 7-16,0 7 6,2 10-6,4 6-113,6 7-234,7 3-706,7 4-3237,5 0 4290,-3-9 0,-9-13 0,-7-12 0</inkml:trace>
  <inkml:trace contextRef="#ctx0" brushRef="#br0" timeOffset="20912">23365 5634 21607,'-46'-24'214,"0"-1"1,5 4 0,7 11-181,15 22-6,6 15-11,3 9 0,4 9 13,4-8 1,2 0 14,2 10-28,5 16 67,14-30 39,17-3-45,-8-14 1,5-3-917,8-3 1,1-4 873,-6-1 0,2-4 55,1-5 1,3-3 0,-3-1-303,2-2 0,0-4 299,-3 1 0,1-2 0,-3-2 35,5-6 0,-6-3-28,-4-3 0,-4-2-42,-6-4 1,-4-2-29,-5-4 0,-4-2 0,-3-3 1,-4-2-4,-5-2 0,-3 0 48,-3 0 0,-2 1 67,-4 3 1,-1 3-177,2 11 0,-1 1 288,-4-1 1,-2 3-2432,-2 0 2216,-2 1 1070,14 18-1132,7 32 28,2-3 522,-1 41-531,2-4 1,0 2-624,1-17 0,0 1 629,-1 19 0,2 0 0,0-20 0,1-2 1102,0 1 0,2 0-1203,2 9 0,3 0-140,0-6 1,3 0-586,5 1 0,2-3-101,7 11-490,-8-23 1,2-4-5168,3-7 6587,3-4 0,-11-9 0,-7-5 0</inkml:trace>
  <inkml:trace contextRef="#ctx0" brushRef="#br0" timeOffset="21063">23668 5658 15261,'-6'-3'4963,"1"1"-3435,5 2-1634,63-40-107,-27 29-1032,16-11 0,5 3 1245,-19 17 0,-3 3 0,17-1 0,-9 0 0</inkml:trace>
  <inkml:trace contextRef="#ctx0" brushRef="#br0" timeOffset="21353">24341 5594 17708,'-6'0'3591,"1"0"-1675,5 0-1536,87-12-88,-41 5 49,16-4 1,-2-1-236,-26 5-22,-4-3 28,-28 10-112,-1 0-207,-7 2-622,-3 4-4655,-5 5 5484,3 2 0,4-5 0,4-3 0</inkml:trace>
  <inkml:trace contextRef="#ctx0" brushRef="#br0" timeOffset="22963">25028 5497 16532,'-3'-4'5539,"1"0"-4647,2 4-775,19-49-61,11 39-37,-4-11 1,2 3-12,3 24 1,0 8-12,0 1 1,0 3-4,-3 1 0,-1 2-8,-4 2 0,-3 2-19,5 26 10,-18 1 18,-12-13 22,-30 3-1,2-23 1,-17 1 45,13-18 67,10-13-1,13-11-21,12-11-40,17-7-50,16-1-6,19 4-196,-18 20 0,2 2 182,4 1 0,1 3-324,3 1 0,0 2 321,0 0 1,1 1-1,-3 2 1,0 0-199,-1 0 0,-2 1 193,-3-1 0,-1-1-27,24-6 77,-13-2 337,-14 0-353,-16 4-23,-10 3 641,-12 5-630,-17 3 0,4 2 464,-16 7-475,11 5 50,-4 8-16,7 5-28,9 3-18,7 2 24,16 2-1,10-3 70,33-10 0,9-6-39,-27-7 0,-1-1-146,27 3 0,-3-6 255,-12-14 12,-20-8-18,-3-7-44,-14-7-56,-16-6 0,-12-2-6,-14 1 23,-11 5 38,-3 7-49,1 9-23,5 9 225,12 8-293,9 9 35,10 7-18,9 8-61,15 6-140,13 4-123,1-13 0,3 0 33,15 8-241,-8-11 0,0-3-100,14-2 397,-19-7 0,1-2-236,27-6 416,-5-8 167,-8-10 74,-10-7-51,-14 5 314,-6-14-73,-12 11 78,-1-8 410,-9 13-516,-2 7-21,-3 5-248,-2 6-17,1 9-17,3 7-10,4 9 4,8 6 18,7 4 5,12-1-3364,21 3 3353,-11-14 42,21 1 37,-17-17 49,6-2 7,-4-9-6,-6-8-1,-9-7-21,-8-6 3311,-9 4-3328,-13-16-74,-7 12-16,-12-9-28,-3 12-34,4 8-173,8 6-297,8 6-3730,31 7 61,-5 0 4173,26 3 0,-28-3 0,0-2 0</inkml:trace>
  <inkml:trace contextRef="#ctx0" brushRef="#br0" timeOffset="23220">27097 5164 23147,'-5'-46'679,"0"0"1,1 4 0,0 10-568,1 20-112,0 10 28,-2 18-23,-2 18-10,-2 22-4,5-20 1,0 1-247,2 4 1,0 1 192,1-1 1,2 1-60,2-2 1,2 0-98,1-4 0,2 1-1995,6 3 0,1-2 1558,8 12-247,-5-19 0,3-2-8117,15 6 9019,-6-6 0,-5-8 0,-17-16 0</inkml:trace>
  <inkml:trace contextRef="#ctx0" brushRef="#br0" timeOffset="24005">27043 5456 21332,'58'-16'-309,"-1"0"0,0 0 0,-4 0 0,-1 2 0,-7 7-27,13 21-28,-11-4-354,-12-3 158,-5-3 437,4-1 414,-14-4-128,-7 0 195,-11-3 589,-9-4-521,3 1 873,-12-5-521,5 7-206,-5-2-393,6 5-5,0 1-101,4 4-45,1 0 112,6 15 22,9-6-67,3 5 107,14-7-3353,13-7 3207,-7 0 50,18-9-50,-28 2 185,17-16-118,-21 1-28,4-17-72,-17 13 22,-18-17 3352,1 25-3352,-23-12 11,1 18-17,-14 1-28,-3 11 1,16 4-1,-1 13 0,20 4 6,3 8-17,6-5-3370,27 29 3376,-4-29-1,15 7 1,8-1-1138,-8-16 1,0-3 1131,7 6 0,2-2-767,12-1 0,-2-4 773,-1-2-334,1-4 0,-3-5 361,-17-6 1162,14-8-1094,-31-5 1683,-7-8-1750,-4-11 2548,-11-8-2577,-1 7 74,-12-18-12,8 18-22,-2-6-727,7 0 732,6 26 12,2-11-29,9 22-10,6-1-1,10 5-16,10 2 22,24 11-23,-4 6 1536,-21-5 0,0 3-1541,15 15-11,-15-4-28,-1 8-124,-12-3-2296,7 24-1775,-10-15 3412,1 11 0,-13-35 0,-1-1 1</inkml:trace>
  <inkml:trace contextRef="#ctx0" brushRef="#br0" timeOffset="24537">28727 5445 21814,'32'-15'451,"1"-1"0,18-10-294,-15 18-207,-22 6-135,11-4-6122,-8 8 6307,-3 0 0,2 1 0,-9-2 0</inkml:trace>
  <inkml:trace contextRef="#ctx0" brushRef="#br0" timeOffset="25411">29755 5305 22856,'-54'-30'130,"0"-1"1,3 5 0,2 9-103,14 20 0,2 6-20,1 0 1,0 4 2,-22 17-5,14 4-12,16 1 40,14-4-17,13-9 117,32 3-44,12-14-57,-9-4 1,2-2-268,1-5 1,-1-3 258,0-3 0,-1-2 14,-4-4 1,-2-2-7,10-12-1538,-22-1 0,-6-3 1600,-4-20-33,-5 12 0,-2-1-235,-6 2 0,-1 0 201,0-1 0,0-1-129,-1 1 1,0 1 150,2 3 1,0 1 364,1-19-225,1 16 2957,1 15-3135,0 12 657,4 10-663,1 13 396,3 14-402,1 21-6,-4-1-358,-3-1 1,-2 4 357,0-12 1,-1 0-18,1 18 1,1 1-15,2-12 1,2-2-56,3-3 0,4-1-60,4-5 1,4-3-40,4-3 1,3-5-193,3-2 0,1-5 105,2-4 1,1-4 19,0-3 1,-1-4 117,-1-5 0,-1-3 84,25-15 50,-11-14 68,-11-8 72,-13-6 68,-10 1 95,-12 4-17,-11 7 28,-14 7 28,-12 7-84,-7 10-123,-2 6-79,4 11-22,8 8 705,10 11-711,10 8 325,7 6-325,13 3-5,14 1 28,21-2-31,-15-21 0,3-2-320,2-2 1,2-2 333,-2-3 0,1-3 23,25 0 55,-11-13 12,-11-8-23,-11-10-45,-11-8-22,-13-6-5,-17-16-12,1 17 17,-19-14-6,8 25-27,-8 0-12,2 10 614,5 9-709,7 11-143,7 10-440,6 12-917,5 9-2478,10 6 3242,10 2 0,-5-19 0,1-5 0</inkml:trace>
  <inkml:trace contextRef="#ctx0" brushRef="#br0" timeOffset="26013">30687 5297 23332,'11'-43'535,"-1"0"1,0 5 0,-3 9-519,-7 24 6,1 18-18,1 0-5,3 16 23,11 23-23,1-5-100,-4-12 1,-1 0 110,7 16-11,-6-8 5,-7-11 12,-5-10 106,-3-10 108,1-7-35,-6-13-174,4 0 23,-7-18 210,3-4-188,1-14-28,4-10-5,7-8-12,0 31 1,2 0 5,12-25-6,4 13-16,2 16-12,2 12 12,0 9-18,5 13 12,3 9-11,2 12 6,-1 12 5,-5 7-12,-15-14 1,-1 0 6,1 5 5,-1 6 0,-14-31 44,-1-4 18,-1-1 33,-3-9-16,-2-10-46,-2-10-5,2-14-11,2-9 11,11-8 17,15-6-28,0 20 27,21 2-21,-8 25-29,13 4-3,-12 11 1,1 3 3,8 5-131,-14-1 0,-3 3 80,3 19-213,-6 10-588,-13-14 0,-4 2 857,-11 6 0,-4-2 0,3 5 0,-16-3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A8D2-28FC-E9AA-62C2-EEB09823D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13AF9B-20D7-AC79-8B69-ED3B610EC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F416-D695-BE6F-8AD4-6BF61FD21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4CCD-9C54-EDF1-7B6A-8A2C57110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70A77-E62E-60A7-D0B1-3733DE09C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726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C471E-38D7-5643-9A19-C42892219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C9D0A-01A0-C9B9-ACC8-B6960DF92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30BE43-0960-5CE4-C74D-E86FFCB3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9B92F-ABDD-0047-D092-E1927B9FF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FEC1B-CDB1-C237-3EE5-F4ECAD414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350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11152-85AA-B475-1CD7-9F202CAB6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0A76D-1C14-FB25-7640-3B8AAE49A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6C458-9187-84BF-09C6-2EE6DF483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7BE69-1C4C-657E-E35C-094DF6AFC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7C4A1-036E-E1AD-8704-98425AA7E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386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7608C-C94B-018A-BFAA-4353AD8DA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60573-F31C-560C-1DA8-74BA0116A2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7DD95-41EF-3404-3488-8F09C619C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57BFF3-DB95-6D9C-36C0-1B86D526D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941BFD-E653-6049-70A6-B37CFE2C2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6F70-DBBA-7E93-9DD3-E79B62A7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90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0F3A1-824C-EE08-32D0-7A6580040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9C1F8-D9B0-E740-3AC9-61F92C4C10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7D1960-3E7A-6B0A-803A-03380B3963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2050C-1462-43E7-404F-74B40A2EF9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D32A07-E3DF-0E57-A00C-DFB44CB7EC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30867-0EE8-AEB9-6C57-24327A56B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62331A-DEE7-43CE-4099-D312E95A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7DE8E3-8DB5-ABEB-5477-C0DA7D2A7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58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7293D-82B1-8A78-9A40-F4318766B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B352B-D8B1-188B-B3D3-CBBE0F898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36601-6F3E-3EAB-97C9-7054D1145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243B07-5877-7AB2-AB0A-87D3226FD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02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9EC760-7B72-4780-7DAA-D2BC6B7E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E57557-2944-216B-A8ED-1EEF2033B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4BAE5-43FC-6AA9-4B8B-BD98946D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075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B31E-38FE-22A4-09F5-D7D5C559F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B0795-4CCC-1870-0264-C631DE66E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23FF8-F8B2-6909-264D-6D588EEEE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39088F-48EA-2884-1C52-36EC2D284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3CE55-E221-D921-8BFC-9613C192D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C6AC3-188E-8316-9346-AB8AA162E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20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6B241-514E-3D63-CA8D-24B368621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CA1CE-8644-CFC2-168A-3BFF2A6A38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8310A-C255-1943-D7F8-0D409DA89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FA8F5-97B2-0DE5-12C9-73B00D938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A26B1-4FC3-03F3-2E26-5F3EB6FAA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BD5A2-228D-3788-CCCB-2283F5754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308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2BC5E-32FB-F051-2AC4-0B6A7E3B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C9038-7C0B-A956-D448-00BABB5C9F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ACB50-A4D7-D443-281A-42CD45E78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E13275-F11C-0D3D-38D8-3B0C697B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9E293-6118-4686-BDB2-55A9228B1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99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2DC059-ACF9-909F-53C9-C993FABA1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A2D17-57FE-97C8-7245-2B1DA6BCF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ABF4A-CE98-04F9-6DCE-2C6F13BE3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74813-B325-AD0A-3881-4C5AF9DA2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9B6BF-E57B-ABED-B244-F872C2C7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05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B1A978-388F-570D-0704-90AC9D65E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85B9A3-3A84-9A82-1D13-CFB39572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31A9CD-9788-A501-E0CF-7A8E694A9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A9B631-F7BD-6540-BB39-498840DCF776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3A0F4-E8CC-5212-8C9F-AAA066B0E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F447A-D98E-D90F-6EDF-9880805BF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2058EF-585A-A049-833F-7FEB1243D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9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45E98C-F670-0A60-41B6-B12FA31317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5FA7DE6-1E27-49CC-0E0E-8E8212712CB7}"/>
                  </a:ext>
                </a:extLst>
              </p14:cNvPr>
              <p14:cNvContentPartPr/>
              <p14:nvPr/>
            </p14:nvContentPartPr>
            <p14:xfrm>
              <a:off x="2458440" y="1157760"/>
              <a:ext cx="8905320" cy="14205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5FA7DE6-1E27-49CC-0E0E-8E8212712CB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49080" y="1148400"/>
                <a:ext cx="8924040" cy="1439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5045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5A7A0D52-52FA-F7B1-9BEA-0323C25849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55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01552A-507F-010F-8E8A-361B06CD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7E7ECE-059F-0C98-CF7B-E70DE2917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101075DD-F4EE-B4B5-FBC2-7B2C788E4C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444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773E2-639F-FF67-2287-B74F8CC98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2610BE4-9B24-75D3-4818-1F6B000212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E61C36B2-89C4-76CA-954C-B54232C581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10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A649D-2125-347F-9386-3FA0E684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618BF2-E03B-389E-4032-02C9C6541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0F0D978C-AB82-7D8D-BAE0-9183A4C77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429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725538-5A95-5906-B03D-8A1DF4D8D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1BB184-72B2-86A3-9DA1-C422A8D1E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9DC90B11-FC71-2D4B-673F-9FD546A4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172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7C12BB-5D60-13E0-FD9D-E3D8E96AE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F9A388F-FA1E-AB5F-2BB5-6BE10365F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05ABF6F6-454D-B1ED-3CF6-57A55016FC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7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F1C44F-AF58-ADC3-52E7-5C0867DD6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D8778F-2678-83AF-3B4D-44EC3AC62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66A3FA5B-4E7D-03EA-77D1-EBEA2F9AD1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279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A4A56F-7252-7F29-5F17-4B7A3D88E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0BEF61-9C66-82DC-2DCF-71FF64D681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52371642-CDA7-9927-6E89-8E596CCFA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82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EAB40C-50EA-8C6A-5FEB-6A0E337E9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0768880-9CC5-CA7B-8DF9-CC6974661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CFDCBE93-5579-164C-2519-5A62CEEC5F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580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47C49F-4520-789E-777C-E05455FEC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8DF429B-047A-54E8-81D3-F2420F694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EA9B996A-5D34-89E0-09CC-C8203303C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9166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6FC90-3C5F-E651-CA41-F114C962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2FCB32F-C518-9FC5-B053-A9800147E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6B27A818-843F-AF52-67D4-1A5103DA7A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273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221AE4-C02B-AD2E-8F8E-F65E910CA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F5DBF9-DF1B-CEC2-633C-CDE6D506E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E81A57E5-34A0-59BC-F184-2FAECD8AC4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895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C933FB-F4B7-CA74-A703-63F35E2D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6C17F48-8A3E-DBC2-9718-4F71C066B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14346988-A43C-6C7A-E243-F1BE67CDEE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01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7AEC9F-B648-4484-9078-7EF10E964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FA719A-2C69-422C-DB28-4431C51DA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B7AF8E76-DB35-0261-755F-35D0B9DA96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1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0F4975-B984-34B1-C135-30C563D8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208A4A-BDDB-778E-319D-9AEE5B654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2B20C1AF-E5FB-51B6-5439-8C347FE00F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177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1A350-31F3-1C2F-AB7E-F2C5DAA14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FD3C56-81B7-A18F-7B56-7C7C71C4B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7EE931A4-7706-9CC5-9D6B-09A0FC7111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627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020038-E7A2-7544-C5D3-DED4D9544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908AF1-D852-446C-6743-E1F1984BA4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1E7C5F0F-FA73-8EEF-8784-9DC9547C83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888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76F6B8-BB4E-EA42-0ECE-20068B3C7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312D8B4-9FE1-67B8-E145-E0E98B075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58A93D7B-8BAB-7317-63CD-EFE81799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41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9067C-3DE9-619B-BFCA-52B5088A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D4FDC3-A635-E298-F3AF-378D5FC80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C6AD1B1C-6FBB-83CC-0CF7-8CE6AEC57A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585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0</Words>
  <Application>Microsoft Macintosh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1</cp:revision>
  <dcterms:created xsi:type="dcterms:W3CDTF">2026-01-11T13:25:54Z</dcterms:created>
  <dcterms:modified xsi:type="dcterms:W3CDTF">2026-01-11T13:49:05Z</dcterms:modified>
</cp:coreProperties>
</file>