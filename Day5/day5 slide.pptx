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3:47:57.7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6848 7015 7985,'-7'-1'4968,"1"1"-4867,6 0-196,0 0 795,-6-4-370,11 3 589,24-6-263,32 1-522,-20 2 0,3 1-374,8-2 0,-1 1 282,-13 2 0,-1 0-6,2-1 1,0 2 13,3-1 1,2 1-1,5-1 1,3 1-416,-8 0 0,2 1 0,2-1 402,11 0 1,2 1-1,0-1-913,-7 1 1,-1 0-1,-1 0 881,-1 0 1,0 0 0,-1 0 9,-4 0 0,-1 0 0,0 0-295,1 2 0,0-1 0,0 1 280,2-1 0,0 1 0,1 1-8,7 1 1,1 0 0,1 0-27,1 2 0,1 1 1,0 0-1,-7 0 1,-1 0-1,3 0-35,-1 1 1,5 0-1,0 1 1,-4-1-433,4 0 1,-3 0 0,0 1 489,-1-1 0,-1 0 0,-1-1 14,-2 0 1,-1-2 0,-3 1 95,8 0 0,-1-1-79,-11-1 1,2 1 0,-2-2 37,16 1 1,-2-1 555,-2 0 1,-2-1-582,-2-1 1,0-2-21,-8 0 0,1-2 0,-2 1-13,3 0 0,-1-1 2,-1 0 0,3-1 0,-3 0-11,3 0 1,1 0 8,0 1 0,4 0 0,-1 0 5,-7 1 1,-1-1 0,1 1-140,7-1 0,0 1 1,-3 0 135,-1-1 1,-1 1 17,18 0 0,-1 1 783,-22 0 0,0 0-792,15 0 1,-1 1 24,-15 0 0,-2 0 0,-2 0 1,-2 0 14,29 0 546,-4 0-581,-7 0-72,-5 2 461,-5 0-405,-6 5 0,-16-4 0,-5 2 0</inkml:trace>
  <inkml:trace contextRef="#ctx0" brushRef="#br0" timeOffset="3267">12016 5406 22113,'29'-38'623,"-1"1"0,1 0 0,12-6 0,5 1 0,-4 10-1089,-10 16 1,1 2 510,21-10 0,8-5 1,-6 3-588,-14 6 0,1-1 457,3-3 1,9-3-1,0-1 1,-4 2-531,-5 2 0,-4 0 0,2 1 468,7-5 1,2 0 0,0-1 5,1-3 0,0 0 0,-6 2-228,-6 2 1,-2 1 276,11-10 0,-7 0 226,-13-5-366,-27 14-46,-47 7-3,-12 15 293,21 2 0,-3 3 173,-14 3 1,1 2-134,18-1 0,0 0 69,-11 0 1,3 0-195,1 0 1230,14-3-1026,19 0 2331,10-2-2331,15-1-89,22 0-30,-1 0-5,3 2 0,3 2 96,-11 2 1,1 0-192,18 3 1,1 1-327,-10 4 0,-2 2 323,-9-3 0,-1 3-118,6 10 0,-4 5-600,-4 15 359,-13-10 0,-6 4-2476,-19 7 1,-7-1 2900,3-9 1,-1-1 0,-3-2 0,1-4 0,1-4 0</inkml:trace>
  <inkml:trace contextRef="#ctx0" brushRef="#br0" timeOffset="5258">14583 4240 15821,'-18'-44'1079,"1"0"0,1 2 1,3 12-772,9 23-224,2 4-67,0 0 2334,2 3-2166,-1-1 169,0-3-141,-1-1-1,1-4-100,0 2 303,0-6-79,0 4-28,1-1-140,0 4-224,0 5 33,0 10 29,0 1 22,6 35 0,3-2-22,3 11-1,1-11 1,2-1 5,3 8-6,-4-15 1,-2 0 5,5 6 6,-9-16 0,1 3 11,-5-11 134,-1-8 432,-2-5-538,-10-20 6,-12-18-40,-1-2-163,4 5 0,-1-2 169,-8-21-287,11 17 1,1-1 269,3 1 1,2-1-10,3 2 1,2 1-3,3-28 6,4 18-130,14-4 96,4 22 11,15-7-5,6 16-6,9 7-17,6 6-17,4 11-10,-5 9 10,-11 14 335,-18 11-262,-30 10-11,-9-22 0,-7-1 17,-9 3 0,-4-1-100,-6 1 1,-2-2 87,0-2 1,1-3 11,4-3 0,2-3 114,-15 6-120,22-12-22,16-7 11,14-3 22,14-1-22,19 0-11,4 0 0,2-1 8,-10 1 0,0 0-78,23-2 0,1 1 84,-18 0 0,-1-1-6,9-1 0,0-1-3,-5 0 1,-1-2 13,-3-1 1,-2-1-58,-3-1 0,0-3 60,-2 0 0,-1-2-17,23-16 12,-10 0 33,-12 2-5,-12 3 22,-10 4-34,-11 5 1,-5 3 877,-7 7-911,-2 2 110,-1 5-138,1 7 44,2 5-16,6 7-34,4 4 45,5-3 12,13 10 10,19-9-11,0 0 6,25-9-11,-8-11 5,12-8 17,-7-6 5,-11-7 35,-15-5 27,-14-2-22,-14-2-50,-15-2 10,-14 2-5,-24-1-39,13 12 22,-21 3 0,23 11-22,-8 7 11,10 5-33,9 7-7,13 4-4,9 4 16,9-5-119,22 9-54,8-11-169,25 2-36,-19-13 0,-1-4-303,18-3 513,-15-3 0,-2-2-56,9-11-3044,-3-1 3329,3-12 197,-26 3-124,-1 1 118,-15 2 28,-12 12 267,-1-1-363,-6 3 3376,-1 5-3476,2 2-95,2 3 6,4 5 44,4 7 0,8 9 0,0-1 17,24 12-3,2-17 1,4-2 4,-1-1 1,0-1 28,7-2 0,-2-4 114,9-11 1,-23-9-23,-7-7 0,-8-7-44,-5-5 0,-16-12-74,-4 8-16,-6 3 17,-4 10-34,7 11-39,0 2-208,7 6-543,5 5 308,5 4-1915,9 6-4431,11 5 6828,5 0 0,-6-4 0,-7-6 0</inkml:trace>
  <inkml:trace contextRef="#ctx0" brushRef="#br0" timeOffset="5517">16393 3523 20811,'-21'-42'1437,"0"0"1,-2-1 0,3 9-1045,7 21-304,-2-2-100,10 12-34,4 8 57,2 13 4,8 21-8,3-2 1,2 2-12,-3-9 1,0 1-377,10 17 0,2-1 292,-4-15 0,1-2-90,4 7 1,3 0-454,6 1 0,-1-2 271,-9-12 1,-1-2-760,6 6 1,0-4-6757,10-1 2877,-7-5 4997,0-8 0,-23-10 0,-2 0 0</inkml:trace>
  <inkml:trace contextRef="#ctx0" brushRef="#br0" timeOffset="5874">16423 3840 18341,'-47'-16'1619,"0"0"0,3 2 0,13-1-1406,30 5-174,15-5-34,19-1-8,4 6 1,4 0 2,20-3-12,-12 4 1,-2 2-11,-2 1-2180,-1-3 1,-1-1 2156,-6 0-701,1-5 0,-1-2 751,-15 0 23,13-18 39,-23 12 57,-3-6 172,-17-1 2953,-15-1-2773,2 8 3370,-5 3-3852,18 15-55,3 7 61,5 5 17,10 24-12,3 3-50,12 21-22,-5-14-925,0 1 1,-2 0-1106,-2-6-1460,-1 1 1,0-1 3556,-7-16 0,-2-3 0,-2-10 0</inkml:trace>
  <inkml:trace contextRef="#ctx0" brushRef="#br0" timeOffset="6067">16745 3263 19652,'33'21'-1296,"0"1"0,-4-3 1,-4-1-1,5 8 0,-16-12 1</inkml:trace>
  <inkml:trace contextRef="#ctx0" brushRef="#br0" timeOffset="6868">17102 3439 23937,'14'5'101,"19"31"-90,-16-9 0,13 21 51,-13-15-34,-7-8 5,1 6-5,-7-19 437,-3-5-6,0-7-263,0-8-111,-1-12-18,0-17-5,6-13-29,-1 6 3,7 9 1,3 1-14,11-9-15,-6 14 0,3 1-30,16-3 0,-1 15-23,-2 11-11,-5 18 5,-2 14 23,-8 3-39,2 22-54,-10-21 1,1 0 2,9 21-1802,5-12 0,1-5 1730,2-9-500,9-5 1,2-4 572,-4-10 33,-2-5 0,3-5 44,-7-8 1,-2-5 39,1 0 0,0-3-100,2-7 1,-3-3 130,-10 3 0,-4-1 59,8-28 2924,-13 5-2807,-10 9-106,-7 15 90,-13 7 1290,-16 13-1420,7 3 12,-13 8-62,23 7 418,2 9-406,10 12-12,11 2 11,18 9-16,9-14-1,4-4 7,13-13 32,1-16 7,-4-8 22,-6-15-23,-25 1 45,-9-15 28,-8 4 24,-5-9-58,-1 13 298,-5-5-96,5 20-101,-2-2-139,5 13-23,1 7-28,2 13 22,1 18-5,2 28-17,2-16 0,1 3-699,2 9 0,2 4 695,-1-17 0,1 2 1,2-1-18,2 1 0,2 0 1,2-1-517,3 0 1,2-1 0,2 0 300,1-3 1,1 0 0,0 0-223,-1-3 1,-1 0-1,-2 0-1125,4 15 0,-8-1 1583,-14-1 0,-6-4 0,0 6 0,-18-13 0</inkml:trace>
  <inkml:trace contextRef="#ctx0" brushRef="#br0" timeOffset="8691">6876 6913 6775,'1'-10'6800,"0"2"-5915,-1 8 1899,0 0-3552,-9-39 522,7 30 610,-1-17-101,15 43-3481,10 15 3279,-2-6 57,7 7 117,-1 3-2425,-7-11 2319,-2 3 537,-14-21 758,-2-3 2317,0-2-3030,-5-7-577,-3-6 50,-5-7-14,-2-8-51,3 4 3514,-4-20-3393,5 10 137,-5-18-137,7 24 91,-3-1-182,7 18-63,-3 1-406,5 6-88,0 5 754,2 8-199,1 10-54,3 14-19,1-1 12,1-3 5,2 9-263,-1-13-4199,6 17 4284,-1-17 0,-3-8 0,-3-9 0</inkml:trace>
  <inkml:trace contextRef="#ctx0" brushRef="#br0" timeOffset="9834">11933 7083 18207,'56'-26'908,"-11"7"-743,-10 16 0,-1 3-75,4 0 10,7 2 1,1 2-1397,12 4 1321,-25-3 1,3 0 137,13 4 1,-1 1-89,-12-5 1,-1 0 19,12 1 0,-2 0 359,15-3-135,-30-5 903,10-21-931,-21 7 263,19-28-22,-20 9-39,2-12-101,-9-2-95,-5 1-107,-9 5 158,1 13-275,-4-2-118,2 17-627,-1 0-2501,3 11 3173,0 9 0,2-2 0,-1 3 0</inkml:trace>
  <inkml:trace contextRef="#ctx0" brushRef="#br0" timeOffset="14597">14222 6356 14135,'-52'2'753,"0"-1"0,0 0 1,-1 1-1,3 1-513,0 0 0,9 0 54,17 2 106,32-3-10,31-1-289,-3-2 1,5-2-828,15 0 0,5-1 759,-14 0 1,2 0 0,2 0-475,4-1 1,1 0-1,0 0 419,0 0 0,0 1 0,1 0-50,3 0 1,1 1 0,-4 1-92,5 0 1,-4 3 69,-6 1 1,-8 3 64,-14 6 89,-38 12-10,-34 5-26,5-8 0,-7 2 110,-10 3 1,-4 1-91,16-8 0,-2 0 0,0 1 237,1-1 1,1 0 0,0 1-263,-14 7 0,3 0-37,12-5 0,5 1 115,-6 11-31,65-16-73,4-13 3,5-7 1,4-3-396,2-7 1,1-2 414,6-3 0,3-3-3,-6 3 1,1-1 0,0-2-75,0 0 0,0-1 0,-1-1 103,-3-1 0,0 0 0,-2 0 41,11-12 0,-5 0 277,-10 1 0,-6 2-204,4-17 280,-28-10 136,-34 19 136,-11-1-280,-7 17 1127,1 14-1107,21 8 938,1-1-1330,15 5 637,14 16-696,4-3 21,16 27-25,4-3-48,-6-4 0,0 2-90,8 15-419,-13-10 1,-5 2-1196,-10-7 1,-5 0 1099,-1 6 0,-1-2 1,-5 14-1,-1-22 0</inkml:trace>
  <inkml:trace contextRef="#ctx0" brushRef="#br0" timeOffset="15970">16313 6221 14157,'-1'-6'5619,"1"1"-4872,-1-30 1,2-6-194,-1 15 48,1-23 1,1 2-38,1 29-279,1-3-252,-3 14-74,1 10 68,0 12 0,1 4 11,-2 10 1,0 5 16,-4 27-501,0-17 1,-1 2 452,-2-8 1,-1-2-1538,-1-2 1,0-2 1539,-5 13 34,0 2 5,7-27 264,1 2 140,7-19 318,2-9-649,9-14 17,12-22-84,3-9-22,1-2 2,-11 17 1,0 1 3141,10-12-3167,-11 19 1,0 0 27,15-11-17,-7 19-33,9 2 92,-4 12-45,12 18-1,-15 1-9,7 9-98,4 10 26,-14-11-181,19 22-243,-21-14-1227,3 15 732,-11-15-1014,-2 6-540,-6-22 2064,6-6 429,5-15 78,0-5 564,19-29-181,-17 17 519,1-5 1,-2 0-315,-6 5 794,4-18-907,-13 27-376,-3 1-22,-3 13-90,-3 12 62,-2 24-17,4 18-17,9 9-45,5-7 17,7-15 1,4-1-18,4 11-302,-7-16 1,-1 0 291,1 3-1,-5-6 17,-4-2 22,1 3 191,-6-13 257,-1-7-162,-3-14 341,1-10-593,-6-11-12,-4-14 7,-8-10-29,-6-7-268,10 24 1,-1 1 239,-1-3 1,0 1 5,0-1 0,1 1 11,-7-19 28,11 17 1,4 1 0,6-6-29,11-13-28,18 23 17,17 9-28,14 7-174,-25 9 1,1 3 164,1 3 1,1 3-17,4 5 0,-2 3-3,11 8 445,-3 20-450,-39-9 27,-15 10-3271,-24-2 3282,4-21 1,-3-3-26,-5 0 1,-2-2-158,-2-2 0,0-2-140,1-3 1,2-2-496,-15 2 868,10-14 1,28 4 0,1-5-1</inkml:trace>
  <inkml:trace contextRef="#ctx0" brushRef="#br0" timeOffset="16613">17784 6002 18268,'-5'0'4325,"2"0"-3283,3 0-947,19 19 6,-3 3-57,12 10 68,-3 17-39,-13-17 39,2 13 39,-11-16 23,-8-6 22,-2-5 67,-5-7-106,3-6 208,-5-8-209,4-8-32,-3-10-24,4-11-21,3-12-51,3-7-17,5-3 23,3 5-6,4 8 5,9 8-33,-4 14-17,12 5-11,1 11 12,16 9 21,-4 2-19,-4 6 0,0 3-409,15 11 403,-16-7 1,-2 1-15,10 16-5,-18-3 39,-12-2 17,-15-8 5,-5-9 28,-5-8 1,0-10 350,1-11-373,2-12 5,3-12 1,5-7-12,10-3 1,9 1-6,12 6-29,6 6 24,7 10-18,4 8-5,3 9 0,1 12-23,2 9-16,-3 13-180,-3 10-403,-9 9-1786,-14 12-1656,-19-24 0,-4 0 4075,-7 28 0,-2-21 0,1-18 0</inkml:trace>
  <inkml:trace contextRef="#ctx0" brushRef="#br0" timeOffset="17153">19800 5969 17748,'0'-46'1510,"0"1"1,0 4-1,0 8-670,0 13-364,0 8-448,1 2-11,4 16 0,2 13-6,3 5-28,2 23-112,-6-15 1,-2 2-836,1 9 1,0 1-457,-1-7 1,-1 0-668,0-3 1,-1-3 2086,0 3 0,0-16 0,-1-3 0</inkml:trace>
  <inkml:trace contextRef="#ctx0" brushRef="#br0" timeOffset="17497">20016 5528 16103,'-17'40'157,"1"0"0,1-8 1,8-2-3502,29 12 3490,-5-24 1960,30 10-1473,-21-22 953,10-8-1008,-16-11 561,-6-18-797,-8-2-202,-7-1 3487,-11 2-3431,-5 12-50,-8-4-62,-2 9-101,-1 6-67,8 5-2683,-8 16 2767,13 2 0,-1 2 0,10-5 0</inkml:trace>
  <inkml:trace contextRef="#ctx0" brushRef="#br0" timeOffset="19420">21177 5746 22481,'51'-33'62,"9"18"-46,-26 32 1,-1 9-717,1 0 0,-1 1 689,-2 2 0,-4 0-6,-5 1 0,-4 0 440,2 28-434,-16-17 214,-31 10-197,-7-26 39,-18 4-12,17-22 96,-2-32 17,26-9 61,3-27-118,14 29 1,3 1 179,4-4 1,2 2-245,4 0 0,3 1-31,3 2 1,0 2 0,20-12-37,-16 20 0,3 3-297,3 4 0,2 3-538,1 1 1,1 2-2018,7 2 1,-2 3 2073,16 8 0,-24-1 1,-17 0-1</inkml:trace>
  <inkml:trace contextRef="#ctx0" brushRef="#br0" timeOffset="20170">21992 5799 21607,'34'13'936,"1"-5"-841,3-16 6,1-5-6,-2-6-11,-3-4 28,-10-5-17,-7-3 11,-9-1-5,-11 0-17,-10 6-17,-3 8 113,-24 3-24,9 9-44,-17 0-89,13 11-1,5 5-16,6 13 5,7 9 34,8 22-45,8-14-14,4-8 0,3-1-3412,13 12 3398,2 0-25,0-15 0,3-1-238,16 3 210,-10-9 0,3-4-81,28-1 94,-28-12 1,0-4 30,3-3 1,0-4 36,0-2 0,0-3 31,-1-4 0,-1-2 5,-4 0 1,-2-3 52,15-22 35,-15-2-35,-14 2-5,-13 4 17,-11 6-56,-3 11 28,-22 3-23,3 15 3304,-16 6-3337,7 11 0,5 16 0,14-6 255,9 12-272,11-17-23,11 19 18,3-11-12,10 7 6,3-12 28,4-9 11,7-11 5,7-13 12,4-11 45,0-11 33,-8-5 17,-10 1 129,-12-4-157,-9 17 100,-5-2-38,-5 18-84,-2 1-79,-1 4 1,1 4 4,0 7-16,0 7 6,2 10-6,4 6-113,6 7-234,7 3-706,7 4-3237,5 0 4290,-3-9 0,-9-13 0,-7-12 0</inkml:trace>
  <inkml:trace contextRef="#ctx0" brushRef="#br0" timeOffset="20912">23365 5634 21607,'-46'-24'214,"0"-1"1,5 4 0,7 11-181,15 22-6,6 15-11,3 9 0,4 9 13,4-8 1,2 0 14,2 10-28,5 16 67,14-30 39,17-3-45,-8-14 1,5-3-917,8-3 1,1-4 873,-6-1 0,2-4 55,1-5 1,3-3 0,-3-1-303,2-2 0,0-4 299,-3 1 0,1-2 0,-3-2 35,5-6 0,-6-3-28,-4-3 0,-4-2-42,-6-4 1,-4-2-29,-5-4 0,-4-2 0,-3-3 1,-4-2-4,-5-2 0,-3 0 48,-3 0 0,-2 1 67,-4 3 1,-1 3-177,2 11 0,-1 1 288,-4-1 1,-2 3-2432,-2 0 2216,-2 1 1070,14 18-1132,7 32 28,2-3 522,-1 41-531,2-4 1,0 2-624,1-17 0,0 1 629,-1 19 0,2 0 0,0-20 0,1-2 1102,0 1 0,2 0-1203,2 9 0,3 0-140,0-6 1,3 0-586,5 1 0,2-3-101,7 11-490,-8-23 1,2-4-5168,3-7 6587,3-4 0,-11-9 0,-7-5 0</inkml:trace>
  <inkml:trace contextRef="#ctx0" brushRef="#br0" timeOffset="21063">23668 5658 15261,'-6'-3'4963,"1"1"-3435,5 2-1634,63-40-107,-27 29-1032,16-11 0,5 3 1245,-19 17 0,-3 3 0,17-1 0,-9 0 0</inkml:trace>
  <inkml:trace contextRef="#ctx0" brushRef="#br0" timeOffset="21353">24341 5594 17708,'-6'0'3591,"1"0"-1675,5 0-1536,87-12-88,-41 5 49,16-4 1,-2-1-236,-26 5-22,-4-3 28,-28 10-112,-1 0-207,-7 2-622,-3 4-4655,-5 5 5484,3 2 0,4-5 0,4-3 0</inkml:trace>
  <inkml:trace contextRef="#ctx0" brushRef="#br0" timeOffset="22963">25028 5497 16532,'-3'-4'5539,"1"0"-4647,2 4-775,19-49-61,11 39-37,-4-11 1,2 3-12,3 24 1,0 8-12,0 1 1,0 3-4,-3 1 0,-1 2-8,-4 2 0,-3 2-19,5 26 10,-18 1 18,-12-13 22,-30 3-1,2-23 1,-17 1 45,13-18 67,10-13-1,13-11-21,12-11-40,17-7-50,16-1-6,19 4-196,-18 20 0,2 2 182,4 1 0,1 3-324,3 1 0,0 2 321,0 0 1,1 1-1,-3 2 1,0 0-199,-1 0 0,-2 1 193,-3-1 0,-1-1-27,24-6 77,-13-2 337,-14 0-353,-16 4-23,-10 3 641,-12 5-630,-17 3 0,4 2 464,-16 7-475,11 5 50,-4 8-16,7 5-28,9 3-18,7 2 24,16 2-1,10-3 70,33-10 0,9-6-39,-27-7 0,-1-1-146,27 3 0,-3-6 255,-12-14 12,-20-8-18,-3-7-44,-14-7-56,-16-6 0,-12-2-6,-14 1 23,-11 5 38,-3 7-49,1 9-23,5 9 225,12 8-293,9 9 35,10 7-18,9 8-61,15 6-140,13 4-123,1-13 0,3 0 33,15 8-241,-8-11 0,0-3-100,14-2 397,-19-7 0,1-2-236,27-6 416,-5-8 167,-8-10 74,-10-7-51,-14 5 314,-6-14-73,-12 11 78,-1-8 410,-9 13-516,-2 7-21,-3 5-248,-2 6-17,1 9-17,3 7-10,4 9 4,8 6 18,7 4 5,12-1-3364,21 3 3353,-11-14 42,21 1 37,-17-17 49,6-2 7,-4-9-6,-6-8-1,-9-7-21,-8-6 3311,-9 4-3328,-13-16-74,-7 12-16,-12-9-28,-3 12-34,4 8-173,8 6-297,8 6-3730,31 7 61,-5 0 4173,26 3 0,-28-3 0,0-2 0</inkml:trace>
  <inkml:trace contextRef="#ctx0" brushRef="#br0" timeOffset="23220">27097 5164 23147,'-5'-46'679,"0"0"1,1 4 0,0 10-568,1 20-112,0 10 28,-2 18-23,-2 18-10,-2 22-4,5-20 1,0 1-247,2 4 1,0 1 192,1-1 1,2 1-60,2-2 1,2 0-98,1-4 0,2 1-1995,6 3 0,1-2 1558,8 12-247,-5-19 0,3-2-8117,15 6 9019,-6-6 0,-5-8 0,-17-16 0</inkml:trace>
  <inkml:trace contextRef="#ctx0" brushRef="#br0" timeOffset="24005">27043 5456 21332,'58'-16'-309,"-1"0"0,0 0 0,-4 0 0,-1 2 0,-7 7-27,13 21-28,-11-4-354,-12-3 158,-5-3 437,4-1 414,-14-4-128,-7 0 195,-11-3 589,-9-4-521,3 1 873,-12-5-521,5 7-206,-5-2-393,6 5-5,0 1-101,4 4-45,1 0 112,6 15 22,9-6-67,3 5 107,14-7-3353,13-7 3207,-7 0 50,18-9-50,-28 2 185,17-16-118,-21 1-28,4-17-72,-17 13 22,-18-17 3352,1 25-3352,-23-12 11,1 18-17,-14 1-28,-3 11 1,16 4-1,-1 13 0,20 4 6,3 8-17,6-5-3370,27 29 3376,-4-29-1,15 7 1,8-1-1138,-8-16 1,0-3 1131,7 6 0,2-2-767,12-1 0,-2-4 773,-1-2-334,1-4 0,-3-5 361,-17-6 1162,14-8-1094,-31-5 1683,-7-8-1750,-4-11 2548,-11-8-2577,-1 7 74,-12-18-12,8 18-22,-2-6-727,7 0 732,6 26 12,2-11-29,9 22-10,6-1-1,10 5-16,10 2 22,24 11-23,-4 6 1536,-21-5 0,0 3-1541,15 15-11,-15-4-28,-1 8-124,-12-3-2296,7 24-1775,-10-15 3412,1 11 0,-13-35 0,-1-1 1</inkml:trace>
  <inkml:trace contextRef="#ctx0" brushRef="#br0" timeOffset="24537">28727 5445 21814,'32'-15'451,"1"-1"0,18-10-294,-15 18-207,-22 6-135,11-4-6122,-8 8 6307,-3 0 0,2 1 0,-9-2 0</inkml:trace>
  <inkml:trace contextRef="#ctx0" brushRef="#br0" timeOffset="25411">29755 5305 22856,'-54'-30'130,"0"-1"1,3 5 0,2 9-103,14 20 0,2 6-20,1 0 1,0 4 2,-22 17-5,14 4-12,16 1 40,14-4-17,13-9 117,32 3-44,12-14-57,-9-4 1,2-2-268,1-5 1,-1-3 258,0-3 0,-1-2 14,-4-4 1,-2-2-7,10-12-1538,-22-1 0,-6-3 1600,-4-20-33,-5 12 0,-2-1-235,-6 2 0,-1 0 201,0-1 0,0-1-129,-1 1 1,0 1 150,2 3 1,0 1 364,1-19-225,1 16 2957,1 15-3135,0 12 657,4 10-663,1 13 396,3 14-402,1 21-6,-4-1-358,-3-1 1,-2 4 357,0-12 1,-1 0-18,1 18 1,1 1-15,2-12 1,2-2-56,3-3 0,4-1-60,4-5 1,4-3-40,4-3 1,3-5-193,3-2 0,1-5 105,2-4 1,1-4 19,0-3 1,-1-4 117,-1-5 0,-1-3 84,25-15 50,-11-14 68,-11-8 72,-13-6 68,-10 1 95,-12 4-17,-11 7 28,-14 7 28,-12 7-84,-7 10-123,-2 6-79,4 11-22,8 8 705,10 11-711,10 8 325,7 6-325,13 3-5,14 1 28,21-2-31,-15-21 0,3-2-320,2-2 1,2-2 333,-2-3 0,1-3 23,25 0 55,-11-13 12,-11-8-23,-11-10-45,-11-8-22,-13-6-5,-17-16-12,1 17 17,-19-14-6,8 25-27,-8 0-12,2 10 614,5 9-709,7 11-143,7 10-440,6 12-917,5 9-2478,10 6 3242,10 2 0,-5-19 0,1-5 0</inkml:trace>
  <inkml:trace contextRef="#ctx0" brushRef="#br0" timeOffset="26013">30687 5297 23332,'11'-43'535,"-1"0"1,0 5 0,-3 9-519,-7 24 6,1 18-18,1 0-5,3 16 23,11 23-23,1-5-100,-4-12 1,-1 0 110,7 16-11,-6-8 5,-7-11 12,-5-10 106,-3-10 108,1-7-35,-6-13-174,4 0 23,-7-18 210,3-4-188,1-14-28,4-10-5,7-8-12,0 31 1,2 0 5,12-25-6,4 13-16,2 16-12,2 12 12,0 9-18,5 13 12,3 9-11,2 12 6,-1 12 5,-5 7-12,-15-14 1,-1 0 6,1 5 5,-1 6 0,-14-31 44,-1-4 18,-1-1 33,-3-9-16,-2-10-46,-2-10-5,2-14-11,2-9 11,11-8 17,15-6-28,0 20 27,21 2-21,-8 25-29,13 4-3,-12 11 1,1 3 3,8 5-131,-14-1 0,-3 3 80,3 19-213,-6 10-588,-13-14 0,-4 2 857,-11 6 0,-4-2 0,3 5 0,-16-3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5:12:41.7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2101 8460 24575,'14'-3'0,"6"0"0,31 3 0,2 0 0,8 0 0,-17 0 0,3 0 0,0 0-1340,6 0 1,1 0 0,0 0 1339,-2 0 0,-1 0 0,0 0 0,-3 0 0,0 0 0,-1 0-581,10 0 1,-1 0 580,5 0 0,-3 0-510,-19 0 0,-3 0 510,-1 0 0,0 0 0,-1 0 0,0 0 0,26 0-156,-19 0 1,-1 0 155,19 0 0,-22 0 0,-1 0 2486,4 0-2486,-11 0 0,-8 0 560,-14 0 1,-3 0 0,-2 0-1</inkml:trace>
  <inkml:trace contextRef="#ctx0" brushRef="#br0" timeOffset="1350">4147 8397 24575,'20'0'0,"23"0"0,-4 0 0,2 0 0,-4 0 0,0 0 0,10 0 0,3 0 0,3 0 0,1 0 0,9 0 0,0 0-679,-3 0 0,-1 0 679,-5 0 0,-4 0 0,9 0 0,1 0 0,-28 0 0,0 0 0,0 0 0,1 0 0,0 0 0,0 0 0,0 0 0,-1 0 0,31 0-92,-8 0 92,0 0 0,-17 0 0,2 0 0,-12 0 0,-3 0 0,-4 0 0,-5 0 1004,-9 0-1004,1 0 0,-5 0 0,1 0 0</inkml:trace>
  <inkml:trace contextRef="#ctx0" brushRef="#br0" timeOffset="5483">8923 7840 24575,'-15'-4'0,"-7"-4"0,-3-1 0,-1-2 0,0-2 0,-6-5 0,-2 0 0,-13-8 0,-2-1 0,0-1 0,0-1 0,18 10 0,1-1 0,-12-8 0,15 10 0,-1 0 0,-1-1 0,0 1 0,-27-11 0,1 3 0,13 11 0,-8-1 0,-1 1 0,5 4 0,-11-1 0,15 4 0,6 0 0,-1 1 0,-10-3 0,15 3 0,1 1 0,-9-1 0,1-1 0,3-1 0,-10-2 0,-9-3 0,19 7 0,-1-1 0,-22-5 0,27 7 0,1 0 0,-14-3 0,2 2 0,4 1 0,1 2 0,3 1 0,-7 1 0,0 2 0,0-1 0,-1 1 0,2 0 0,0 0 0,-16 1 0,22 1 0,-3 0 0,-4 3 0,-1 0 0,1 0 0,0 0 0,-2 3 0,2-1 0,10-2 0,1 0 0,-9 1 0,2 0 0,-8 1 0,-6 0 0,20-2 0,-1 1 0,-1-1 0,4 0 0,0-1 0,-6 3 0,0-1 0,-5 5 0,10-5 0,2 2 0,4 0 0,4-2 0,-3 3 0,3 0 0,8-3 0,-5 2 0,7-1 0,3 0 0,1 0 0,2 4 0,3 0 0,0 7 0,2-7 0,0 3 0,0 3 0,0-4 0,0 14 0,0-12 0,1 6 0,2-5 0,2-1 0,1 3 0,-1 2 0,1 1 0,-2 2 0,3 5 0,-3-4 0,2 1 0,2 1 0,-3-10 0,5 7 0,-4-8 0,1 3 0,0-1 0,2 5 0,1 1 0,-2-2 0,-1 1 0,-1 0 0,-2-4 0,1 3 0,0 2 0,2-3 0,-2 3 0,3-3 0,-4-1 0,1-2 0,0 3 0,0-7 0,0 0 0,-2-2 0,1 0 0,0 0 0,2 5 0,-1-2 0,5 7 0,-6-7 0,4 4 0,-2-3 0,4 2 0,0-3 0,0-2 0,-2-1 0,0-3 0,0-1 0,-1 0 0,1-1 0,1 0 0,2 0 0,2 1 0,2 0 0,11-1 0,-5 1 0,24 0 0,-19 0 0,14-1 0,4 2 0,-7-4 0,-1-1 0,1 0 0,13 1 0,9 0 0,-16-1 0,0-2 0,-1 1 0,-8-1 0,2 2 0,24 3 0,-8-1 0,3-1 0,-18 0 0,-1 0 0,6-1 0,2 0 0,-3 0 0,0-1 0,0 1 0,1 0 0,0-2 0,0 1 0,2 1 0,-1 0 0,12 0 0,-22-2 0,1 0 0,3 0 0,0 0 0,24-1 0,-27 0 0,0 0 0,13 0 0,2 0 0,-1 0 0,-4 0 0,-1 0 0,-4 0 0,7 0 0,-1-3 0,10-3-6784,-15 0 6784,-4 0 0,-13 3 0,22-3 0,-16 2 0,20-2 0,11 2 0,-4 0 0,-22 2 0,0 0 6784,15-2-6784,-11-2 0,3 0 0,-3 0 0,-2-1 0,-11 2 0,4-1 0,5-4 0,-2 3 0,1-5 0,-5 2 0,-9 0 0,2 0 0,-6 1 0,-1-1 0,1-1 0,-9 0 0,-1 1 0,-5 2 0,0-4 0,0 1 0,0-2 0,0-4 0,0 6 0,0-5 0,-3 2 0,1 1 0,-5-7 0,0 2 0,1 1 0,0 1 0,-1 1 0,1 4 0,-2-5 0,4 7 0,-1-2 0,2 3 0,-1 1 0,0-2 0,1-1 0,-1 0 0,1 0 0,1-2 0,-2 1 0,1 2 0,-1-4 0,-1 2 0,-3-7 0,2 4 0,-1-2 0,1 5 0,1 0 0,1 2 0,1 2 0,0 0 0,-3 1 0,0-3 0,-1 2 0,1-1 0,2 4 0,1-1 0,2 1 0,-2 1 0,1-2 0,1 2 0,-1-2 0,2 0 0,-1 1 0,-1 0 0,1 2 0,-1 1 0</inkml:trace>
  <inkml:trace contextRef="#ctx0" brushRef="#br0" timeOffset="745212">1996 9906 24575,'20'-4'0,"14"2"0,17 1 0,9 2 0,-6-1 0,9 0-1104,-17 0 0,8 0 1,4 0-1,3 0 1,-1 0-1,-3 0 1104,1 0 0,-2 0 0,1 0 0,1 0 0,4 0-579,-7 0 1,3 0 0,2 0-1,2 0 1,1 0 0,-2 0 0,0 0-1,-4 0 579,6 0 0,-2 0 0,-1 0 0,-1 0 0,0 0 0,1 0 0,0 0 0,-1 0 0,0 0 0,1 0 0,1 0 0,2 0-213,-4 0 1,2 0 0,1 0 0,2 0 0,0 0 0,-2 0 0,-1 0 0,-3 0 212,5 0 0,-3 0 0,-2 0 0,0 0 0,2 0 0,4 0-278,-10 0 1,3 0 0,1 0 0,1 0-1,1 0 1,0 0 0,-1 0 0,0 0 0,-3 0 277,7 0 0,0 0 0,-2 0 0,0 0 0,-1 0 0,0 0 0,1 0-135,-2 0 0,0 0 1,0 0-1,0 0 0,0 0 1,0 0-1,0 0 135,0 0 0,0 0 0,-1 0 0,0 0 0,2 0 0,2 0 0,1 0 0,-7 0 0,3-1 0,2 1 0,1 0 0,0-1 0,1 1 0,-2-1 0,0 1 0,-2-1 0,-3 1 0,7-1 0,-3 0 0,-2 1 0,-1-1 0,1 0 0,1 0 0,3 0 0,-5 1 0,4-1 0,1 0 0,1 0 0,-1 0 0,0 0 0,-1 0 0,-4 0 0,-3 0 0,14 0 0,-6-1 0,-2 1 0,0-1 0,3 0 147,-4 0 0,1 1 1,1-1-1,0 0 1,-1 0-1,-1 1-147,5 0 0,0 0 0,-2 0 0,0 0 0,-1 0 0,-1-1 0,-1 0 0,0 0 0,-1 0 0,-3 1 0,3 0 0,-1 0 0,-5 0 0,-5 0 0,3-1 0,-5-1 1063,10 0 1,-2 1-1064,-17 0 0,-2 1 0,-1 0 0,-3 0 3520,-5 1-3520,-8-1 5264,-6 1-5264,-4-1 3653,-7-3-3653,-6-4 0,1 2 0,-3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4:31:23.2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1476 2944 20005,'-39'-3'375,"63"-3"-350,14 2 1,8 1-514,-2-1 0,3 0 0,2-1 492,5 0 0,0-1 0,-1 0-1122,-8 0 1,-2 1 0,0-1 1114,16-1 1,-3 0-12,-15-1 0,-4 1 940,10-6-825,0-2 112,-19 0-28,-16-2 445,-20-3-529,-17-5 50,-20-3 6,16 13 0,-3 1 1638,-3 0 0,-1 0-1451,1 2 1,0 1 105,2 0 1,2 1-227,-5-1 62,10 1-202,23 8-112,1 0 11,3 2-22,10-1 56,13 3-12,22 7-16,15 9-154,-26-4 0,0 2 143,0 4 0,-1 1-46,-3 2 1,-1 2-227,0 6 0,-4 2-300,-8-3 1,-5 0-651,8 28 1244,-27-24 0,-5-3 0,4-7 0,-12 11 0</inkml:trace>
  <inkml:trace contextRef="#ctx0" brushRef="#br0" timeOffset="1806">1508 1888 12264,'-4'-4'6514,"1"0"-6321,-25-14 1,-7-1 148,6 9-54,-17-10 1,-4 4 192,-13 27-419,3 2-113,3 14 18,32-6-74,11 18 79,13-17-11,20 24 11,10-18-277,-4-9 0,3-1 254,16 6-11,-14-11 1,2-1-29,19 6 59,-21-7 1,0 0 122,16 6 65,-17-1-56,-17-7 78,-24 5-67,-19 0 6,-27 6-62,11-8 0,-3 1-28,3-3 0,1-1-476,0 0 0,1-2 473,4-3 1,4-1-15,-11-1 322,-2-3-1050,20-1-5691,17-2 6408,13 1 0,3 0 0,3 2 0</inkml:trace>
  <inkml:trace contextRef="#ctx0" brushRef="#br0" timeOffset="2084">1807 1853 24304,'-3'-40'65,"1"11"301,1 81-104,1-17-359,2 14 0,1 1-1278,0-2 1075,2-3 0,0 0-612,3 7-368,-1-17 1,1-1-364,1 9-6716,7 3 8272,-9-33 0,1 1 0,-5-11 0</inkml:trace>
  <inkml:trace contextRef="#ctx0" brushRef="#br0" timeOffset="3083">1781 2200 22611,'-21'-25'-229,"0"-1"1,31-18 1224,52 38-1271,-14 3 1,3-1 521,-7 1 0,-2 0 182,-9 2 0,-1-2-286,8-2 0,-2 0 81,9-5 233,-11-2 1,-2-2 784,-5-6-179,-3-4-532,-29 9-608,-5 5-294,-5 4 931,-3 2-754,-3 4 60,3 3-4,-5 11 135,13-5 170,-2 18 423,14-8-325,1 4-326,15-3-231,12-5 161,3-4 11,8-3-94,-10-11 157,-6-6 472,-8-3 860,-6-19-625,-8 12 46,-12-32-687,-7 19-382,-13-9-299,4 18 125,-24 6-3,25 12-86,-23 2 585,32 7 467,-8 16 401,14-3-123,1 33-113,9-22-631,7 4 0,3 1-680,15 7-140,-6-11 1,2-1-176,13 7-236,-4-14 1,2-3-848,17 0 1388,-15-7 0,2-3-393,20-8 1190,-5-11 731,-9-11 302,-14 0 708,-1-20-477,-16 9-143,2-15-106,-10 12 71,-3 6-780,-4 12 604,-1 5-1252,-1 9-419,-1 1 27,3 9 840,-1 10-163,1 16-121,1 0 62,2 0 1,2 1-14,2 17 50,1-7 1,0 1 199,2 5-138,2 12-570,-7-33 137,0-1 16,-3-11 173,0-9 25,-1-10 26,-1-10-13,-2-4 8,-4-40-51,2 0-406,1 13 1,2-2 623,2 5 1,1 1 7,2 0 1,1 2 19,3-19-10,0 22 1,1 2 228,3-3 205,8-10 53,2 21 205,8 11 113,-3 4-163,24 12-247,-12 11-214,17 11-262,-17 9-389,-15 6 966,-14 0-1023,-22-3 373,-4-10 313,-35 3 500,10-16-129,-20 2-399,21-11-200,15-6-9789,13-6 8722,11 2 0,3-2 0,1 6 0</inkml:trace>
  <inkml:trace contextRef="#ctx0" brushRef="#br0" timeOffset="4132">1004 2996 9632,'-1'-10'4663,"-3"-32"0,0-7-3179,1 14-3990,-1-12 0,1 3 2864,2 26 1342,1 10-1824,0 4 822,0 4-654,5 11-2250,7 26 2234,-2-4 972,-2-1 1,0 2-973,-4 20-20,-1-20 1,-1 2 2,-4 3 0,-1-1-5,1 11 5,-7 4 56,4-33 241,0-3 208,2-9 3104,2-14-3480,-1-11 371,-1-16-365,-3-15-12,-2-10-1698,2 18 0,0 1 1698,-3-15-161,2 14 1,1 3 356,1 5-207,0-4 29,3 18-113,1 12-84,0 1-11,5 17 56,1-1 3111,8 27-3240,0 10-244,-5-11 1,-1 1-220,-2-4 0,-1 0 592,-1 21 0,-2-4 0,0-12 0,-1 18 0</inkml:trace>
  <inkml:trace contextRef="#ctx0" brushRef="#br0" timeOffset="5540">3748 4021 18263,'0'-7'5092,"0"2"-4252,-15-56-331,8 43-450,0-16 0,-2 7-65,5 25-33,3 12 45,0 1-6,1 10-112,3 30-208,3 2-879,1-12 0,0 1 533,5 15-525,-3-22 1,1-1-4828,7 15 6018,2-1 0,-7-21 0,-5-15 0</inkml:trace>
  <inkml:trace contextRef="#ctx0" brushRef="#br0" timeOffset="5923">4047 3619 13581,'-6'-6'6043,"1"2"-5723,5 4 66,-66-12-140,38 21-140,-14 0 1,4 4-79,23 15 0,8 12 39,20-18 23,13-2 39,14-1 151,17-8-146,-17-9 398,15-16-128,-32-7-3382,2-14 3174,-17 7 320,-22-18-253,-6 18-151,-9-4 157,-18 12-202,14 15-84,-13 6-95,12 23 34,14-1 3223,3 24-3587,13-5 95,5 2-780,10 14-881,2-27 0,3 0-1540,1 0 0,2-1 3422,3 1 0,-1-4 1,3-2-1,-8-13 0</inkml:trace>
  <inkml:trace contextRef="#ctx0" brushRef="#br0" timeOffset="6556">4437 3827 17406,'1'-6'5540,"0"1"-4683,-1 5-919,2-29 79,-1 37-12,3-13-21,0 51 16,1 9 0,1-7-6,-2-2 56,0 14-38,-2-26 27,3 12 207,-3-36 45,2-10-212,0-6 10,5-11 236,12-29-258,-5 13-14,-1 4 1,1 1 24,7 2-55,4-2-18,-2 11-5,-3 8-22,-4 6 22,1 11-11,0 6 16,-4 3 1,5 12-12,6 8 17,5-1 1,11 4-1,-11-21 17,20-4-6,-16-13 17,16-10 1,-16-13 67,-5-15 49,-9-11-21,-10-7-51,-7 8 75,-6 13 1,-3 0 159,-3-6 0,-7-12-89,1 23-45,2 10-135,5 8-5,2 5-101,4 4 6,-1 4 50,7 9 11,9 11-34,3 1 12,9 1 0,4 0-51,22 11-174,-21-14 0,2 0 132,5 3 1,-2-1-177,6 10 103,-16-10 1,-5 3-283,-17 18-141,-33 2-231,2-22 0,-4-3-172,-5-1 1,-3-3 1002,-4-3 0,3-2 0,-7 0 0,11-7 0</inkml:trace>
  <inkml:trace contextRef="#ctx0" brushRef="#br0" timeOffset="6833">5844 3503 26183,'4'23'11,"5"19"-39,3-2 0,1 5-2967,1 15 0,-1-1 2866,-4-17 0,-1 0-289,3 17 1,-1-2 83,-3-21 1,-1-1-1644,3 6 0,0 0 1977,0-4 0,-1-3 0,2 3 0,-4-11 0</inkml:trace>
  <inkml:trace contextRef="#ctx0" brushRef="#br0" timeOffset="7558">5864 4004 15720,'-10'-8'6262,"3"2"-5750,-27-17 1,-3-3-70,15 9-390,-20-10 0,13 1-75,38 17 16,20 1-22,29 0 3,-16 4 0,0 0-397,-4 0 0,3 1 396,3 0 0,5 0 0,-3 0-487,4-1 0,-1 0 498,-3-1 0,2 1 0,-3-1 9,4-1 1,-3-1-134,-7-1 0,-3-1 218,22-8 72,-20-1 45,-18 2 523,-14 2-489,-17 2 1294,-12 5-1194,-14 3 313,-9 8-464,-5 8-78,-1 10-67,5 8-29,15-5-16,4 17-6,21-14 17,8 12 12,18-13-3353,23-7 3363,-8-9 6,6-5 95,-2-18 17,-9-3 11,10-14-22,-18 0 11,-6-1 79,-9 5 21,-3 6 3259,-3 9-3320,-2 5-151,-2 6-17,-4 7 0,0 8 1,1 11-35,4 7-10,11 3 27,13 2 23,17-1-1,-1-18 1,2-2-17,18 4-462,-9-11 0,0-4 456,-15-6 1,-1-2 13,7-4 1,1-3-4,-2-2 1,-2-4 5,-4-5 0,-2-3-289,-4-5 0,-5-3 292,-4-5 0,-5-2 8,-3-5 1,-4-3-9,-6-3 0,-3-1 11,-3 1 0,-2-1 11,-3 5 1,-3 2-27,-6-2 0,-2 4 175,-10-7-163,3 10-44,16 32 44,9 21-16,-4 42-56,3-5 20,4-10 0,0 9 0,2-3-124,2 4 0,2 2-269,0-10 0,2 5 1,0 1-1,1-4-1906,3 2 1,0-3 0,2-1 2328,1 3 0,1-1 0,0-6 0,-1-7 0,-2-5 0,5 2 0</inkml:trace>
  <inkml:trace contextRef="#ctx0" brushRef="#br0" timeOffset="8066">7417 4199 25522,'33'-47'276,"0"-1"1,-5 10-1,-2 0-153,-6-3 1,-3 0-1906,-4 8 0,0-1 1796,5-13 0,0-1 6,-5-1 0,-3 0 155,-4 5 1,-1 0-162,-1-11 0,-3 0 5,-3 4 1,-3 2 36,-3 7 0,-3 2 31,-1 8 0,-2 4 754,-14-12-774,6 19-95,6 13 11,2 31 23,4 20-6,1 16 300,6-11 0,1 3-300,4-1 0,2 4-84,0 1 0,2 4 0,1 0-787,1-7 0,1-2 1,0 0 599,1-1 0,-1-1 1,3-1-1764,3-5 1,1-1 0,1-4 1682,3 0 1,0-3-1,-2-3 1,-2-3-1,6 1 1</inkml:trace>
  <inkml:trace contextRef="#ctx0" brushRef="#br0" timeOffset="8892">9022 4188 20800,'6'-48'953,"1"-1"1,0 1 0,0-16 0,2 7-91,4 2-315,-7 21-340,-4 19-214,-3 10 17,0 16-5,-2 16 5,0 22 6,2-18 0,-1 3-9,1 4 0,0 1-8,1 8 0,0-1-408,0 16 414,0-25 0,1-3 10,-1-5 148,0-2-41,-1-14-17,-3-23-83,0-3-12,-2-30 6,5-5-9,3 13 1,1-1-249,2-5 1,3-1 239,2-3 0,3 0 0,1 0 0,1 1-20,0 2 0,2 2 9,-1 5 0,0 2-62,-2 4 1,2 2-7,15-17-38,13 6 61,4 16 17,3 6-45,10 21-45,-10 12 70,-22-3 0,-2 4-47,13 27 33,-33 17 73,-16-17-250,-16-12 0,-7-3 275,-3-9 0,-3-4 14,-11 6 1,-2-2 49,-8-1 1,3-2-678,15-6 0,3-2 599,-22 5 632,42-10-621,16-1 170,7 2-63,20 11-118,12 2-11,7 3-12,-11-8 1,1 0-11,0-1 0,1-1-5,10 4 1,3 0-246,12 3 0,0-2-694,-8-5 0,-2-1 618,-2 0 1,-1-2-821,-6-4 1,-2-4-3172,19-3 471,-24-3 1,-1-1 3867,16-8 0,-22 2 0,-14 5 0</inkml:trace>
  <inkml:trace contextRef="#ctx0" brushRef="#br0" timeOffset="9658">10070 4067 9789,'-1'-3'9830,"-1"0"-4347,2 3-5315,-59-33-123,43 32-17,-43-22 23,64 40-35,3-4 7,15 3 10,4-5-10,13-2 16,5-6 34,10-15 0,-12-5-17,-5-5 39,-17-9 45,-13-7-62,-8-2 12,-9-3 11,-13 18-57,1 10 130,-21 8-101,10 12-34,-14 7-33,19 3-18,-2 21 12,17-14 6,-2 28 11,19-1-62,12 3-234,-2-22 1,3-2 199,5-5 1,2-2-39,19 10-161,-3-12 1,3-3-3,-9-8 0,0-1-414,18 3 0,2-3 439,-6-7 0,-1-4 64,0-2 1,0-3 106,0-3 0,-3-3 84,-11 2 0,-2-1 67,7-10 1,-5-3 7,0-11 54,-14 10 0,-3-1 28,-6-6 721,-23-12-727,0 25 359,-36-18-353,19 28-9,-3 3 1,-2 4-93,-3 11-33,-12 7-7,21 12-10,10 0 817,7 11-795,12 9 73,2-7-115,13-3 0,5-2 14,2-7-6,5-2 0,3-2 6,9-10 45,10-3-6,-6-14 6,-6-10 28,-9-12 17,-7-8-62,-8 4 72,-2-21 35,-6 15 33,-1-11-56,-3 23 106,-2 7-61,0 12-146,-2 1 0,-1 8 1,-2 10-18,0 11-22,2 11-39,3 8-23,3-6-302,14 20-388,6-19 152,-4-11 1,3-2-3036,28 8-6168,6-10 7655,-14-10 1,-13-8-1,-21-4 1</inkml:trace>
  <inkml:trace contextRef="#ctx0" brushRef="#br0" timeOffset="10125">11688 3998 23920,'-21'-39'418,"0"0"0,1 3 1,-2 11-347,-16 33-49,-2 12-18,8 4 3,9 2 1,3 5-9,-3 18-327,9-12 1,2 2 317,6-7 1,5 0 36,10 27-51,15-6 12,20-8-22,1-13-32,-1-14 1,3-4-350,-11-7 0,2-2 366,15 0 1,2-3 27,-11-8 1,-2-3 19,-10 2 0,0-3 19,11-13 1,-3-5-4,-14 3 1,-2-2-6,11-15 1,-3-5 7,-9 1 1,-4-3 16,-3-4 1,-4-1 47,-2 0 0,-5 0 34,-5 2 0,-4 2 33,-3 5 0,-3 1 20,-3 5 0,-2 3-40,0 5 1,1 3-20,-7-9 56,4 11-174,11 19 467,0 16-438,6 25-29,3-4 1,1 4 5,1 11 0,2 3-412,3 7 1,1 1 377,2 6 1,1 0-76,-5-21 1,1 0 0,1 0-349,5 19 1,0 0-723,-2-5 0,0-2-93,-3-13 1,-2-2 1271,-2 4 0,-1-5 0,-3-11 0,-2 5 0</inkml:trace>
  <inkml:trace contextRef="#ctx0" brushRef="#br0" timeOffset="10307">11914 4004 24536,'42'-24'-1355,"-1"0"1,1 1 0,10 0 0,3 2-1,-8 8 1355,16 12 0,-25 1 0,-4 0 0,-7 0 0</inkml:trace>
  <inkml:trace contextRef="#ctx0" brushRef="#br0" timeOffset="11825">13507 3941 24833,'28'17'123,"-1"8"-56,-12 30-50,0 2 11,-4-3 45,-4-6 84,-6-11 101,-7-12-40,-4-12-50,-5-12-67,1-13-56,1-14 22,5-15-33,4-16-190,3 23 1,2-2 169,1-3 0,1-1-484,1-2 1,1 0 480,0 10 0,0-1 3,3-11 0,2 0-8,4-11 10,-6 22 1,1 1-176,21-21 103,1 30 23,18-4-34,5 25-320,2 17 292,-1 15 44,-30-8 1,-3 3-12,-5 4 1,-4 2 24,-7 3 1,-5 0 36,-9 2 0,-6 0 11,-6-2 1,-5-1 155,-4-3 0,-4-2-136,0-4 0,0-3 2,2-3 1,0-3 123,-16 5 934,17-10-1001,16-6 51,13-4-130,14-2 380,16 0-402,20 0-1,-16 1 1,2 1-376,25 2 375,-7 1 1,0 1 5,-14 0 1,-1-1 5,18 2 0,0-1-6,-13-2 1,-2 0 13,3-4 1,-3 0 2,12-4 28,5-11-17,-32-3-16,-1-10 16,-11-2-10,-13 2 398,-12 5-405,-13 8-5,-10 8 28,-7 6 6,1 11 5,4 6-33,7 9-23,8 7 28,9 5-22,9 4 0,15 1 5,14-2 0,17-4 6,11-8-242,4-11 276,-4-9 5,-9-13-5,-15-2 44,-8-14-33,-15 6 39,-11-39-39,-15 10-23,-1-10 34,-10 12 6,10 24-18,-2 1 199,5 8-327,7 7 56,5 4-23,3 8-27,5 7-90,11 13-224,16 5-99,0-9 1,3-2 98,18 8 14,-11-10 0,1-3-660,15-3 895,-22-7 0,-1-3 37,25-6 156,-13-9 112,-14-9 90,-11-3-89,-9 4 537,-6-6-179,-6 14 479,-9-1-894,1 12 73,-14 9-67,6 7-50,-1 6-23,9 2 6,16 0 33,16-1-11,17-4 1,13-9-1,6-7-313,-1-11 370,-7-8-60,-13-9 42,-14-7-33,-14-4-28,-8-2-6,-10 3-22,-10 4-34,4 14-157,-10 5 57,15 11-4,-6 9-782,10 6-978,10 8-4605,17 3 5638,9-5 0,-7-7 0,-8-8 0</inkml:trace>
  <inkml:trace contextRef="#ctx0" brushRef="#br0" timeOffset="12041">15700 3557 21887,'-3'-9'3243,"1"1"-2742,-6-24 1,-2-5 47,5 13-538,-5-15 0,5 11-11,9 29 0,5 17-6,13 27-16,-9-13 0,0 5-602,0 3 1,0 4-1,0-1 159,3 17 0,-2 1-914,-3-13 1,-1 1 0,-1-4 213,-1-1 0,-1-3 1165,4 9 0,-2-6 0,-2-13 0,4 10 0</inkml:trace>
  <inkml:trace contextRef="#ctx0" brushRef="#br0" timeOffset="12232">15605 3854 22032,'-48'-21'644,"0"0"0,5 4 1,18 2-673,35 7-123,39 5-48,-7 4 0,5 2-2283,11 1 1,1 1 2232,-7 0 0,0 1-218,-10 0 0,2 0 0,-1 0-2149,16 3 0,-1-1 2616,2-1 0,-3 0 0,-13-1 0,-6-1 0,3-2 0</inkml:trace>
  <inkml:trace contextRef="#ctx0" brushRef="#br0" timeOffset="12791">16394 3823 25337,'-32'-15'115,"1"0"0,-15-8-87,33 47-17,11-10 34,16 24-22,-2-22 27,38 18 6,-10-23-6,11 1 1,-2-14 72,2-21-89,-15 6 33,6-24-22,-33 10-45,-4-10 22,-13 1 6,-5 12-6,-22 2 57,-24 15-18,-4 6-1732,25 8 1,1 2 1687,-7 6-34,4 18 28,26-1-17,2 17 6,25 3 6,3-5-6,4-14 0,4-1-680,10 2 1,2-2 679,-8-4 0,3 0 11,22 7 0,0-5 2527,3-9-2530,-17-7 1,-1-3 8,1-8 84,7-18-73,-25 3 25,-2-8 0,-2-5-3,-1-16-22,-5 10 0,0 1 0,3-15 3,-2 17 0,2 3-3,0 3 56,24-18-62,-12 29-5,16-1-11,-10 11-6,2 10 0,0 5 0,-1 3-110,1 5 0,-1 4-8,-7 19-103,-11-13 0,-2 2-412,-4 2 0,-2 0-2039,-4 1 1,-1-1-6767,-3 14 9109,-4-10 1,3-25 0,0-4 0</inkml:trace>
  <inkml:trace contextRef="#ctx0" brushRef="#br0" timeOffset="13858">18739 3908 18398,'10'-53'1508,"0"-1"1,-1 6 0,-6 5-899,-16 2-173,-16 10-263,-2 12 256,-4 12 0,-4 5-273,-23 9-127,17 1 1,0 4-245,11 4 1,3 3 213,4 2 0,3 2-17,-10 29 123,16 2-134,19 1 23,9-14-12,13-13 0,6-4 0,26 4-146,-13-11 1,3-3 153,-6-8 1,-1-5 8,0-4 0,-2-6 5,-3-4 1,-3-3-3,-2-6 0,-4-3 8,-1-5 0,-4-4-6,-2-3 1,-3-3 8,-1-4 0,-2-3-9,-1-3 1,-2 0 2,0 0 1,0 1 13,-2 4 1,-1 1 13,-1 7 1,0 3 30,-1-16-67,0 21-45,-3 16 460,2 16-399,-2 6 95,2 22-111,-1 13 0,-2-12 0,0 3-40,-1 5 1,0 2 27,0 1 1,0 1-14,1-2 0,1 1-79,7 6 1,1-3 7,6 14 3,3-22 1,5-4-115,21 1 106,-12-18 0,1-2-140,22 2 154,-11-13 1,2-6 80,-13-3 0,-1-3-350,13-4 0,-1-1 367,9-15 39,-21 3 1,-3-3 128,3-10-56,-13 11 0,-3 0 676,-7-7-607,-21 9 130,-17 10-232,-17 7 740,6 8-807,-19 16-18,32-3-8,1 7 1,4 5-9,8 11 39,1 21-51,25-6-5,16-1 11,6-13 0,3-13 1,4-4-331,-9-9 0,2-1 347,12 3 0,2-4 11,-9-8 0,-3-4-3,-3-3 1,-1-4 33,-1-9 0,-3-3-8,6-13-12,-17 5 1,-3-4-326,-6-21 311,-3 20 1,-2-2 2,-6-5 0,-3 2-5,-2-11 11,-24-3-23,-6 37 23,-22 4-12,24 14 1,0 4-45,-2 4 0,2 3-127,3 4 1,4 4-508,-10 27-508,37 8 41,15-26 0,8-1-1428,10 1 0,4-4 1954,1-2 1,-1-4-1,13 4 1,-19-12 0</inkml:trace>
  <inkml:trace contextRef="#ctx0" brushRef="#br0" timeOffset="14440">20260 3761 24351,'-17'-10'476,"4"16"-425,16 29-4,-2-3 1,0 0-14,-1 15-2135,1-11 0,0 0 2107,0 1 865,2-1-782,-1-25 181,2-3-18,1-9-95,8-15-113,-4 0 46,7-20-6,-7-2-50,-1-1 19,-1 3 0,-1-2 14,5-14 0,-1 12 1,1 1-29,2 0 3398,5 4-3432,-6 28-10,7 3-1,20 23 6,-8-3-9,-4 4 1,0 3-3,8 16-108,-15-15 0,0 2 108,9 26-3306,-13-2 3323,-9-18 22,-11-5 33,-4-20 29,-6-10 44,-4-18 46,6-1-96,1-24 3364,12 4-3431,5-3-9,9 8 0,7 0-279,0 12 0,3 2 285,11-10 0,5 4-3,-3 10 1,1 5-7,-1 4 1,0 4-3,-2 5 0,-2 4-148,27 15 117,-12 18-112,-28-3 0,-4 3-112,2 18-1286,-20 2 1,-9 1 1241,-1-24 0,-2-3 0,0 6 0,-1-3 0,-4-5 0</inkml:trace>
  <inkml:trace contextRef="#ctx0" brushRef="#br0" timeOffset="16975">2195 5653 19848,'53'-10'68,"1"0"1,0 1-1,0-1 1,-1 0-1,2 1 1,0 0-1,1 1 1,-3-1-1,-4 2-660,6-1 0,-4 1 0,3 0 576,-1 2 1,3-1 0,0 1 0,-2 1-1112,8-1 0,-2 1 1,2 0 1067,-7 0 0,1 1 0,2 0 1,-1 0 7,1 0 1,1 0-1,-2 1 1,-2-1 35,1 1 1,-2-1 0,-2 0 27,-2 0 0,-1 0 0,-6 0 55,18-3 307,-19-1 733,-29 2-721,-12-7 2616,-21-2-2914,-9 0 169,-30-6-60,27 12 1,-3 0 178,-22-6 1,-1 1-244,16 3 1,0 1 85,0 0 0,-4 0 1,7 2 3,-9-2-95,9 3 0,4 0 218,9 3-224,5 0 64,15 1 90,28 2-33,0 1-127,7 0 1,5 0-8,1 2 1,2 1-89,24 4 1,1 2 636,-17-4 1,0 3-652,2 3 1,3 3 0,-8 0-579,12 9 426,-9 0 1,-5 4-421,-11 17-1816,-21-6 0,-6 3 848,-10 17 1532,-16-8 1,-4-5-1,7-17 1,-14 14-1</inkml:trace>
  <inkml:trace contextRef="#ctx0" brushRef="#br0" timeOffset="18108">5341 5592 20903,'8'-52'1002,"1"0"0,-1 9 1,-3 5-236,-8-6 93,-3 14-617,0 5-287,13 44 43,-1 0 7,5 12 1,-1 4-59,1 14 46,-1 13-723,-6-1 746,-6-16 17,-7 7 55,2-28 163,-3 5 129,6-22-157,3-12-151,1-20-6,2-24-39,5-9 236,-1 25 1,2 2-243,13-18-22,3 10-11,2 10 0,2 11 0,-4 7-62,25 6-5,-7 9-68,20 7-140,-12 12-190,-8 10 135,-14-3-1149,-5 27 62,-14-14-422,2 17-621,-3-18 528,4-13 1298,0-12-228,22-16 839,-13-9 348,27-15 1719,-4-16 62,-2-3-1053,-6 0 1703,-17-5-2001,-13 27 1048,0-16-1371,-6 27 139,-1-3-521,1 11-5,5 15-29,8 6-3352,8 22 3381,-1-6-169,-5-2 1,-2 2 196,0 23-40,-4-14 0,-2 2-22,-6-4 0,-3 0-8,1 0 0,-2 0-6,0-2 0,0-3 2,0 19-44,5-6 17,4-27 84,3-6-17,5-24-6,-4-23 3201,-2-3-3203,-8-5 0,-6-4-18,-1 8 1,-3-2-386,-4-15 1,-1-3 376,0 9 1,-1 0 2,2 3 0,1 2 9,-4-18 22,10 24 0,3 0-28,1-6-17,11-14 11,15 18-16,19 4 11,16 7-481,-24 15 1,0 2 485,22-1-110,-19 9 0,0 4 88,5 12 6,7 17 5,-30-3 0,-25 26 23,-17-16-17,4-13 0,-4 0-34,-24 9-129,-2-11-274,4-10 427,8-9-1396,14-7 1417,11-9 0,8 4 0,4-3 0</inkml:trace>
  <inkml:trace contextRef="#ctx0" brushRef="#br0" timeOffset="18682">6882 5402 23029,'18'54'498,"0"1"1,-1-4 0,-1-5-253,3 4-19,-4-4-42,-5-7 78,-5-7 56,-6-9 61,-3-9 29,-5-9-342,1-8 27,-5-11-55,1-10-16,1-2 16,-3-34-28,9 10 0,1 14 1,2-1 10,6-16 0,3 12-27,6 12-6,-1 12-12,22 1 18,5 9-4,-8 2 1,2 2-6,-1 4 0,2 4-6,5 6 1,-1 2 19,11 8-9,-20-1 1,-4 2-9,-8 11 23,-3 11 5,-13-3 6,-9-6 11,-5-9 56,1-9-12,4-9 96,4-11-117,3-13-6,5-16-6,9-13-17,13-8-165,-7 27 0,3 2 162,2 1 1,1 3 8,28-11-28,-13 13 0,15 9-17,-17 17 1,18 12-24,-11 15-36,-23-12 1,-1 3-211,-1 3 1,-3 3-1251,-2 3 0,-2 0-1209,4 23 2021,-8 4 0,-6-38 0,-1-1 1</inkml:trace>
  <inkml:trace contextRef="#ctx0" brushRef="#br0" timeOffset="19108">8973 5792 17977,'1'-8'3445,"7"-28"0,1-4-2930,-5 19-162,5-19 0,-2 6-146,-6 28-89,0 1-202,-1 4 22,1 9 62,5 10-145,7 30-46,-1-10-179,-2-3 0,0 0-1836,4 18-494,-4-19 0,0-1 2700,6 22 0,-5-23 0,-5-16 0</inkml:trace>
  <inkml:trace contextRef="#ctx0" brushRef="#br0" timeOffset="19475">9245 5388 23114,'-40'-26'117,"0"0"1,1 6 0,8 14-5779,21 31 5672,1 7 1415,7 5-1420,4-14 33,20 27-11,-7-28 949,23 15-759,-12-29 107,8-4-140,-8-7 3756,8-18-3549,-17-2-61,3-14-68,-13 3-39,-10 0-56,-5 5-34,-12 4-122,6 13-29,-7 3-207,-7 14-420,3 8-1625,-8 13 2269,16 16 0,8-18 0,7 1 0</inkml:trace>
  <inkml:trace contextRef="#ctx0" brushRef="#br0" timeOffset="21466">10718 5927 15513,'-2'-7'7153,"0"1"-5658,-8-55-487,6 40-818,-1-13 1,-1 4 386,3 21-538,2 7-39,1 0 12,9 10-3399,13 7 3393,5 6-466,4 3 1,1 2 453,5 5-307,1 8 0,-2 0 285,-10-3-140,-6 3 0,-5 1 168,-11-8 2353,-21 26-2342,1-39 1171,-30 5-1126,22-24 889,-5-13-912,19-7 590,10-22-578,14-4-17,4 10 0,3-1-34,13-14-47,2 13 0,4 3 173,12 1-375,-9 11 1,2 2-329,16 4 174,-5 6-683,-16 18-443,-16 6-195,-3 11 481,-11 4 811,-6 7 522,-4-13 219,-1 2 241,1-14 324,-1 1-337,1-5 595,0-1 331,0-2-740,0 1-454,0-1 118,0 0-174,2-2 85,9 1-158,1-2 45,38-6-117,-4-3-20,-11 0 0,1-2-276,17-14 306,-17 2 87,-5-22-58,-20 12-57,0-9 141,-19 4-84,-8 17-51,-5-3 464,-22 12-458,8 12 5,-15 8-55,9 12-6,4 13 0,9-2-20,12 0 1,3 3 8,1 17-3,7-13 0,5 1-12,6-7 1,6-2-200,5-1 0,4-2 163,21 14-84,3-18 1,5-5-18,-9-8 1,1-3-373,-1 0 0,3 0 1,0-3 312,15-4 1,-1-4 67,1-2 0,0-3 70,-1-4 0,0-2 61,-5-3 1,-1-2-160,-6 0 0,-4-3 226,-7 1 1,-5-1 107,11-22 49,-21 3 2,-22 3 350,-17 4-317,-17 5 10,-11 7-67,-8 8 877,0 9-1006,4 12 409,8 9-470,10 12 5,8 8 23,8 7-28,8-6-17,5 21 6,11-19-18,5 15 29,9-20 22,7-11-5,5-10 220,8-17-198,-8-3 34,-5-8 0,-1-3 55,7-13-56,-11 8 1,0-2 67,3-17 50,-6 2 45,-8 11 0,-5 10-95,-5 11-118,-2 5-33,-2 7 0,-3 7-29,-2 10-72,2 12-370,6 19 208,5-15-505,15 18-409,7-22-767,16 4-1282,9-11-2292,9-12 2118,-30-10 0,1-3 2598,2-4 1,-1-2 823,0-2 0,-1-2 571,-3-4 1,-2-3 3897,21-19-83,-13-6-1087,-10 0-919,-12 2-660,-11 6-577,-12 5-371,-9 8-228,-6 8-202,-5 7-241,7 5 67,-9 15 179,11 5-303,-6 18-21,11-6 2,5 0 0,1 2 3,2 16-25,3-14 0,5 0 30,17 15 1,21-10-23,-9-25 0,4-3 6,6-2 0,4-4-9,15-5 1,1-3-435,-19 0 0,1-2 443,16-5 0,-1-5 8,-21 0 0,-3-3 17,9-8 0,0-4-11,-5-4 0,-3-5-3,-3-5 0,-4-4 2,-4-4 1,-4-2 8,-4 0 1,-5-2 36,-8 9 1,-3-2-1,-1 4-37,-1 4 1,-2 1 4,-4-8 1,-3 6 140,-8 13 6,4 9-79,-1 2-90,9 11-28,4 7 886,4 12-869,0 18-5,0 24-395,-1-18 0,0 2 383,1 6 1,0 1-7,-1 3 1,2-1-37,3 0 1,2-1-74,3-1 1,3-2-82,5-2 1,2-2-183,3-3 1,1-2-374,1-5 1,1-1-3736,2-2 0,0-3 4239,10 4 1,-8-9 0,-19-15-1</inkml:trace>
  <inkml:trace contextRef="#ctx0" brushRef="#br0" timeOffset="21665">13407 5994 24731,'48'-22'98,"-1"1"1,1-1 0,-3 2 0,-1 1 0,0 5-88,11 7 0,-3 5-401,-16 0 0,-1 0 317,8 0 0,-3 2-137,-5 2-1515,-3 2-394,-16 2 2119,-10 3 0,-6-7 0,0-1 0</inkml:trace>
  <inkml:trace contextRef="#ctx0" brushRef="#br0" timeOffset="22231">13109 5966 9559,'3'-3'8032,"0"1"-2974,-3 2-4520,19-60-96,-22 42-33,9-44-56,-30 58 123,-17 8-314,10 2 112,-20 14-27,2 14-207,8-4-1,10-1 0,2 3-28,4 8-16,-1 9-46,29 9 1,11-30-281,15 3 0,9-3-786,-3-13 0,4-4 632,2 1 0,4 0 1,-5-2-1,-6-2 1,-2-3-1,28 3 1</inkml:trace>
  <inkml:trace contextRef="#ctx0" brushRef="#br0" timeOffset="22781">14513 6038 19219,'-48'-1'1079,"1"0"0,-6 1 1,8 1-548,18 2 237,-5 0-663,22-1 499,8-2-230,26-1-246,5-2-45,21-2 60,-6 1-94,-9 0 193,-11 1-282,-11 1-264,-7 1-531,-3 1-1760,4 0 2594,5 0 0,-5 0 0,3 0 0</inkml:trace>
  <inkml:trace contextRef="#ctx0" brushRef="#br0" timeOffset="23891">14865 5902 26194,'16'-34'17,"5"16"-20,6 27 1,3 9-10,20 21 1,-15-5-9,-15-4 1,-4 1-37,-3 14 28,-4-12 0,-3 0-6,-11 12 40,-6-9 22,-5-17 28,-2-10 22,4-16-10,3-12-12,6-19-23,8-11-16,4 6-3,6 11 0,5 1-20,16-8-16,-6 13 0,3 1-194,-1 9 1,2 3 165,3 1 0,2 2-18,2 2 1,1 2 8,0 1 1,1 1 4,-2 0 1,-1 1 11,-1 0 0,-2 0-3,24-4-7,-13 0 113,-16 0 40,-13 1-11,-10 1-62,-8 2-28,-7 1 399,-11 1-315,-11 6-16,-7 5-29,-2 9 55,5 6-99,7 10-1,13 7 0,6-6 6,11-4-5,11-8 10,11-1 1,18 3-403,11-5 420,7-9 30,-27-10 0,-1-2-3,8-4 74,4-13 4,-27-6-3295,0-13 3234,-8-9-16,-6-6 5,-3 0 22,-7 8 257,-6 11-330,-10 14 1,-8 10-29,-3 13 3371,1 9-3388,6 10 1,8-1-129,8 20-33,15-10-68,9 15-106,17-11 139,-1-10-201,1-11 0,2-3-184,21-1 391,-15-4 0,1-3 0,-8-6 1,-1-3 234,24-9 135,-11-11 129,-14-5 129,-12-2 61,-10 3-39,-8 5-78,-10 8 185,-6 7-353,-7 5-118,1 8-45,6 5-11,6 8 5,10 6 7,9 5-1,9 3 6,12 0-12,10 1 18,10-6 16,4-5 28,0-9 45,-4-12-3235,-2-13 3246,-20 0 95,0-14-100,-19 4-34,-2-9 0,-5-2-39,-5-1-23,-2 6-22,-2 6-129,0 8 2967,4 7-6602,1 4 3764,16 12 0,-10-7 0,10 8 0</inkml:trace>
  <inkml:trace contextRef="#ctx0" brushRef="#br0" timeOffset="24131">17028 5573 27264,'-25'46'17,"7"-10"-51,14 4 1,4 3-1152,1-9 1,0 0 1100,0 0 0,2 1-434,6 11 0,4 0-829,1-11 0,3 0-1322,1 4 0,2-2 2669,16 15 0,-19-32 0,-7-13 0</inkml:trace>
  <inkml:trace contextRef="#ctx0" brushRef="#br0" timeOffset="24874">17004 5926 25500,'36'-38'-122,"0"-1"1,-14 5-1,3 8-80,32 23 1,6 12-124,-22-5 1,-1 0-749,13 3 0,-1 1 443,-19-4 0,-1 1-1585,6 1 0,-4-1 887,-7-3 1412,3 0 768,-17-4-247,-9-2 1994,-11-8-561,-4 1 332,-15-4-1788,8 8 208,-8 1-432,11 6-235,0 1-72,5 5 33,6 9-33,7-2 66,13 7-27,14-5-17,17 1-45,10-3-23,0-5 18,-8-7 38,-12-8 23,-12-6-17,-10-8-22,-8-5-11,-5-5 27,-12-4-10,-15 7-29,-1 8-11,-12 11 40,-2 8-1,-13 14-39,3 4-3403,8 7 3398,21 9-140,15-2 151,10 13 11,26 11-23,-1-17 1,1-12 0,4-3-15,-5-9 1,2-1-1108,19 4 0,1-2 1122,-16-5 0,0-1-4,12 0 1,-3-4-273,7-7 298,-11-2 2096,-8-11-2091,-27-8 148,-7-23-142,-4-2 3150,-2-2-3055,4-6-95,6 29 709,9-19-681,16 20 0,8 3-22,13 6-28,-12 11 0,7 4-23,-13 9 6,8 7 0,-5 12-39,-1 12-104,-14-11 0,0 1-92,5 12-278,-8-11 1,-1 1-8612,5 20 9124,-4-6 0,-3-7 0,-9-24 0</inkml:trace>
  <inkml:trace contextRef="#ctx0" brushRef="#br0" timeOffset="25314">18723 6052 24345,'53'-25'286,"1"1"0,-6 1 0,-4 6-247,-5 10-61,-2 4-173,-2 1-829,0 5-4018,3 3 5042,-5 1 0,-11-1 0,-10-2 0</inkml:trace>
  <inkml:trace contextRef="#ctx0" brushRef="#br0" timeOffset="26182">19735 5841 25091,'-49'-19'121,"-1"-1"0,1 1 0,2 2 0,0 2 0,5 9-85,2 17 1,4 7-1039,1 0 1,1 1 1013,-12 14 449,6 16-473,29-15 12,4 5 418,41-4-390,14-17-25,-19-7 0,4-2-377,18-4 0,1-5 376,-14-4 1,-1-2 14,16-2 0,-2-4 372,-14-3 1,-4-4-348,-6-2 0,-3-2-2,7-17 10,-17 4 0,-5-4-19,-4 8 0,-1 0-34,0-6 0,0-2 53,-2-9 1,-2 1 95,-3-14-104,1 24 0,0 1 176,-9-11 213,0 20-364,2 8-101,2 8 6,6 15 857,-1 24-835,2 12 3,0-5 0,1 2-253,2 23 230,3-7 1,0 1-453,-2-15 1,1 0 432,2 16 1,0 0-24,0-13 1,0-3-116,2-4 1,2-1-14,19 22 34,10-13-6,8-14 16,8-15 96,6-16 62,-30-3 0,0-4 24,-1-4 1,0-3 19,-2-3 1,-2-2 13,-3-2 1,-3-2 125,11-24-83,-15 11 128,-18-3-163,-19 21 476,-19-1-504,-10 15-44,3 12 936,11 7-930,15 10 201,10 6-218,11 3 11,9 2 0,8 0 6,13-2-6,11-3 0,10-6 17,4-9 22,-3-7 39,-9-11 34,-12-9-5,-11-11-40,-10-12-28,-11-10 0,-10-8-5,-9-4 22,-6 6-28,-5 10-17,-3 11-17,-2 14-55,2 9-46,4 10-105,6 8-169,7 9-280,8 11-588,16 10-1659,16 8 2908,-1-20 0,2-2 0,3 4 0,1-4 0</inkml:trace>
  <inkml:trace contextRef="#ctx0" brushRef="#br0" timeOffset="26782">20894 5882 19972,'-2'-3'4788,"1"1"-3219,1 2-1592,-11-18 35,8 29-7,-7-7-10,13 36 27,2 3-16,0-2-12,-1-7 6,-2-12 39,0-8 84,-2-9 320,1-3-370,0-16-34,2-6 11,5-22-22,4-8 0,4-10-3,-7 28 1,0 1 46,7-25 1,-5 14-62,-4 18-117,-4 13-23,5 13 129,-1 5 6,19 16-12,4 9-11,10 12 6,0 4-6,-7-4 12,-7-6 10,-12-12-5,-4-5 45,-7-14 73,-1 1 5,-2-11-78,0-6-45,1-11 17,5-13-12,6-12 12,13-4 0,10 2-23,11 8 12,3 9-1,1 13 7,-4 8-1,-3 11 0,9 21-11,-17-2-14,-10 4 0,-3 4-422,3 21 383,-9-16 0,-2 2-219,-2 2 0,-3 0-1257,-1 2 0,-3-2 877,-5-3 0,0-3 1,-2 9-1,-4-19 0</inkml:trace>
  <inkml:trace contextRef="#ctx0" brushRef="#br0" timeOffset="29145">995 8013 23999,'-17'-17'-196,"3"4"145,14 16 62,0 4 12,0 6 38,-1 6-21,-3-4 172,-9 5 113,0-11 84,-4 2-39,6-11-34,2-6-213,3-2 57,0-9-7,0-9-89,2-2-28,1-6-61,8 7-1,5 3-11,11 2-16,11 4 49,11 7-38,11 7-40,5 14 26,-28-1 0,-2 3-48,24 23 16,-15 10 12,-21 9-148,-19-22 1,-7 1 192,-8 4 0,-7 1-721,-8 3 1,-6 0 703,-4 1 0,-3-1 33,1-4 1,-1-2-230,5-6 1,1-5 295,8-7 1,1-5 140,-15-2-51,12-19-10,11-11-7,8-11 259,8-9-376,13 1 1341,9 0-1369,11 8-56,6 11 28,4 12 5,6 17-38,7 12 2,-20-6 0,2 2 10,4 2 0,1 0-206,5-1 0,1-1-250,3-1 1,0-1-1322,2-3 0,0-1 171,-10-3 0,0-2 1655,1-1 0,-4-2 0,-7-1 0,-2-1 0</inkml:trace>
  <inkml:trace contextRef="#ctx0" brushRef="#br0" timeOffset="29429">1880 8128 20011,'-6'0'4447,"1"0"-2638,5 0-1607,-54 3-62,45-3-45,-32-1-33,67-6-12,11-4-11,5-1-16,-2 1-3421,-3 2 3303,-15 5-1491,7 4-201,-20 5 1787,3 5 0,-10-3 0,-1 0 0</inkml:trace>
  <inkml:trace contextRef="#ctx0" brushRef="#br0" timeOffset="32496">3659 8008 16213,'0'-41'1195,"1"1"0,-1 1 0,-1 11-243,-1 23-123,0 1-168,2 0-392,0 2 168,0 0-129,0-1 39,0 0-168,0 1-61,-1 0-73,1 1 95,-1-1-101,1 1 101,-1 0-90,1-1 118,0-1 0,0 0-73,0-1 129,-1-1 96,1-2-225,-1 2 113,-1 0-136,-1 3-60,-8 8 4,-11 9 12,-15 16-8,12-8 0,-1 2-9,-2 5 0,-1 2-1397,0 4 0,2 0 1391,5-6 1,2 0-6,-1 9 0,2 2-317,5 1 0,3 1 306,0-3 0,3 1-109,5 3 1,5-4 164,20 10-17,5-19 17,24-10 2,-18-19 1,1-5-1,1-1 1,1-4-3,6-4 0,-1-4 16,-11-2 1,-2-2 145,17-22-101,-17 7 124,-16-19-118,-21 16-17,-7-14-50,-3 23 162,-9 1-84,13 16 2400,-2-1-2473,12 8 722,5 3-761,9-3 345,14-4-344,5 1-1706,5 0 1,2 0 1699,4 1-4,-4 1 1,-2 2-19,0 2-18,6 3 28,-17 1-22,10 9 12,-20-3-24,16 14 40,-16-5 0,4 5 0,-11 7 0,-8 11 6,-5 6-6,1-12 0,0 0-28,-4 6 17,2 13-90,9-24 3202,8 6-3560,10-6-314,16-8-393,18-10 435,-18-9 1,2-4 24,6-2 0,1-4 199,13-9 0,-1-2 160,-17 5 0,-2-2 417,12-9 0,-6-3 423,-4-12 264,-2-11 179,-20 1-18,-12 5-162,-10 7-184,-5 8-191,-7 9 389,2 9-574,-16 8-83,5 13-62,-15 11-34,15 4-1,-4 19-32,11 16 10,6 1 6,10-25 0,4-1-34,13 13 34,12-10 51,13-10-6,10-11 44,8-11 12,-1-15 61,-5-8 51,-13-13-28,-13-7-67,-14-7-74,-10-5 18,-9-1-6,-9 2-56,-10 10-6,4 14-128,-27 10-174,12 17-588,-15 12-2874,21 17 3770,15 4 0,12-11 0,6-10 0</inkml:trace>
  <inkml:trace contextRef="#ctx0" brushRef="#br0" timeOffset="32912">6406 8307 20928,'16'-52'600,"-1"-1"0,1 1 1,-2 5-1,-1 2 1,-2 5 307,1-18 34,-6 22-769,-5 20-62,-6 27-94,-8 27-17,3-4 0,0 6-485,-2 10 1,1 4 464,1 7 1,1 3 4,4-21 0,2 1 0,1 0-373,1 1 0,2-1 1,1 0 170,2-1 0,1-1 1,1 0-375,5 16 0,3-2-563,0-6 0,-1-3-1655,-2-9 1,-1-4-2530,3 11 4683,-15-17 0,1-20 0,-4-3 0</inkml:trace>
  <inkml:trace contextRef="#ctx0" brushRef="#br0" timeOffset="33345">6205 8746 18936,'-14'-61'1618,"-1"-1"1,1 6-1,7 8-1399,19 9-146,16 5-40,23 4-19,-17 17 0,4 0-558,6 0 1,3 1 543,3 1 0,1 1 0,1-1 0,1 1-8,-1 1 0,-1-1-12,-2 0 0,0 0 9,-4 1 0,0-1 0,7-3 0,-3 1-1,8-1 198,3-1-124,-58 20 16,-6 2-11,-14 9 113,-17 12-12,-5 9-390,14-12 0,2 1 222,2 1 0,3 0 0,-5 15 11,20 14 12,20-26 832,16 8-754,15-23-17,-5-17 0,1-4-6,10-4-28,-16-1 1,-3-3 247,-4-10 639,-9-6-629,-4-14-118,-16-7-61,-17-3-6,-14 4-11,-14 10-73,5 14-22,8 16 0,-1 3-90,-5 3-218,-9 6-387,27 11-1781,11 12 2459,16 11 0,-6-15 0,8-2 0</inkml:trace>
  <inkml:trace contextRef="#ctx0" brushRef="#br0" timeOffset="34669">9219 8497 25410,'18'-36'126,"0"0"0,13-12-81,-31 63 67,2 23-39,-7 8-34,0-14 0,-1 1-11,-2 3 0,-2 0-14,-3 5 0,0-2-25,-5 13 17,-2 5-6,15-42 151,0 1 353,6-19-392,4-12-78,1-4 27,9-25-10,1-8-163,-5 16 1,0-3 136,3-10 1,1-2-317,-3 8 1,1 1 281,2-4 1,0 2 8,4-4 0,7 8 6,-5 21-40,17 3 23,-11 12-6,27 23 6,-29-2-6,0 3 0,-1 4-11,2 18-11,-9-7 0,-3 1 22,1 14 8,-10-8 1,-5-2 3,-3-7 234,-7 22-223,3-35 724,0-3-584,5-15-96,4-15-27,4-13-35,2-1 24,3-3 38,13-9-39,0 6-11,15-10-368,-4 15 373,-7 12-21,7 4-46,-7 9-33,13 13 22,-8 7 6,1 14 39,-14-5-34,1 10-61,2 1 39,3-1 22,3-4-134,18-10 129,-17-15 19,2-2 1,1-3 13,4-5 108,1-3 1,2-3-41,10-9 22,-12 1 0,-2-1-6,-1-5 79,-2-12 140,-23 7-163,-7 2-72,-12 2-17,-13 15-12,-10 6 226,4 5-220,-17 13-16,24-3-29,-21 22 23,26-8-23,-3 14 23,13-12-11,10 7 16,13-2 6,-1-6 0,22 3 50,-13-23-38,4 0 49,3-19 51,-5-12-84,0-1 62,-4-14 22,-11 9-56,-2 0 129,0-9 67,-5 16-185,-1 0 0,-2 12-95,-2 10-162,0 1 139,0 9 46,0-1-12,7 22-28,5-4-39,11 11-39,8-7-6,9-4 62,6-10 67,5-7 17,-12-10 33,12-16 12,-23-1 66,7-11 18,-19 5 28,-6 3 27,-5 7-111,-3 6-79,-1 5-5,-7 14-12,2 4-44,-5 14 5,5 1-34,4 3-33,4-7-672,13 9-526,0-16-1821,11 5-6700,-3-15 7954,-7-5 0,-7-4 0,-9 0 0</inkml:trace>
  <inkml:trace contextRef="#ctx0" brushRef="#br0" timeOffset="34820">11150 8344 22268,'0'-6'3114,"0"1"-3601,0 5-1485,7-36-1030,0 35 3002,7-22 0,-7 34 0,-1 1 0</inkml:trace>
  <inkml:trace contextRef="#ctx0" brushRef="#br0" timeOffset="35187">11492 8522 26558,'-1'40'40,"1"-9"-40,-5 26-6,2-22 0,0 12 29,1-24-12,2-11 146,4-7 39,8-12-45,15-11 39,15-17-58,-16 12 0,2-2-34,1-3 0,0 1-23,0 0 1,1 1-26,-4 3 1,1 2-18,21-9-16,-8 13-34,-5 12-5,-5 14-62,-1 12-207,-1 14-544,-2 14-2941,-6 9 3776,-9-5 0,-5-18 0,-6-15 0</inkml:trace>
  <inkml:trace contextRef="#ctx0" brushRef="#br0" timeOffset="36090">12359 8725 19703,'-6'-7'4380,"2"1"-4100,4 6-84,0 0-1036,-5-12-432,4 16-811,-1-10 2083,6 21 0,-1-9 0,0 1 0</inkml:trace>
  <inkml:trace contextRef="#ctx0" brushRef="#br0" timeOffset="36341">12723 8635 22436,'2'-4'3288,"-1"1"-3154,-1 3-111,5 16 22,-1 38-57,1-21 1,-1 2-228,-1 6 1,-1 1 184,0 2 1,-1 3-348,-7 14 1,-2-1 237,4-17 1,-1 0-250,-8 20 1,-4-4-1163,-12-14-17,-1-3 1591,-20-14 0,32-19 0,-9-2 0</inkml:trace>
  <inkml:trace contextRef="#ctx0" brushRef="#br0" timeOffset="36548">12633 8347 18924,'1'-5'3831,"1"0"-3411,-2 5-1708,4-14-3988,-3 26-3417,4-16 7845,-4 27 0,0-15 0,0-3 0</inkml:trace>
  <inkml:trace contextRef="#ctx0" brushRef="#br0" timeOffset="36981">13256 8390 24967,'-30'26'101,"-1"-1"0,11 9 0,12-2-40,29-5-229,5 0 0,3 1 193,-4-8 1,1 0-26,11 10 0,1 1-14,-9-7 0,-3 0-12,0 1 1,-7 0 111,-10 9-131,-16-9-177,-28 2-324,3-13 0,-3-3-76,-22 6-1678,-1-15 1,3-6 866,12-9 424,4-4 1,4-7 342,17-21 836,10 13 1,4-3 630,7-2 0,5-1 171,2 0 0,4 1 120,3 4 0,2 2 527,14-19-1042,-10 20 117,-5 8-330,-12 16-218,0 8-6,-9 16-163,-10 21-167,-3 1-773,-2-5 0,-1 0 963,-12 18 0,5-7 0,9-19 0</inkml:trace>
  <inkml:trace contextRef="#ctx0" brushRef="#br0" timeOffset="38678">3639 10295 18336,'18'-48'1665,"0"0"1,-2 5-1,-4 9-1138,-11 25 369,0 3-824,-1 3-161,0 2 33,0 8 67,-1 3-84,-2 31-72,1-13-474,-1 9 0,1 3-2019,0 12 2509,3-11 0,-1-1 0,1-3 0,4-6 0</inkml:trace>
  <inkml:trace contextRef="#ctx0" brushRef="#br0" timeOffset="39052">3971 9894 21999,'-34'16'-31,"0"0"0,-13 15 93,64-4 33,14-8 29,11-10-51,-4-10 53,-7-7 0,1-5 182,8-12 229,10-12 102,-28 6-197,-19 3-235,-18 4-117,-16 4-12,-11 7-27,-8 7-96,3 8-129,7 9-162,11 9-297,13 11-537,8 9-1507,11 9-880,1-6 2709,6 5 0,-5-30 0,-1 0 0</inkml:trace>
  <inkml:trace contextRef="#ctx0" brushRef="#br0" timeOffset="39652">4383 10109 18677,'0'-5'4308,"0"2"-3731,0 3-577,0-7 50,5 37-22,-1-4-5,1 25 10,-3 4-22,-6-10 12,0 7-18,-2-11 29,1-15 302,3-14-67,1-9 268,7-16-279,1-7 28,6-17 5,-3-7 1,4-17-220,-4 19-10,2-6 22,7 10-62,1 12 6,14-8-22,1 20-6,4 8-6,2 12 6,-2 12-61,1 25 61,-15-9-11,-3 22 16,-17-14 12,-1 8 28,-7-4-28,-1-11 50,-1-13 134,2-11 7,2-12-141,2-12-45,2-13 17,4-13-33,6-8 11,7-1 39,5 4-51,5 8-27,2 12-17,5 10-6,3 9-73,2 15-139,1 11-135,-3 16 106,-10-3-445,-14-2 0,-2 3-1313,2 21-335,-6-16 1,1 2 2378,0-4 0,-2-3 0,1 5 0,2-7 0</inkml:trace>
  <inkml:trace contextRef="#ctx0" brushRef="#br0" timeOffset="40103">5426 10545 19680,'24'-46'1766,"1"-1"0,-3 7 1,-6 6-910,-13 16-672,-3 10-146,-1 12-33,1 22 16,-1-2 12,4 33-23,7-8-387,-3-16 0,1 1 387,3 1 1,0 0-18,-1 3 0,-2-1-76,-1 3 0,-2 0 71,-4 1 0,-3-2-6,-3-2 0,-4-2 6,-12 21 33,-1-21 34,2-27-44,9-13 16,1-27 5,6-11-19,2 10 0,1-2 36,2-6 0,1-1-36,1-3 0,0-2 3,2-1 0,0 0-1,1 1 1,0 0 14,-2 3 0,0 0-9,1 3 1,0 2-15,-1 2 0,2 1 3,1 4 1,3 1-15,7-3 0,2 4-2,10-9 134,-4 17 0,3 3-151,13 5-6,13 4 6,-5 11-1,-3 14-5,-5 14-28,-8 11-5,-13 10 21,-23 2-72,-23 3-25,4-28 0,-4-1-194,-4-1 0,-1-2-554,0-2 1,0-3-5849,-21 6 6733,19-12 0,15-9 0,13-3 0</inkml:trace>
  <inkml:trace contextRef="#ctx0" brushRef="#br0" timeOffset="40479">6362 10113 25354,'-46'36'61,"1"1"1,10-12 0,5 1-62,11 9 0,6 1-5,8 13 2,13-15 0,3-1 14,7 10 8,12-17 1,4-7 14,-1-7 84,29-1 22,-27-18 50,3-8 45,-11-10-50,-10-12-67,-10-9-54,-9 12 0,-3 0-19,-2-12-190,-2 14 1,-1 3 172,-1 6-6,-5-4-134,-23 6-291,18 12 17,-14-3-864,28 18-1119,17 5-7462,26 10 8412,-10-6 1,9-2 0,-28-11 0</inkml:trace>
  <inkml:trace contextRef="#ctx0" brushRef="#br0" timeOffset="40812">6801 10155 20901,'0'-3'4094,"0"1"-2139,0 2-1994,10-22 56,20 44 5,10-11-36,-12 16 0,-2 8-8,0 3 0,-4 1-113,-5-6 1,-4 2 123,-1 2 0,-4-1 11,-9 6 33,-11-8-5,1-20 79,-10-3-85,11-12 29,-5-9-51,10-21-12,3 5-16,23-32-442,10 25 145,9-6-538,14 16-1338,7 13-270,-27 6 1,1 1-549,20 3-4536,-9 12 5880,-23 5 827,-5-1 0,-7-4 0,-8-8 0</inkml:trace>
  <inkml:trace contextRef="#ctx0" brushRef="#br0" timeOffset="41112">7469 10454 24551,'42'2'259,"0"1"1,-5 4-1,-7-8 705,-8-39-841,6-17-93,-12 24 1,1-2-63,-1-1 1,0-1 62,1-5 0,-1 0 25,-5 7 0,-1 0 70,1-11 0,-1 0 2,-5 12 1,-2 3 84,-4-21 132,-5 33-323,-1 11 380,2 6-419,-4 22 34,2-2-17,-1 19 0,1 6-12,1 6-359,3-7 1,0 8-1,3-4 242,4 3 1,2-2 10,-2 9 0,5 3-685,6-8 0,6 1 1,-2-7 144,-4-13 0,1-1-1992,6 8 1,3 4 0,-3-8 2649,8 0 0,-6-7 0,-12-16 0</inkml:trace>
  <inkml:trace contextRef="#ctx0" brushRef="#br0" timeOffset="41269">7768 10273 20814,'44'-18'-135,"0"0"1,0 0 0,1 0-1,11-15 1,-6 9 0,-18 23-1,0 1 1</inkml:trace>
  <inkml:trace contextRef="#ctx0" brushRef="#br0" timeOffset="42895">9789 10279 16264,'-17'-42'412,"1"1"1,-1 4 0,-3 9 1851,-23 21-1979,-4 10-111,1 10-85,3 11 673,7 10-774,10 4 403,13 0-346,19-3 1418,16-5-1295,21-6-110,-13-14 1,2-3-14,22 3-9,-17-7 1,0-1 36,23-2-23,-8-1 90,-14 0 50,-28 1-61,-11 2-101,-4 0 34,-5 5 44,-23 12-67,0 0-5,-17 11-34,11-7 11,8 0-5,8-1-1,7 0-5,6 2 28,3 1-16,4 8-24,2-11-4,5 10-1,7-14 0,7 2 28,6-4-11,-5-8 39,1-1 17,-14-2 62,-9 6 44,-21 9-78,-23 9-481,14-10 1,0-1 415,5-2 1,-2 0-1564,-10 9 0,2-1 1538,11-4 23,-12 15 61,48-24 40,13 0-51,21-4-56,0-3-140,-1-4 1,3 0-488,-11-1 0,1 0-3494,16-1 0,0 0 4110,-14-1 0,-4 1 0,10-2 0,-22 2 0</inkml:trace>
  <inkml:trace contextRef="#ctx0" brushRef="#br0" timeOffset="44169">10792 10543 23203,'7'-62'409,"-1"20"-207,-6 59-29,0 15-21,0 15-40,0 11-65,-1-20 1,1 0-26,-1 13-5,0-17 0,0-3 0,1 4 11,0-1 168,0-10 341,0-13 225,0-7-655,-1-21-57,-3-5-16,-7-35-23,1 17 3,2 7 0,0-1 8,-1-18-372,4 18 0,1-2 366,0 2 1,3-1-3,4-6 0,2 3-19,2-13-1,16-7-16,1 31-6,14 0 5,9 8-1572,-14 14 1,0 2 1594,13 3-29,-14 5 0,0 4 6,4 17-16,5 15-6,-11 11-865,-21-16 0,-5 0 899,-2 14-32,-14-11 0,-3-3 54,-5-7 23,-23 16 2238,16-28-2104,-8-3-7,11-11-43,4-10 3274,12-2-3319,3-9 118,3 7-202,12-20-12,6 14 23,7-8-5,14 14-6,3 7 11,-3 7 0,1 2-6,18 5-11,-17 5 0,4 4 1,-7-1-493,11 11 436,-3 1 1,-5 2-18,-21-4-50,-5 17 22,-31-10-64,-7-10 0,-5-2-48,-19 7-1116,-5-14 1,1-3 113,5-7-2364,5-5 0,1-3 3596,5-7 0,7 0 0,17 2 0</inkml:trace>
  <inkml:trace contextRef="#ctx0" brushRef="#br0" timeOffset="45336">11501 10370 23685,'31'11'336,"1"1"0,20 7-272,-4 4 1,0 1-1299,3 4 1253,-5 0 1,-3 3 8,-8 12 28,-7 14 419,-24-1-414,-15-24 1,-5-2-11,-8 9 252,-23 3 5,15-31-190,7-4 39,3-17 595,18-11-673,4-15-18,12-10-44,13-5-6,-6 25 1,5 0 2,9-3 0,4 2-12,-3 6 1,1 1-294,7-1 1,-2 3 295,12 0-33,2 3 23,-20 9-18,0 1 12,-15 6 11,-10 3 23,-8 9 16,-6 7 548,-3 12-587,-5 20 0,5-1-11,2 0 22,15-4-11,10-13 17,24 7-6,-10-16 78,24-4 51,-25-17-78,5-3 106,-4-8 45,-10-9-28,3-11-1,-7-23-150,-9 12 33,-8 0 0,-2 0-16,-2 4 50,-9-27 39,0 33-34,-9-4-117,6 16-45,-20 12 0,7 15 28,-7 3-101,3 14-123,15-1-426,10 22-44,21-5 257,10 0-289,-3-24 1,7-2-3109,19 2 0,3-4 2341,-17-2 1,3-2-591,4-2 0,4-2 0,-5-2 879,11-3 949,-10-5 1,-1-2 1655,9-9 2436,0-11 739,-21-4-112,-17-8-2537,-7 7-448,-7-3 517,-1 16-696,-11 2-1139,6 10-54,-12 0-57,6 11-11,-1 6-16,5 3-6,4 19 11,12-8-6,1 6 17,25 3 17,3-16-11,10 3 39,-8-16 0,0-4-28,4-2 31,2-6 0,-2-2 19,-9-4 202,21-21-196,-38 15 84,5-16 62,-18 8-118,-4 4-56,-7 4-56,-4 12-12,-3 10-10,4 0-17,0 19 16,11-1 7,8 13 10,5-11 17,31 10 0,3-15-5,11 3 19,-13-16 0,0-2-260,15-2 249,-17-4 0,-2-2 98,6-10 78,-16-17-156,-16 6-17,-11-9 56,-19-10-57,-3 7-4,-6-9-3340,-7 5 3211,17 23-1124,-10-6-1039,21 21-4374,1 8 6654,10 5 0,-2-1 0,2-3 0</inkml:trace>
  <inkml:trace contextRef="#ctx0" brushRef="#br0" timeOffset="45879">14220 10543 25539,'-15'-42'248,"-1"0"1,2 2-1,3 13-371,8 25 84,1 8 83,4 11-21,3 16-18,4 17 29,6 11-9,-6-26 0,1-1-148,2 1 1,3 0 105,2-1 0,3 0 20,3-3 0,1-1-14,1-2 0,0-2-101,17 19-124,-18-8-167,-24-7-120,-26-7-20,-24-9 226,16-10 1,0-3 2,-23-5-28,17-8 1,2-4-457,-2-18 551,-5-10-207,33 10 1,7-3-645,9-21 120,1 17 1,3-1-412,4 10 0,4 2-745,20-20 1636,-3 18 940,12 6 1793,-24 16 852,4 1-1266,-19 7-783,-10 5 21,-5 1 269,-7 6-763,-6 3-72,-9 14-415,8-5 1,-12 20-74,12-4-16,-5 17-45,16-26 0,1 2-325,1 8 1,1-1-192,0 15-425,6-18 0,3-2-632,5-5-8202,19 12 8975,-10-26 1,8 1 0,-16-14-1</inkml:trace>
  <inkml:trace contextRef="#ctx0" brushRef="#br0" timeOffset="46435">14565 10899 4680,'7'-7'9196,"-1"2"-4280,-6 5-916,0 0-3899,41-54 860,-31 41-941,12-18 0,-2 8 465,-17 23-429,9 0 1513,12 0-1547,19 0 1,15-1-142,-25 0 0,1-1 147,0-2 0,0 0 95,24-11 2,-12-5 54,-16-6-16,-15-3-46,-13-3-50,-17 2-11,-14 2 0,-12 8 242,5 6-253,-14 7-28,20 8 50,-10 6-78,15 9 5,5 12-5,6 21 11,8-11-11,7-6 0,5 0-17,15 13 8,-3-16 0,4-1 3,6-1 1,1-2 10,21 12 6,-17-19 0,1-4-5,26 3 10,-2-7 18,-2-10 27,-19-12-11,-13-2 51,7-20-40,-11 2-22,5-7 14,-9 11 0,2 1 31,10-12-42,-7 12 0,2 0 30,15-9 1,2 8-23,1 10-33,1 8-6,0 12-34,-2 12-16,-7 14-29,-9 16-251,-11 12-2425,-13-17 0,-3 1 286,-4 16 2469,-2-19 0,0-5 0,1-13 0,0 0 0</inkml:trace>
  <inkml:trace contextRef="#ctx0" brushRef="#br0" timeOffset="48077">16086 10715 25506,'11'-42'-17,"-1"28"-5638,-10 47 5649,0 10-5,0 16 1292,-1-9-1287,1 12 448,-2-29 1,1-1-420,-3 13-18,0-9 225,-1-20 3302,4-12-3146,-2-2-3,2-10-349,-2-10 16,-2-26-39,1-7-1688,2 15 1,1 0 1693,3-17-6,0 16 1,3 0-170,2 5 0,1-1 150,2-9 0,5-2-33,3 5 0,3-2 0,1 3 16,4-3 0,3 2-3,1 6 0,3 1 0,-1 6-14,0 9 0,0 5-3,3 2 0,-2 5-17,12 15 29,-10 13 10,-13 5-5,-5 23 12,-18 0 2,-5-17 0,-6 1 1222,-14 8 1,-6-3-1203,2-6 0,-3-4 2,-1 0 0,-2-3 20,5-10 0,2-3 548,-13 0-475,8-3 263,9-8-291,21-4-291,2 0 100,11 0 118,2 1-39,39 9 5,3 2 312,-20-3 0,1 0-301,7 2 1,0 0 13,-5-3 1,2-1 22,19 2 0,1-2-310,-10-1 1,-1-2 312,6-3 0,-4-2-1,7-2 24,-3-9-12,-14-11-6,-5-2 253,-4-9-168,-19 10 707,-6 5-786,-8 9-33,-10 4 16,-19 9-5,-12 11-29,-4 8 1,11 6-34,12 6 22,12-2-5,3 1 5,12 15 40,15-13-1,4-8 1,4-2 0,15 1 5,-5-12 0,0-4-22,2-4 30,-1-8 1,0-3-9,-3-2 42,-1-8 1,-3-4 58,-5-15-62,2-9 29,-16-12 21,-14-6-32,-8 1-57,2 30 0,-3 2-11,-17-2-34,0 14-38,2 10 16,2 11 5,3 10-44,4 12-51,1 12 34,7-3-235,4 14-493,15 8 212,15 0-1379,7-23 1,5-6 1899,17 0 68,-6-16 0,3-6-487,-14-9 0,-2-2 531,1 2 1,0-2-63,10-10 0,-2-3 281,5-11-76,-15 7 1,-2-2 181,-1-18-134,-12 10 409,-14-3-459,-13 20 2622,-10-1-2701,-11 21 1458,-3 9-1525,3 10 462,9 7-502,12 4 52,13 3-1,12-1-11,15-1 0,2-11 28,0-9 0,4-4 45,17-1-259,-14-4 0,0-2 304,19-13 61,-10-7-90,-17-5 119,-7-26-147,-17 18 12,-3-7 0,-3-2-40,-7-6-1605,-1 9 0,-1 1 1578,-4 0 286,-2 3-354,9 23-627,1 2-280,3 9-1070,5 8-5052,11 10 7939,4-1 0,-3-6 0,-5-7 0</inkml:trace>
  <inkml:trace contextRef="#ctx0" brushRef="#br0" timeOffset="48328">18461 10462 24116,'-1'-57'924,"0"-1"0,0 8 1,-1 9-651,-2 22-274,0 10-123,1 9 73,-1 33 44,1-3 6,1 8 0,1 6-656,0-4 1,1 1 610,0 13 0,2 2-123,0 1 0,1 2-1155,2-14 0,2 0 1,-1-2 935,1 2 1,2-1-863,5 12 0,2-3-3523,8-2 4772,5 1 0,-11-25 0,-7-14 0</inkml:trace>
  <inkml:trace contextRef="#ctx0" brushRef="#br0" timeOffset="49095">18328 10785 18123,'-2'-7'4537,"0"2"-3523,0-59-880,12 42-131,-4-14 0,6 4-3,28 24-17,14 8-301,-21 4 1,1 0 177,3 3 0,1 1-93,0 0 1,1 2-40,-2-1 1,0-1 57,-3 0 1,-1-1-50,26 1 235,-12-4 168,-14-7 152,-11-4 190,-11-5 173,-7-2 499,-8 0-616,-4-2-4,-6 4-126,-7 1-149,-2 5-131,0 3-111,4 4-39,-1 11 27,11 4-10,-1 12-1,18 1 45,14 2-5,20 1-12,14-4 9,-25-17 0,0-2 81,26 2 34,-11-11 10,-15-9-16,-11-6-50,-11-7-51,-4-4-5,-8-3-6,-5 1 5,-8 3 1,-7 7 0,-9 7-29,-5 6-22,-5 10-5,-5 15 22,18 0-17,-1 20 12,21-4 10,5 13-22,15 1 17,12-1-11,15-5 11,11-7 6,-7-12 13,-8-14 1,0-2 2,13-2-19,-14-4 0,1-1 19,13-9 23,-8-9-11,-9-12 5,-11-13 6,-8-9 16,-5-2 18,-4 4 33,0 7 17,1 6-51,3 7-16,2 4 5,5 7-45,15 3-33,-5 7 22,24 4 6,-5 11-6,9 8-5,-6 15-12,-24-6 1,-3 3-1,3 11-22,-1 21-6,-9-20-285,4 13-1400,6-1 1719,-4-24 0,0-2 0,2 4 0,3-6 0</inkml:trace>
  <inkml:trace contextRef="#ctx0" brushRef="#br0" timeOffset="50097">21270 10807 22727,'-7'-38'377,"0"1"0,-2 2 1,-5 10-82,-37 24-162,19 5 1,-2 2-797,-8 2 0,1 1 698,6 1 1,0 1 2,-9 5 0,2 1-18,8 2 0,2 1-46,4 0 0,3 1 341,-10 26-260,44-12-12,10-9 15,13-10 0,7-4-6,-8-6 0,3-3-263,14 1 0,1-3 316,-10-5 0,-3-4 29,-4-4 0,-3-2-45,9-10 935,-14-25-852,-17 13-21,-3-16 365,-6 15-299,-3 10-72,1 12-129,1 8-140,2 5 645,0 7-556,1 7 28,0 13 6,4 10 0,2 9 0,4 1-33,1-2 16,3-5 11,5-8 29,8-9-1,-3-10 29,33-7-7,-15-12-2,-10 1 0,-2-1 76,15-19 5,-9-8-72,-10 2 47,-11 2 0,-3-3-3,-1-19-192,-4 15 1,-2-1 287,-9-18-7,-2 13-32,-4 15-57,4 13-106,2 10-62,3 5-50,1 1 61,2 8 400,11 11-310,2 5-23,8 6 1,4 4-31,-6-6 0,0 2-415,11 13 0,0 2 423,-7-7 0,-3-1-39,-3-1 0,-3-1-65,-4-3 1,-5-1-367,-8 25-711,-19-6-4046,-19-4 5244,-2-12 0,13-14 0,11-10 0</inkml:trace>
  <inkml:trace contextRef="#ctx0" brushRef="#br0" timeOffset="51645">22574 10776 18095,'-5'-56'2057,"1"0"1,-2 3-1,-2 8-1273,-4 8-560,1 12-83,7 19-141,3 7 6,7 10 33,8 17-14,3 4 0,0 3-11,-1 1 0,0 1-366,1 10 1,-2-1 363,-1 16-4,-11-28 0,-3-1 54,-12 18-6,4-10 286,-13-4 16,10-29-212,-1-3-51,4-10 28,-6-24-84,4-9-14,2-1 1,1-5-35,3 5 1,2-1 237,-1-1 0,2 0-224,0-3 1,2-2 8,1-1 0,1-1-9,-1 1 1,2-1-20,1-3 0,3 4-31,8-14-50,7 20 50,-3 17-3352,26 9 3364,-17 12-40,6 10 0,1 4 61,-4 8-8,-1 15 1,-3 6-68,-12 3 89,-4 2 1,-8 4 11,-18-10 0,-7-1 3,0 0 0,-4-1-577,-13 2 1,-3-6 567,12-13 0,0-3 6,-5-2 0,1-1 2227,-14 1-2185,10-4 117,8-5-150,25-5 301,6-1-336,5 0 1687,34 0-1686,11 0 2,-11 1 1,3 1 6,0-1 1,0 2-13,1 0 0,0 0-28,0 0 0,-2 1 11,-11-2 1,0-1-57,13 0 0,-3 0-189,1-4 189,0-2 0,1-3 25,3-8 45,-15 3 1,-1-1 5,11-13 11,-14 4 28,-1-8 39,-17 12 6,1-6 11,-13 11 587,-3 5-626,-20 3-17,-5 7-39,-27 13 223,21 0-240,-9 18 11,28-4 6,1 11 0,9 1 11,7-9 34,16 10-29,-2-20-8,11 0 1,6-2-10,18-2-2,-10-6 0,2-3-138,-6-4 0,0-3 177,-2-3 1,-2-4 74,22-9-4,-16-12-52,-14 2 80,-9-14-85,-18-25-28,-2 19 0,-4 9 0,-4 2-22,-12 6 6,-1 2-12,-7 9-17,0 12 17,0 9-16,3 4-85,3 24-89,17-4 220,4 19-343,25-5-181,20-2-2,-11-21 1,4-3 150,5-2 1,0-3-3,26 3-6,-15-10 1,-1-4 235,13-8 159,-19 1 0,-2-2-6,7-17 127,-13-6 145,-11-4 129,-7-3-174,-7 9 628,-3-7-560,-2 20 759,-3-8-978,-1 19 52,-7 1-147,2 7-23,-13 17 23,6 4-16,-5 16 4,10-10 24,4 9-24,8-8 7,14 14 16,9-10 34,17-1 16,0-18 74,-1-8 61,-6-12-6,-9-8 1,-6-10-51,-10-8-73,-6-6 0,-12-6-5,-5 0 5,-7 1-73,8 16-95,2 6-257,9 16-241,-1 3-522,9 5-1673,11 8-7037,11 5 8369,-4 0 1,-7-6 0,-13-7 0</inkml:trace>
  <inkml:trace contextRef="#ctx0" brushRef="#br0" timeOffset="51912">24696 10492 21032,'5'-45'977,"0"-1"0,0 1 1,2-17-1,-3 8-237,-5 5-97,-2 17-531,-1 15-77,0 10-113,-2 21 148,-5 16-65,4-1 1,-1 4-14,-1 9 0,2 2-355,-1 5 1,2 2 289,2 2 0,1 0-90,1-2 1,3-1-124,4-3 1,2-2-225,2-3 0,3-1-484,3-5 0,1-2-1432,0-4 1,1-3 2425,15 16 0,-15-22 0,-5-8 0</inkml:trace>
  <inkml:trace contextRef="#ctx0" brushRef="#br0" timeOffset="52679">24603 10717 14409,'-5'-7'6990,"2"2"-6362,3 5 145,0 0-487,-25-63-331,23 44-14,-6-16 0,6 5 3,21 27-319,44 7 140,-21 1-264,11 3 0,6 2-167,-12-2 0,-1 0 295,1 0 1,0 0-28,2-2 0,-3-2-117,5-4 476,4-8 397,-16-5 371,-14-6 985,-11-6-1076,-9 8 522,-5-6-242,-7 11 120,-6-3-523,-6 4-168,-9 3-313,8 5-23,-6 7-6,11 7 12,-1 10-11,7 7 16,9 5 24,15 3 10,15-2-28,1-8 16,0-11 1,1-3 45,14-3-34,-14-3 0,0-3 78,12-9 34,-9-7-11,-11-9-45,-9-5-28,-9-4-22,-13-5-29,-10 3-16,-16 2 17,-10 7 5,-5 6-34,2 8-49,0 17 21,20 8 18,3 7 5,17 12-6,4-9 0,7 21 1,9-3 2,-1-15 0,4 0-195,4 1 1,4-2 200,4 1 0,3-3-1,1-1 1,1-3 5,-1-4 1,-1-2 2,24 3-3236,-3-11 3269,-23-8 18,6-8 22,-18-6-22,2-10-34,-3-9 279,-2-9-229,2-18-50,-5 19 28,7-16 0,-4 27 3415,7-4-3427,4 9-3385,11 6 3369,-9 10-17,15 4 0,-15 11 0,6 8-5,-9 4-40,9 27-27,-13-1-116,-7-10 1,0 3-2017,-3 5 1,-3 1 1738,-2-10 0,0-1 1,2 23-1,-6-33 0</inkml:trace>
  <inkml:trace contextRef="#ctx0" brushRef="#br0" timeOffset="54519">26604 10333 18837,'57'-21'119,"1"0"1,-12 3-1,-3 4-130,7 8-15,-23 5-30,-19 3 478,-8 6-210,-8 1 109,-18 14-58,-28 11-188,25-17 1,-2 1-320,-8 4 0,1-2 294,-10 4 46,-6 4-108,30-12 7,-5 2 10,22-7 152,14 8 11,14-3-89,5 7-15,9-8 0,4-2-53,-7-2 1,2-1 23,13 6 0,1-1-38,-11-2 1,-4-1-32,18 10 40,-20-2 67,-18 3 44,-15 2-16,-13 5-51,-11 2 12,-7 0-40,6-8 6,-9 6 657,18-15-707,-3 3 11,14-11 78,6-5-22,4-1 89,17 1-123,5 4-11,2 0-5,-2 2-40,-5 1-17,-4-1-89,7 3 22,-9-5-419,-3 2-247,-22 3 302,-1-1-246,-18 1-2283,-3-3 0,-1 0 3022,-17 2 0,-9 2 0,36-7 0</inkml:trace>
  <inkml:trace contextRef="#ctx0" brushRef="#br0" timeOffset="55961">28285 10191 22212,'-7'-41'713,"0"-1"0,0 3 0,-1 10-573,0 21-156,-5 11 16,3 9 5,-3 16 1,0 6 11,0 15-12,3-5 1,-2 8-1,2-1-1239,2 5 0,0 1 1204,1-2 0,-1 5 1,1-4-36,1 2 1,0 0-252,1 1 1,1 5 0,0-6 29,1-10 0,-1 1-316,0 0 0,-1 7 0,-1 0 0,1-9 268,0-5 1,-1-3 225,-3 5 0,-1 4 0,0-11 1112,-4-9-713,-2-16-185,10-33 146,12-39-364,-2 27 1,1-3 217,1-4 1,1-3-1,0 0-487,2-13 1,0-1 413,-1 13 1,0-1 0,1 2-12,2-5 1,0 3 569,1 3 0,1 3-687,-2 5 0,1 3-465,12-23-3321,1 12 3108,-2 16-1158,24-1 989,-6 15 757,-10 3 1,2 1 907,12-1-664,-10 1 0,2-1 322,13-6 211,-14 3 1,-1-2 1641,17-15-1410,-20 8 4074,-5-4-3721,-22 15-729,0 0 499,-5 0-511,-2 6-100,0-2-184,1 4-376,0 1 218,15 9 40,11 8-57,6 4-19,0 3 0,1 2 31,9 15 8,-12-11 0,-4 2-19,0 20-250,-20 0 266,-10-12 6,-27 10 28,1-23 11,-14 5 12,15-21 134,-2-13-129,18-5 39,-3-25-90,16 10-10,13-28-29,8 25 1,4 2 2,4-3 0,2 2-20,2 0 1,3 3 36,16-2 0,2 3-543,-14 6 0,1 2 543,17-6 0,1 0 36,-9 4 1,-3 1 10,11-4 124,-7 0 106,-39 12 34,-4 1-67,-5 2 140,-2 2-224,-3-1 1022,0 1-1191,-4-1 18,-5 3 5,-4 8-23,-5 9 23,-1 13-11,3 7 0,9 5-12,5-10 12,22 12 34,5-17-1,21 7 0,-9-19 96,10-7 67,-4-12 22,-3-7-5,-4-12-90,-21-8-56,-10-10-23,-15-9-27,-11-7-15,6 28 1,-2 2-93,-1 1 0,0 2 112,-16-10-145,12 13-269,13 12-220,9 6-379,6 12-863,6 8 241,3 4-5926,14 16 7550,-3-10 0,-4-5 0,-7-10 0</inkml:trace>
  <inkml:trace contextRef="#ctx0" brushRef="#br0" timeOffset="56513">30011 10398 19412,'0'-4'4710,"0"1"-3870,0 3-896,-5-17 61,4 29 1,-5-4 0,6 34 16,-4 15-11,0-18-11,-4 1 28,-1-13 6,4-11 111,-1 3 192,4-15-68,4-8-185,3-9-45,7-11 11,6-15 18,7-8-18,5-5 12,5 1-40,2 5-56,1 10 1,3 13 5,1 11-6,2 12 17,0 12 17,0 13-5,-2 14-18,-6 7-5,-11 11 23,-12-19-6,-16 8 11,-11-22 28,-9 1 39,-2-11 146,2-12-146,11-7 45,4-15-51,12-7-5,11-15-42,5 12 0,3 2-231,13-13 234,-3 14 0,2 3 0,18 2-23,0 2-11,-14 15 0,-1 5 17,12 12-34,-16 0 1,0 3-308,8 27-808,-14 10-3767,-23-16 1,-3 0 3612,-3 9 1,-8-2-1,5-35 1</inkml:trace>
  <inkml:trace contextRef="#ctx0" brushRef="#br0" timeOffset="57645">4427 11905 23730,'2'-32'294,"0"0"0,2-19-289,-6 57 23,0 7 0,0 10-11,1 9-17,0 5-33,2 0-455,7 5-16,0-13-509,4 1 1013,5-9 0,-9-11 0,4 3 0</inkml:trace>
  <inkml:trace contextRef="#ctx0" brushRef="#br0" timeOffset="59794">5016 12376 15261,'-6'-8'7293,"1"2"-6806,5 6 493,0 0-924,-19-7 0,12 21-28,-12-5-11,16 16 0,11 2 27,5-7-10,12 4 5,9-6 51,18-8 27,-4-11 18,7-11-68,-24-3 129,-3-12 146,-12-8-236,-5 3 197,-9-26-152,-14 19-72,-1-8 72,-10 3 17,6 15 39,-3-6-179,9 17-62,3 6-16,8 10-40,1 1 90,10 3 6,12 4 5,32 10-22,4 2 8,-29-9 0,1 1-2,29 6-23,-5-4 39,-10-5 28,5-3 45,-27-14 23,-3-4-68,-6-4 73,-8-15-67,-5 15 151,1-25 5,-2 22 6,-2-7-106,1 15 78,-1 5-302,1 6 45,0 2-12,0 7 90,1 10-11,0 3-39,7 35-102,3-7-277,0-10 0,2 0 166,1-5 0,4-1-48,3 0 0,1-3 36,18 15 76,-9-22 1,3-5 58,-3-8 0,3-4 81,19-4 0,2-6 81,-17-1 1,-3-3 7,5-3 1,-7-3 109,-10-15 28,-16 3-56,-5-1 309,-14-14-102,-3 16-16,-10-10-191,7 19 550,-6 5-589,5 9-101,3 1 16,5 5-21,9 10 33,7 2 22,8 8-22,3-7-11,15 2 22,20-7-33,8-3-602,-20-7 1,0-2 635,14-4 16,2-10 117,-21-7 6,-9-5-22,-11-7-45,-22 0 0,-9-2-56,-3 9-17,-12 0 17,-13 14 0,-6 6-34,18 10 1,1 4-12,-23 18 9,30-7 0,2 4 5,2 1 0,3 3-8,-9 28 1011,12 4-1050,11 1-770,14-1 730,4-14-64,8-15 0,7-2 17,-2-11 0,4-2-62,17 6 0,3-2 81,-12-10 1,3-3-113,5-2 0,5-3 1,-2-1 125,5-4 0,1-2-329,-4 1 0,3-2 0,-4-1 441,9-6 1,-5-3 8,-15 5 0,-2-3-21,2-7 0,-6-3 273,-5-9 237,1-16-170,-30 12 554,-13 6-705,-15 7-73,-11 12-22,-13 12-29,-7 15-61,29-3 0,1 4 1080,-23 18-1091,13 6-12,15 0 282,13 0-270,11-2 22,13-6-5,12-6 11,2-9-12,31-6 250,-12-12-219,-7-4 0,-2-1 4,4-8 44,2-14 28,-24 6 22,-1-9-50,-7 7 269,-3-13-258,-5 23 101,-1-11-62,-3 23-89,0 0-106,-1 3-46,1 3 68,1 6 39,0 3-67,0 25-101,6-2-224,7 18-580,13-5-462,14-3 208,-1-10-3090,-1-14 0,3-4-4897,22-3 8550,-26-4 1,-2-2 0,4-7 0,-27 0-1</inkml:trace>
  <inkml:trace contextRef="#ctx0" brushRef="#br0" timeOffset="60235">7749 12414 23931,'-12'-40'674,"1"1"0,-2 4 1,-4 9-451,-27 25-118,1 9-61,5 7-28,9 11-12,5 8-5,10-4 5,8 3 1,2 0-17,1 0-3,4 2 0,3 1-14,9 2-11,17 7 39,0-26 0,3-5-11,18 3-415,-5-17 1,3-6 442,-10-5 0,1-3-4,0-2 0,3-3 0,-1-1 3,11-9 1,-2-2-1037,-13 5 0,1-2 1,-5 1 1038,-1-3 1,-5-1 13,5-11 1,-5-3-314,-7 6 0,-2-2 350,1-10 0,-2-1-146,-5 1 0,-4 1 163,-4 5 0,-5 1 22,-3 6 0,-3 3 14,-5-12 736,-7 11-753,10 23 2752,-2 3-2897,4 25 1005,3 1-971,-5 38 5,4 8 20,1-19 0,1 4-51,4 2 1,1 1-413,2-1 1,2 0 291,4-1 0,2-2-138,2-3 1,1-2-239,2-1 1,0-3-553,10 17-1562,-9-22 0,-1-2 2641,3 0 0,1 0 0,-13-20 0</inkml:trace>
  <inkml:trace contextRef="#ctx0" brushRef="#br0" timeOffset="60410">8169 12399 19748,'-5'-3'4374,"1"1"-3069,4 2-1288,43-66-34,-2 45-2384,8-17 1,3 3 1599,8 28-2484,-17 3 0,-1 1 2932,-1 1 1,-13 1 0,-19 1 0</inkml:trace>
  <inkml:trace contextRef="#ctx0" brushRef="#br0" timeOffset="60819">8977 12390 25068,'-16'-16'303,"6"2"-185,32 9-90,12-1-28,16-2-180,6 3-554,-1 1-1629,-4 4 2363,-3 5 0,-23-3 0,-4 2 0</inkml:trace>
  <inkml:trace contextRef="#ctx0" brushRef="#br0" timeOffset="62103">9405 12511 23422,'-1'39'786,"1"0"1,15 22-658,28-57 78,15-5 57,2-10-90,-2-4-90,-27 3 0,-3-1 78,8-14-89,-14 3 45,-6-12-40,-9 1-5,-2-13 50,-8-9-39,-4 12-34,-2 7 85,-2 11 22,3 14-40,-1 0-162,5 7-117,2 5 145,13 8 23,11 5-6,24 8 0,-4-8 0,3-2-3,-3-2 0,1-1-525,10-1 0,-2-2 528,-18-2 0,-3-2 0,33-5 33,-19-8 1,-9 0 50,-2-13 0,-24 9-33,0-2 44,-9 2 22,-4 5 23,0-1 1049,-3 4-1144,0 5-54,3 2-42,0 3-10,-4 17 49,2-5-77,-6 34 55,9-23-179,5 39 96,5-33-110,8 6 0,3 0 48,5-4-37,10 0 1,5-3 52,18-9 129,-14-7 1,0-4 28,16-8 41,-21-7 0,-3-2 9,-3-4 84,17-16 78,-29-5-39,-4-3-67,-7 0 213,-8 1-130,-7 17-100,-6-4-61,-8 15-12,-8 10-11,2 4 17,-10 17-23,9 6-11,1 14-33,16 16 11,17-8-283,19 5 311,4-26 16,20-3 23,11-16-5,1-6 5,-4-8 78,-13-19-5,-26-1-23,2-17-50,-18 11 34,-20-27-51,-7 14-343,6 12 0,-3 1 360,-10-6 289,-18 1-339,19 22-45,-10-1-56,16 21-118,6 10-174,8 13 152,3-3 260,19 13-1622,24 0 894,-10-21 1,1-2 368,2 0 0,3-4-352,16-3 1,1-4 316,-14-5 0,1-1 439,15-1 0,-2-1 126,9-6 935,2-15-5,-32 2 45,8-10-107,-22 5-168,-5 2-263,-7 7 239,-5 5-771,-8 6-79,2 5-10,-8 8-1,7 9 6,0 11-12,5 6 23,3-4-11,16 17 0,5-13 11,18 12 17,9-17-12,-6-11 12,-6-13 0,1-4 33,9-11 45,15-9-39,-29-4 118,-6-21-90,-16 7-17,-6-19-33,-9 8-12,-6 2-44,3 18-247,1 5-2050,9 27-3753,9 6 6072,4 7 0,-2-5 0,-2-5 0</inkml:trace>
  <inkml:trace contextRef="#ctx0" brushRef="#br0" timeOffset="62470">11971 12706 26491,'11'-42'166,"0"1"1,-1 0 0,5-19 0,-4 4-114,-10 22 0,-1 1-364,1-3 0,-1-2 344,0-2 1,0 0-9,0 0 0,1-1 0,-1 2 1,0 0 7,1 5 1,-1 2 274,1-17-258,-1 23 17,0 14-140,-2 13 40,-1 16 33,-3 23 0,2-6 0,1 2-6,-2 11 0,1 3-1014,0-4 0,0 4 0,0-4 1000,1 5 1,-1-1-45,1-4 1,-1 4-1,2-5-605,1-1 1,2-1 228,4 8 1,3 1-684,4-4 0,3-4 252,-1-11 0,3-2 871,11 1 0,-1-5 0,-8-8 0,12 2 0</inkml:trace>
  <inkml:trace contextRef="#ctx0" brushRef="#br0" timeOffset="63236">11923 12460 24850,'50'-17'-226,"0"0"0,1 3 0,1 5 13,0 15 1,-1 4-1480,-1-3 1,-4 0 1531,-11-3 1,-2-1 134,3 0 1,-3-3-150,0-3 773,7-3-211,-24-5 233,-9-2 197,-10-3 1509,-7 0-1705,-8 1-84,-6 1-112,-2 5-230,2 2-151,5 5-17,3 6-28,5 5-6,5 8 6,4 5 11,11 2 6,11 1 5,13-3-5,13-5 11,6-6 39,-1-7-22,-15-6 67,-4-8 107,-16-11-107,-5-5-34,-7-9-16,-14 0-12,-7 1-22,-3 9-22,-3 4 83,-26 6-78,12 8-16,-22 4-1,24 15 6,7 11-5,5 11 10,9 10-10,10 9-1714,15-17 1,5-1 1707,8 15 2,7-13 1,5-4-268,-6-12 0,3-2 270,7 5 1,3-2-6,-1-4 0,-1-3 11,-3-4 0,-1-4 11,25 0-147,-13-14 187,-15-8-1,-13-12-22,-10-7 3051,-7-7-3006,-2-10-45,0 16 6,6-10 776,6 19-787,9-4 10,19 4-10,-3 11 228,1 5-251,-9 11 0,-11 8 0,2 9-12,-5 11-16,-3 8-61,-2 6-270,-1 4-822,2 5-175,-1-12 1356,8 14 0,-12-35 0,5 7 0</inkml:trace>
  <inkml:trace contextRef="#ctx0" brushRef="#br0" timeOffset="64395">13773 12558 15188,'-11'2'6273,"3"-1"-5691,8-1 2320,0 0-2555,-23-12-336,18 8-39,-11-10 23,36 10 22,13-2-62,23-3-6,-17 4-223,7-1-527,-32 6 28,-3-1-9058,-7 3 8935,-3-1 0,0 1 0,-1 0 1</inkml:trace>
  <inkml:trace contextRef="#ctx0" brushRef="#br0" timeOffset="65286">14429 12560 25236,'-7'-63'533,"-14"14"-505,-27 52-6,3 5-19,8 5 0,1 4-9,-11 14 3,18-14 1,2 3-18,4 5 0,6 1-30,2 8 22,7 13 39,27-18-11,22-10-6,-11-12 1,3-4-449,6-4 0,1-4 490,4-3 1,-1-3-29,-9 2 1,-1-5 61,16-19 0,-5-3-14,-7 0 5,-4-6 1,-5-3 39,-19-15-62,-1-1-163,-8 13 0,-1-1 163,0 17 1,1 0 30,-1-13 0,0 2 120,0-10-44,1 20-113,0 16-100,0 11-17,0 14 991,-1 13-890,-3 21-15,0-2 1,-1 1-133,-3 22 130,1-12 0,0 1 0,2-13 0,0-2-14,0 1 0,1 1-107,3 16 1,4 0-1,4-21 1,4-1-17,5 13 0,6-3 33,5-15 0,3-6 48,24 7-1610,-6-19 1,2-6 1653,-13-7 1,0-2 16,7 1 1,1-4-263,3-10 1,-3-5 284,-18 5 0,0-2 7,9-7 1,-2-4 48,-12 5 0,-5 0 134,5-25 330,-10 7-357,-17 11 2948,-3 13-3089,-42 11-61,21 11 16,-6 4 1,0 4-6,-3 15 0,-3 13 12,16 7-24,16 2 1,20-1 6,11-7 5,17-12 16,10-11-16,7-9 894,2-13-782,-6-9-51,-17-4 130,-5-26-107,-20 3-54,-4 10 1,-4-1 69,-13-24-56,-4 24 1,-3 2-28,-10-9-31,4 17 0,-4 4 20,-13 6-12,-12 1-55,4 12-46,9 12-150,12 12-186,12 13-290,15 13-640,21 8-450,-2-27 0,4 0-2095,7-1 0,3-2 3918,-2-4 0,-1-2 0,11 4 0,-18-13 0</inkml:trace>
  <inkml:trace contextRef="#ctx0" brushRef="#br0" timeOffset="65853">15783 12623 18515,'1'-5'6234,"-1"1"-4901,0 4-1377,1-33 55,-5 38 17,0-16-34,-5 52 12,2 7 22,0 0-23,3-4 7,0-7-12,-1-11 22,1-11 112,2-8 62,1-5-78,1-8-68,0-10 23,0-15 28,3-13 0,5-10 0,5-3-12,4 4-38,0 11-29,-1 13-50,-1 12 17,3 10 0,8 9-6,8 11 28,7 11-5,-2 14-18,-7 8 12,-11 2-11,-11 0 11,-10-8 6,-7-7 22,-6-9 89,-1-9-49,5-7 66,4-7-50,4-11-28,3-10-22,5-15 10,17-22-32,-3 14-118,-1 12 1,3 1 133,14-4-34,13-3 6,0 10 0,-1 11-17,-3 9-11,-4 15-185,3 22-16,-18 0-273,-11-3 1,-4 4-4042,-10 1 1,-4 0 4542,-3 25 0,-3-8 0,1-32 0</inkml:trace>
  <inkml:trace contextRef="#ctx0" brushRef="#br0" timeOffset="66294">16834 12303 19736,'1'-5'3462,"0"1"-1894,-1 4-2867,3 27 1299,-16 27 0,12-15 0,-12 8 0</inkml:trace>
  <inkml:trace contextRef="#ctx0" brushRef="#br0" timeOffset="69178">781 14103 9853,'6'-51'257,"0"1"1,-6 10-1,7 5 900,20 15 1,7 6-956,20-2 468,-17 8 0,2 2-648,11 5 1,0 3-23,-15 0 0,-1 2-12,13 7 1,-2 2-61,3 13-24,2 12 1001,-21 14-709,-39 7-76,-2-28 0,-5-1-36,-4-5 0,-2-2 157,-21 11 448,-1-8 285,2-6 58,-3-3 3263,13-10-3869,18-9 234,7-2-548,9-5-50,13-2-29,0 1-5,39-7-22,-1 9 6,-20 4 1,2-1-19,6 3 1,0 2-1,-5 3 1,0 1-21,7 1 1,1 3-79,-4 5 1,-3 5-9,6 15 73,-20 3-40,-44 7-38,-24-5 21,11-13 1,-4-1-941,-15 2 1,-2-2-240,7-7 1,2-2-742,1-1 0,3-4 2016,-14-3 0,38-7 0,3 0 0</inkml:trace>
  <inkml:trace contextRef="#ctx0" brushRef="#br0" timeOffset="69401">1967 14194 25247,'36'-6'-3277,"0"0"0,13-3 0,-4 0 1426,-10 2 0,13-2 1,-40 7-1</inkml:trace>
  <inkml:trace contextRef="#ctx0" brushRef="#br0" timeOffset="70690">4205 14049 23383,'2'-35'226,"1"-1"1,0-21-176,-7 64 100,-6 10 50,-9 19-44,-5 13-93,11-19 1,2 1-217,1 0 1,4 1 151,2 30 17,17-8 11,14-9 23,14-12 27,6-15-28,-7-8 158,18-25-63,-19-5-64,-12 1 1,-1-2 81,7-23 5,-11-3-34,-13 0 48,-13 5-137,-4 14-11,-16 6-29,5 22 1,-11 12-40,7 18 46,7 11-46,9 5-22,16-1 45,13-5 22,18-7 6,15-12-6,-5-9-11,-8-9 0,0-4-86,14-8 100,-17 2 0,-1-4 42,12-18 22,-12-8 29,-12-4-5,-11-5-29,-12-2-17,-10 1-5,-6 6-29,-4 8-61,0 10-40,7 12-189,2 5-236,7 13-595,8 5-1046,10 9-3513,19 3 5658,3-2 0,-10-9 0,-11-7 0</inkml:trace>
  <inkml:trace contextRef="#ctx0" brushRef="#br0" timeOffset="71074">5238 13941 22785,'-50'-29'517,"0"1"0,6 3 0,9 6-590,23 15 339,13 8-249,14 10 5,16 11 1,18 10-299,-20-14 0,2 0 267,2 1 1,1 2-12,-2 1 1,0 0-12,-1 0 0,-1 1-39,-4-1 1,-2-1 30,11 16 222,-16-11-116,-22-10-17,-17-10 12,-18-5 33,-9-9 39,-1-4 518,5-8-472,9-4 255,11-1-413,11-1-72,16 1-29,19 1-106,21 2-39,-12 9 0,3 2-529,7 0 1,1 2 10,3 0 0,1 1-742,0 0 0,0 2-2149,-3-1 1,-2 2 3632,-6 0 0,-4 1 0,8-1 0,-20 2 0</inkml:trace>
  <inkml:trace contextRef="#ctx0" brushRef="#br0" timeOffset="71890">6180 13967 23450,'-46'-1'214,"-1"-1"0,0 1 0,-10-1 1,7 6-199,-2 30-21,31-9-12,10 9 17,8-7-28,17 20 56,4-15-17,11 0 0,-3-20 23,6-8 56,1-4 66,6-8 186,-2-15-23,-13-4 40,-6-8-196,-11 10-7,-4 1 214,-2-7-146,0 7 106,0-8-262,0 19-40,-1 5-112,-1 8 22,-3 9 45,-2 8-61,-4 23-45,4 4 11,1 0-275,13 4-307,7-8-594,19 8 770,-10-27 0,3-3 98,5-5 0,3-4 204,12-8 0,1-4 227,-15 0 1,-1-4 83,10-8 0,-4-4 314,-3-14 5,-17 6 1,-2-1-113,0-11 320,-8-15-17,-8 25 195,-4-6-447,0 15-258,-3 6-134,4 11-56,0 14 100,3-1 7,-1 24-12,5 2 16,8 26-10,6-9-220,8 3 214,-6-27 34,3-4-6,-9-14 162,6-6-111,-6-7 89,17-22-23,-7-2 613,11-23-529,-15 7-162,-7 8-3330,-8 3 3297,-5 21-1,-1-4-5,-1 9-39,0 2 11,1 2-896,0 1 11,2 7-3204,3 5-112,-1 0 4201,1 5 0,-4-12 0,0 0 0</inkml:trace>
  <inkml:trace contextRef="#ctx0" brushRef="#br0" timeOffset="72415">6688 14117 18891,'0'-5'5348,"0"1"-4782,0 4 706,8-73-768,-7 52-440,4-20 1,-3 8-32,-5 31-50,0 6 57,-5 29-12,3 13-1722,1-6 1,1 2 1698,1-8 1,0 1-12,-1 15 1,1 2-242,1-5 1,0 2 248,0 1 0,0 3 0,0 0-4,2-9 0,0 0 0,1 0-286,0 3 0,1 1 0,1-3 276,1 2 1,2-4 22,4 14 6,-3-13 106,-5-27 2720,-3-11-2832,-9-22 12,-8-24-1,-2-1-19,3-5 0,1-4-1,7 10 1,1-1-144,1 0 1,-1-3 0,3 1 157,2-15 0,4 0 2,1-1 1,2 1-26,0 11 1,1 1 5,2-8 0,3 2 392,-1 13 1,2 0-402,10-13 1,1 2 2,-7 18 1,3 2-15,17-8 1,4 6-4,14 11 3,-15 8 1,0 4 19,12 11-1444,-16 16 0,-3 6 1438,-4 4 9,-5 4 0,-5 2-3,-15-3 5,-15 1 1,-6 1-6,-3-9 0,-4-1-95,-13 10 0,-4-1 75,11-11 1,-2-3-326,-17 6 1,0-2-431,18-10 1,1-2-4142,-9 4 1,2-1 4368,1-4 0,19-5 0,14-4 0</inkml:trace>
  <inkml:trace contextRef="#ctx0" brushRef="#br0" timeOffset="73648">9124 14404 17600,'27'-57'1327,"0"-1"1,-4 7-1,-5 4-201,-13-5-824,-6 21 753,-10 3-859,-3 19 96,-11 2-281,-10 13-17,-1 13 1,0 5-12,-10 8 11,11-4 1,3 1-6,7 3-15,9-5 1,2 2-3187,-2 27 3201,0-1 229,22-8-207,9-28 6,14-2 5,13-13 6,11-16 22,-15-4 1,-1-3-130,-6 0 1,-1-1 201,3-6 1,-4-1 5,1-9 246,-6-22-123,-15 18 3119,0-8-3113,-8 14 38,-1 16-245,0 3-62,-1 8-57,-1 9 487,-7 19-447,0 8-17,-2 10-123,3 17-156,6-4-150,6-10 1,4 3-792,1-8 0,2 0 870,1-1 1,3-3-702,6-4 1,4-4-2046,24 6 1607,3-4 66,-9-18 1,1-7 1688,-11-8 0,0-5 849,4 1 0,-1-4 406,-9-6 0,-6-4 943,-3-25-1528,-10 7 548,-5-18-10,-5 3-796,0 6-180,-3 6-201,1 28-224,1 10-117,-1 5-34,1 17 1468,-2 13-1356,-1 27-172,0-3 177,2-13 1,0 3-4,-1 7 1,0 0 2,1-8 1,0 0 5,-2 17 0,1 0-9,2-17 1,1-2 5,0-5 1,0-2-1,2 4 0,0-5 3,1-9 79,1-3 5,0-18-51,-2-15-22,-5-19 6,-3-17-6,2 16 1,-1-3-726,1-6 1,0-1 718,1 8 1,1-3-6,0-24 0,2-1-3,4 19 1,1 1 4,-1-9 1,3 1-14,4 6 0,4 4-219,1 11 0,3 1 216,4-6 0,5 0-6,21-1 1,3 4 19,-19 12 0,2 3-9,21-3 1,0 7-129,6 14 106,-26 5 1,0 4 2,14 8-17,-11 12-78,-19 1 0,-6 4-6,-6 16 98,-1-16 0,-7 1-53,-22-2 0,-9-6 11,-7 2 277,-10-1 1,-3-2-721,22-15 1,1-2-1118,-11 3 1,1-2 1692,-7-7 1,23-3-1,11-3 1</inkml:trace>
  <inkml:trace contextRef="#ctx0" brushRef="#br0" timeOffset="74140">10551 14146 19932,'7'0'3591,"-2"-1"-3211,-5 1-150,0 0 11,-41 70-112,28-19-481,-9 4 0,2 3 380,17-18 0,3-3 2,0 2 1,2 0 0,-1-2 0,1 0 24,-1-3 0,1-2 6,1 24-44,-3-20 151,0-9 303,0-19-40,-2-4-291,2-15 527,-3-14-616,-2-19-7,0-19-374,1 4 375,3 6 0,0-3-499,3 14 1,1 0 467,2-20 0,1 2-3,-1 21 0,4 2-264,7-10 1,3 2 236,16-7 2,-9 17 0,3 4 5,6 11 1,0 5 2,14-3-11,11 7-174,-5 22 146,-11 10 28,-14-4 1,-4 4 16,2 27-11,-15-6-1,-26 13-2,-22-20 0,-7-3-163,15-7 0,-3-1 128,-9-1 1,-6 1-1,4-5-113,-17 2-527,-1-4 0,-1-3-1700,22-6 0,1-2 2389,-12 2 0,5-2 0,5-2 0,20-3 0</inkml:trace>
  <inkml:trace contextRef="#ctx0" brushRef="#br0" timeOffset="75007">12723 14152 20702,'6'-46'885,"0"0"0,-1 5 0,-6 9-131,-10 20-709,-13 7 6,-12 15-40,-11 12-11,4 5 5,0 7-22,12-1 1,2 5 85,9-11 0,2 2-142,-10 24 0,3 0 23,9 1-9,16-20 0,6-1-52,21 6-218,-3-17 0,5-2 267,6-2 1,4-3 35,4-4 1,1-4 33,1-2 1,0-4 27,-4-4 1,-1-5 145,-5-2 0,-2-4-104,1-10 1,-3-2-34,8-13-1561,-13 1 0,-3 0 1583,-7 4 140,8-23 40,-18 37 308,-3 3-577,-5 11-45,-7 13 44,-4 8 3393,0 3-3420,-2 18 27,13-8 1,9 11 11,12-8 11,15-6 11,8-6 11,6-9 23,-1-8 28,-5-9 50,-7-9 51,-7-8 61,-10-7-16,-8-5-51,-10-3-17,-7 0 0,-7 3-22,-4 7-73,-4 9-56,-7 10-11,8 10-34,-12 11-45,10 8-22,1 3-751,5 23-727,20-8-2807,18 18 4397,2-30 0,2-2 0,5 3 0,3-5 0</inkml:trace>
  <inkml:trace contextRef="#ctx0" brushRef="#br0" timeOffset="75623">13749 14296 14533,'0'-6'6816,"0"0"-6152,-5-22 0,-1-6 372,-1 8-675,-1-10 0,0 2-47,2 22-359,0 9 28,2 8-3347,-4 25 3376,4-7-412,-1 7 1,2 3 405,1 10-87,-1 17 92,3-24 17,0 0-34,0-14 2943,0-1-2752,-1-11 179,1-6-167,0-3 1314,2-6-1327,1-4 68,4-17-72,1-5-52,1-12-66,-3 11 28,4-8-40,1 11 132,5-4-193,7 8-6,5 10 23,15 7-12,-11 9-5,15 10 5,-15 10-39,9 22 34,-12 1 6,-5 11-1,-17-20 6,-6 4 6,-10-12 44,-8 5 28,0-14 96,-1-6-90,11-10 50,-1-7-38,1-5-12,1-13-23,7-24-38,13-2-7,4-3 7,21 3-15,-12 27 1,2 3 7,0 0 1,2 1-617,6 2 1,-1 3 587,10 3-187,-13 12 0,-1 4 188,2 5-72,-2 4 0,0 6-130,-4 5 1,-3 4-138,0 1 0,-2 2-696,2 8 0,-5 1-1881,-8-6 0,-5-1 2927,1 25 0,-7-24 0,-1-16 0</inkml:trace>
  <inkml:trace contextRef="#ctx0" brushRef="#br0" timeOffset="76165">14979 14344 24883,'0'-41'651,"1"1"1,1 2 0,-3 12-674,-3 23-34,1 14 50,-1 3-16,-8 47 22,0 1-574,4-24 1,0 3 573,-1 3 0,-2 2 3,-3 5 0,0-1-9,2-8 1,0 0 2,-6 16 0,-1 1-3,5-14 1,0-3-7,3-7 1,0 0 132,-1 8 0,2-6-110,6-16 6,-1 0 11,6-24-11,6-27-6,1-11-6,-1 6 1,2-3-49,-1-2 0,1-2 59,1-5 1,0-3-14,2-5 0,0 0-6,2-4 0,-1 0 25,1-1 1,-1 0-18,1 2 1,0 2-15,-3 14 1,1 1-20,7-12 0,5 3 6,-4 20 0,4 2-1,12-12 1,5 4 2,2 13 1,4 7 5,5 3 0,2 4-1553,3 4 1,-1 4 1541,-12 2 0,0 3-90,11 12 0,-5 5-155,-21-1 0,-4 3 93,8 11 1,-6 4 13,-18-4 1,-10 2 94,-11 0 1,-9-2-212,-12 0 0,-7-3 276,-15-1 1,-3-4 2,8-5 0,-4-3-6,-2-4 0,-6-1 1,4-2-54,-3-2 0,0-1-468,6-2 0,-4 0 1,5-1 44,6-2 1,3-1 481,1-4 0,6 1 0,12 0 0,-2-3 0</inkml:trace>
  <inkml:trace contextRef="#ctx0" brushRef="#br0" timeOffset="76915">16070 14262 24318,'25'-41'515,"0"0"1,0 3-1,-13 8-381,-28 18-83,-8 5-29,-12 8-5,2 4-26,2 7 1,0 3-9,-15 14 14,20-13 1,0 4-60,2 10 1,5 1 27,5-2-28,5 29 23,33-30 17,23 2 2,-4-19 1,3-2 16,-13-3 0,1-3 8,14-3 1,-1-4 33,2-12 34,3-9-50,-21 1 161,-11-21-94,-18 7-51,-8-19 51,-13 7-1,-7 4-16,-4 9-56,-2 12-56,-2 11-79,-1 13-201,0 12-331,4 13 157,10 1-2100,8 34-1110,18-11 3527,5-10 0,3-2 1,1-1-1,8-7 1</inkml:trace>
  <inkml:trace contextRef="#ctx0" brushRef="#br0" timeOffset="78440">16660 14188 17087,'0'-8'7096,"0"2"-6827,0-24 0,0-5 566,0 10-614,1-12 0,-2 3-97,1 24-304,-2 5 18,0 10 151,-2 11 22,-2 15 23,0 3-29,-1-1 1,-1 1-17,-6 17 5,4-14 0,-2-1 1,-8 17 16,6-16 0,2-5 34,9-22 56,7-1-28,14-17-23,14-8 12,11-10 5,4-8 11,3-5-16,-11 6-20,-11 10 0,1 2-42,10-3-11,12-3 16,-17 18-10,-6 10-7,-6 10 1,-6 11-11,-7 1 22,-6 26 5,-5-13 18,0 16-12,0-15-11,8-8 45,4-7 28,9-10-34,-1-6 84,22-13-61,-6-4 16,17-11 12,-10-3-6,-4-3-40,-11 6 119,2-8-12,-16 16-45,1-3-83,-9 12-23,-4 4 101,0 1-141,2-1 40,3-1 12,5-3 10,3-2-5,5-5 11,1-3-6,4-5-11,0 0 1,-6 4 32,4-7-10,-13 14 33,3-6-16,-10 12-12,-1 1 0,0 1 34,0 0-96,-3-1 1,0 1-62,-8 2 56,-2 9 17,-11 10-12,-6 10 1,-2 8 5,3 4-11,8 2 11,11-10-44,19 14 38,15-20-16,19 7-34,9-20 29,6-10 38,0-10 12,-5-7 33,-8-8 6,-7-10-34,-11 5 50,3-22 12,-15 15-17,5-13-39,-11 19 28,-4 10-34,-2 8-50,-3 5-51,1 3 40,-1 5 55,1 9-10,1 15 5,-1 13-23,0 8-16,-1 1 39,0-6-11,-1-9 0,1-13 22,1-10 6,2-8 5,5-5 12,9-6 22,7-6-39,-2-1-6,17-17 0,-11 8-11,12-9-22,-12 12-1,-7 9 18,-3 5-18,-3 8 29,-1 3-1,2 7-27,3 1 22,3 2 6,7-4 5,7-3 0,7-5 11,5-9 6,1-8-20,-20-4 1,-1-1 2,10-11 6,4-12 5,-22 11 1,-1-2-219,-1 1 1,-2-2 214,8-16 1,-1-3-675,-5 5 1,-2 0 662,-2-3 1,-2 1 5,-2 0 0,-2 3 0,-3 10 0,-1 1-8,-2-2 0,-2 3 28,-2 6-84,-3-1-74,-5 30 113,-6 16 6,-1 7-1,-12 30-102,17-22 0,0 2 108,-3 12 0,2 3-17,3 5 1,2 1-40,1 2 0,4-1-62,3 0 0,2-2-120,3-2 0,2-3-162,2-4 0,4-4-220,0-6 1,4-3-650,19 14 1269,8-23 0,-20-12 0,-2-10 0</inkml:trace>
  <inkml:trace contextRef="#ctx0" brushRef="#br0" timeOffset="78632">18542 14129 26144,'33'-31'-99,"1"0"0,18 1 0,2 10-125,-20 19 0,-1 3-550,14-1 1,-2 0-7611,9 5 8384,-12-2 0,-6 0 0,-19-3 0</inkml:trace>
  <inkml:trace contextRef="#ctx0" brushRef="#br0" timeOffset="79582">20682 14126 23187,'29'-31'616,"0"-1"0,-1 1 0,14-14 0,-15 13-381,-26 29-268,-4 1-40,-4 9 62,-12 12 22,-10 22-11,11-13 0,1 3-246,0 3 0,2 1 226,4 0 1,2 0-9,2 26 17,16-11 22,5-18 123,44-9-50,-11-26-1545,-6-2 0,-1-3 1517,8-16 25,-20 6 1,-1-3-118,11-17 89,-17 13 0,0-1 54,11-21 27,-10 7 340,-9 14-390,-8 13-112,-4 9-56,-2 5 3132,-3 7-3059,-4 7 252,1 9-280,1 5 22,5 1 6,9-2 5,2-7-22,27 5 28,-16-17 17,17 4 78,-1-19 1,-7-8-63,8-3 76,-13-23 1,-4-6-66,-3-2-478,-2-1 1,-2 2 489,-10 9-39,-3 11-79,-1 14-50,0 7-201,0 5-135,0 9-499,5 7-1097,3 15 111,3 0 1933,8 19 0,-12-31 0,4 9 0</inkml:trace>
  <inkml:trace contextRef="#ctx0" brushRef="#br0" timeOffset="79774">21812 14180 22049,'0'-6'4129,"1"2"-3564,-1 4-750,-3-34 174,-4 44-179,-3-17-57,2 43-761,3 14-4402,7 2 5410,1-6 0,1-9 0,-1-24 0</inkml:trace>
  <inkml:trace contextRef="#ctx0" brushRef="#br0" timeOffset="79939">21954 13923 22979,'-2'-36'-4916,"1"-1"1,1-3 3246,2 54 1,2 8-1,-3-16 1</inkml:trace>
  <inkml:trace contextRef="#ctx0" brushRef="#br0" timeOffset="80274">22479 14346 21427,'0'-9'1543,"7"-27"1,1-6-1748,-1 8 349,-1-5 1,2-9 0,-2 7-17,1-10-25,-3 9 1,1-7 0,-1 6-464,-1 9 0,0-1 441,0-17 0,1-9 0,-1 8-32,-1 16 1,-1 1 87,0-10 0,0-6 0,-1 9 176,-3-10 80,-1-9-444,-1 45-57,-2 15 68,-7 18 47,-4 11 1,0 5-20,-10 21-196,11-10 1,0 8-1,3-1 204,2 4 1,4 1-324,0-2 0,1 3 0,1-3 259,2 0 0,2-1-188,5 7 0,4-2-407,2-15 1,3 1-963,10 16 0,3-2 464,-9-21 1,1-1 1159,9 5 0,-4-6 0,-9-17 0,2 0 0</inkml:trace>
  <inkml:trace contextRef="#ctx0" brushRef="#br0" timeOffset="80805">22212 14101 18061,'-6'-6'4610,"2"2"-4313,4 4-286,-9-71-44,35 41 19,-9-13 0,6 1-699,18 25 0,8 7 702,5-4 0,2 0 13,3-1 1,-1 0 5,-13 3 1,-1-2 30,12-9 0,-5-3-31,-22 6 1,-2-2 22,9-9 0,-2-2 47,-15 5 1,-4 0 217,6-23 488,-10 9-123,-6 12-29,-3 11-368,-2 10-337,-1 12 73,-2 15 51,-3 20-26,3-7 0,0 4 200,0 7 1,0 3-192,0 6 0,2 0-12,0 0 0,-1 1 20,0 4 0,-1-3-22,1-17 0,0-3 27,-4 6 1,0-3 13,-4-5 107,-2-2 6,5-15 296,3-8-201,5-13-185,5-10-84,0-4 11,14-35 23,1 12 611,5-11-628,13 5-68,-6 26 34,2 0 12,0 20-12,-8 16 34,8 10-23,-1 11 1,-4 3 5,-6-4-17,-5-4 17,-7-12-185,9 2-885,0-9 1070,17 4 0,-18-8 0,1-1 0</inkml:trace>
  <inkml:trace contextRef="#ctx0" brushRef="#br0" timeOffset="82832">24439 14003 21696,'19'-47'982,"-1"-1"0,-1 6 1,-5 8-390,-8 20-329,-2 7-230,-2 4-203,0 3 175,-1 6 17,0 3-18,0 3 29,0 4-17,1-8 16,0 2 18,0-7 1085,0-1-716,1-2-291,-1-3-84,1-4-23,-1-6-22,0-3 23,0-5-34,0 1 22,0 4 50,0 2-38,0 10 5,0-2-6,0 3-22,0-1 0,0 0-17,1 0 12,0 1-219,-1 2 190,0 16 68,0 8-29,-3 20-16,-3 8-321,-6 5 321,-4 1 16,-4-2-16,0-5 22,3-9 17,3-9-16,5-12 88,4-9 74,4-8-45,-1-10-124,1-2 322,-3-18-338,2-7-6,0-20 11,6 22 1,3-3-1691,7-18 0,2-1 1696,-3 15 0,3 1-6,0-1 0,3-2 1,0 4-249,3 0 0,2 3 226,6-6 0,2 2 3,0 7 0,4 4-9,10 5 1,0 4 19,-14 8 0,0 2-12,14 3 1,0 5-199,6 16 202,-22-3 0,-3 4-12,11 31 12,-22 13-6,-29-17 0,-9-1 28,7-12 0,-5-1-12,-24 13 1,-7-4-433,9-15 0,0-3 449,-11 4 1,-1-2 2,5-5 1,2-4 845,8-4 0,3-2-720,-13 0 494,23-6-583,16-4 141,19-3-197,15-1-12,25 0 12,-1 3-9,-10 2 1,2 1 261,-3 3 1,1 1-249,10 0 1,2 2-7,1 2 1,2 1 7,-10-1 0,1 0 1,-3 0 0,3 0 0,-1 0 3,15 1 0,-2-1-16,5-4 16,-27-3 0,-2-2 5,16-10 1166,-14-8-1154,-9-11-1,-5-4 24,-5-1-1,-7 3-11,-6 10 834,-20 4-862,1 10-5,-28 2-1,15 8-19,-1 5 0,-1 2-9,-7 12 23,11-1 0,2 4-12,1 13 18,8 8-1,14-15 12,14 2-12,22-5 23,11-5-9,-14-12 1,3-4 13,25-7 14,-27-7 1,-1-3-15,8-8 6,-3-11 17,-20-3-17,-4-8-3,-6 8 1,-1 0-4,-1-11 17,-7-12-11,-5 31-45,-9-1-16,-6 12 16,-8 7-11,-3 14-17,-3 9-78,-3 23-28,16 3-28,8 12-62,34-9 90,6-9-29,1-16 1,7-3-76,9-3 1,3-3 186,-10-1 1,3-1-28,26-2 0,1-6-165,-29-5 1,-1-2 273,12-3 0,-1-3 14,2-10 56,-7-13-3104,-13-5 3115,-5 7 263,-5-14-83,-12 29-163,-1-3-11,-3 13 202,-3 8-336,-2 8 3425,-5 10-3392,0 13-6,1 6 6,4 4 0,4-10 0,8 5 11,10-5 1,5-4 49,7-4 1,-3-16-29,-6-6 130,8-13-74,-11-4-55,2-6 44,-5-18-50,-9 17-5,6-23-34,-5 18-253,11-6-21,-5 14-1989,18 10-1899,-8 22-555,6 2 4728,-4 10 0,-15-13 0,0-1 0</inkml:trace>
  <inkml:trace contextRef="#ctx0" brushRef="#br0" timeOffset="83141">26758 13982 22341,'9'-49'598,"1"1"0,-1-1 0,0 2 0,0-1 0,-2 3-365,-1-6 0,-1 3-564,-1 7 1,0-1 557,-1-8 0,0-1 75,-1 9 0,-2 1-165,1 5 1,-2 1 258,-1-22-424,-2 41 50,-1 11-55,0 9 44,-17 27-45,-3 18-233,9-19 1,0 3 257,-2 13 1,3 6-337,8-10 0,2 3 0,0-2 303,-4 9 0,4 3-87,5 3 0,4 4 0,3-6-47,4-10 0,3-3-230,0-3 1,2 1-1,1-3-90,7 0 1,3-4-651,0-5 1,1-4-1426,15 7 1932,14-12 1,-38-15-1,9-1 1</inkml:trace>
  <inkml:trace contextRef="#ctx0" brushRef="#br0" timeOffset="83883">26762 13829 14012,'-9'-6'6581,"2"1"-5859,7 5-1181,0 0-207,33-42-320,25 37-166,-10-13 1,4 2 700,5 21 0,1 5 95,-2-3 1,-1-1 30,-4-1 0,-3-1 204,-14-1 1,-1-1 70,4-2 0,-2-1 1006,0-5 242,6-5-481,-26 0 1630,-10-9-835,-7 6-307,-4-6 231,0 9-781,-5 1-156,-4 4-398,-3 3-90,-5 9-11,3 7-11,2 9 11,7-2 61,7 19 12,15-11 33,10 10 18,12-15 16,5-9 34,1-8 22,0-7-79,-10-3 186,6-18-163,-17-4-45,4-20-33,-15 0-40,-5 9 56,-16-10-44,-6 24-17,-7-4-28,-16 16 11,20 8-23,-28 13-22,24 8 17,-11 17 17,18-5 11,9 0 0,4 2-11,2 14 11,5-12 0,3 1 11,17 19 0,18-5-339,-14-27 0,3-3 333,1-2 1,0-3-1,26 3 12,-16-10 34,8-10 5,-17-5-6,12-10 0,-9-8-10,3-10-12,3-6-12,-17 17 1,-1 1-11,15-15 10,-8 10 1,1 1-209,13-6 203,-12 10 0,0 3 6,18 1 0,-4 9 630,-8 11-653,-7 9-22,-9 12 0,-8 15-39,-8 13-319,-9 11-667,1-26 0,-1 0 1053,-4 7 0,0-3 0,-1 6 0,1-4 0</inkml:trace>
  <inkml:trace contextRef="#ctx0" brushRef="#br0" timeOffset="84832">6625 16114 19686,'19'-42'1279,"-1"1"0,-1 0 0,-4 8-943,-12 21 235,0-3-314,-1 11-313,-1 1-39,-3 9 101,-10 9 44,-12 15-11,-2 1-5,-4-2 0,-4 0-29,8-7 1,-2-1-896,-14 10 0,-1-2 887,16-10 0,1-3 25,-3 0 1,3-2-56,0 0 5,5-2 22,27 2 40,19-1-12,8 2-25,7-4 0,4-2-64,-6-3 0,2 0-607,20 1 1,3-1-355,-7-2 0,0-2 1008,6-1 1,-3 0 0,6-1 0,-10 0-1</inkml:trace>
  <inkml:trace contextRef="#ctx0" brushRef="#br0" timeOffset="86341">7476 16312 15440,'-3'-5'3094,"-7"-25"1,-1-7-1857,3 2-773,-2-6 0,1 0 224,6 9-297,1 13-319,2 10-113,0 6-16,0 17 96,6 12-24,-1 6 1,1 3 0,2 16-12,-2-8 1,-1 0 11,-4 16-173,-1-25 1,0 1 161,-3 23 50,-2-17 337,1-17-130,2-13 140,0-10-319,1-6-67,-6-12 56,-4-34-57,2 13-13,2-1 0,2-2 25,1-17-20,3 19 1,-1-2-93,2-1 0,-1-1 109,1-1 1,0 1-15,1 1 0,1 0-22,1 1 0,3 1-1,3 4 1,3 1-9,5 3 1,4 3 13,4 3 1,4 4-1,3 4 1,3 3-23,0 5 0,0 3-3,-1 5 0,-1 5-14,22 15-127,-16 16 166,-16 15 6,-16 13-275,-12-27 1,-5 2 257,-6 3 1,-5-1 16,-6 2 0,-4-1 14,-3-2 0,-2-2-6,1-5 1,0-2 13,4-6 0,2-4 51,-13 6 17,18-13 441,13-9-547,11-3 136,22-7-120,-1 3-28,39-9 169,-28 10 1,1 0-151,9 0 1,2 1-3,-1 1 0,1 3 2,-2 0 1,-1 2-6,-1 1 0,0 1-17,-1 1 0,-1 0 6,0-1 0,-2 0 16,-1-1 1,-1 0-3,25-1-3,-10-7 9,-11-5 10,-9-7 51,-6-9-22,-10 6 50,-5-11-22,-8 10 280,-7-2-303,-4 7-19,-10 7-26,-8 13-78,-18 25 73,18-7-23,-5 17-27,27-11 38,9 3 7,11 9 16,14-4 11,16-5 6,13-11-12,-25-15 1,1-3-176,2-2 0,-1-4 220,25-9-78,-9-10 157,-17-8 78,-13-6-72,-15-4-74,-16-6-10,-12-3-34,-14 1-1,10 23 1,0 2-28,-12-5-28,-14 7-6,23 23 11,2 4-72,-4 23 319,19 1-347,-1 17 98,19-1-126,13 1 10,16-2-21,14-5 89,-17-24 0,2-4-302,14-2 0,1-6 377,-14-2 1,0-3 16,14-5 1,-2-4 30,5-16-3,-22 9 1,-1-2-162,12-19 332,-14 0 39,-12 2-27,-7 6-29,-4 8-123,-3 10 443,-1 7-572,-8 25 338,3-8-287,-5 36-1,9-26-4,3 16 16,9-11-6,18 7 17,-3-8 0,25 2-11,-7-20-1654,-8-7 0,0-2 1666,12-4 104,-13-10 0,-4-4-32,-10-1-11,7-17 56,-24 7-34,-1-3 0,-7-8-106,-6 2 3357,1 14-3413,0 8-215,7 13-256,3 6-414,0 9-930,3 9-2335,8 7 4217,13 4 0,-9-14 0,4-4 0</inkml:trace>
  <inkml:trace contextRef="#ctx0" brushRef="#br0" timeOffset="86589">9699 16092 22541,'0'-64'991,"0"1"1,-3 11-1,-1 4-728,-4-13 101,-10 21 428,2 18-787,3 5 114,-1 13-130,7 10 100,-6 25-100,1 19 0,0 6-240,7 0 0,3 6 102,6-2 1,1 0 56,-1 0 0,1 0-99,3-14 1,1 0-1,2-4-341,4-1 0,2-3-597,3 8 1,4-1 1128,7-5 0,0-4 0,2 3 0,1-11 0</inkml:trace>
  <inkml:trace contextRef="#ctx0" brushRef="#br0" timeOffset="87366">9624 16434 19464,'-28'-34'1047,"-1"1"0,1-1 1,-5-6-1,4 6-582,-3 1-509,24 24-146,-1-1-80,17 9 270,18 1-54,10 2 1,7 2-79,2-1 1,3 1-584,-5 0 1,3 1-1,-4 0 575,5 0 0,-2 0-255,8 1 0,0 0-509,-7-3 1,-1-2 805,-3-2 0,-1-1 257,-2-2 1,-5-3 535,-5-12 241,-16-2 111,-17-3-549,-2 4 331,-12-5 1724,-7 2-2105,-3 2 417,-1 5-714,-1 10-78,5 7-62,-6 6 11,0 13-22,9 6-11,5 1 11,10-3-17,33 29 12,6-24-227,-3-1 0,5-3 240,-2-15 1,0-5 14,20 2 49,8-8 52,-21-8 184,4-11-185,-19 3 118,-9-21-197,-14 18 40,-16-30-84,2 27 23,-23-16-23,-8 19 28,0 5-23,-4 8-21,20 14 10,11 0-28,-1 22 23,9-10 441,-4 26-497,13 6 50,1-7-8,4-12 0,4 1-15,21 16 24,6-4-12,0-7-12,9-19 68,-18-13-22,6-2 28,2-16-34,-16 3 22,8-10 0,1-3 12,-4 0-6,18-19 62,-15 8-12,8-9 12,-1 3-51,-5 4 17,1 9-67,-16 16-6,10-3 34,-6 11-57,12 8 52,4 8 32,8 11-55,-15 0-95,2 12-1031,-10 11-2156,-4 4-6538,-4 6 8195,-9-26 1,-2-13 0,0-14 0</inkml:trace>
  <inkml:trace contextRef="#ctx0" brushRef="#br0" timeOffset="87848">11457 16130 22455,'-46'-43'769,"0"0"0,5 4 1,8 9-367,15 15 111,8 8-559,6 4 55,5 5-33,10 10 57,16 15-26,-5-4 1,4 1-232,7 7 1,2 0 219,3 4 0,1 0-311,-1 0 1,-3 0 304,-4-3 1,-3-1 2,-8-4 1,-5 0 22,-2 15-28,-27-9-473,-21-8-379,-20-3-831,23-11 0,0-2 1694,-23 8 0,22-7 0,17-5 0</inkml:trace>
  <inkml:trace contextRef="#ctx0" brushRef="#br0" timeOffset="88447">9953 17346 12617,'5'-3'9085,"-2"1"-5775,-3 2-3114,32-36-185,-25 28 12,18-22 5,-45 45-6,-22 12-16,-3-1-604,-7 1 1,-4 1 602,12-8 1,0 1-4,2-1 0,-2 1 0,2-2 15,-6 3 0,4-2-12,9-4 1,3-1-62,-4 3 56,22-9 0,26-2-11,21-1 8,10 1 0,4 0 214,-11-2 0,2 0-309,6 0 1,6 0 0,-3 0-1166,8 1 1,0-2-243,-8-1 0,1 0 1,-2-1 1504,14 1 0,-5-1 0,-17-1 0,-6 0 0,3-1 0</inkml:trace>
  <inkml:trace contextRef="#ctx0" brushRef="#br0" timeOffset="89865">10849 17640 19809,'35'-42'1323,"1"1"1,-2 1 0,-11 4-680,-24 14-179,-6-10-101,-3 1-44,-13-3-253,5 14 0,-17 3-89,-2 18 33,-19 15-22,17 4 0,-1 4-579,4 1 0,1 2 576,1 1 0,2 1 2,4 2 1,3 0-200,-6 18 172,15-20 0,3 1 17,1 18-52,32-6 57,14-18 25,-4-13 1,2-5-3,17-5 42,-16-4 0,0-6 41,-2-4 1,-2-4 16,0-2 1,-2-1 21,19-23 80,-20-8 21,-12 4-22,-2-10 124,-3 2-236,-6 23 67,-1 6-150,-2 22-147,0 1 6,0 17 129,0-3 1141,3 27-1231,5 17 23,0-8-48,0-9 1,1 0-413,7 13-1786,0-15 0,1 0 1624,9 10-1054,2-18 1,1-7 930,0-10-314,27-5 757,-14-27 749,-2-5 483,-2-17 335,-15 0 108,-5-6-690,-6 9 409,1-9 56,-4 6-767,-2 8 3403,-3-4-3527,-3 27 1273,-1-3-1273,0 10-117,0 1-90,-1 3-84,1 1 68,-3 1 21,2 0 432,-1 0-498,1 0 5,-1 5 56,0 1-22,-2 25-6,1 3 51,-2 22 44,3-14-44,0 1-17,0-13 0,1 2-40,-2 25 14,2-6 1,0 2-658,-1-13 1,1-1 676,0-1 1,0 0-7,-2-2 1,0-2-45,-3 12 111,-3 4 40,4-25 51,1-13-29,2-18-67,1-3 1354,-4-18-1393,1-27 0,0 7-1679,4-15 0,2-1 1651,3 5-3,1-4 0,3-1-245,0 25 1,3 2 281,2-9 0,2 0-1,2 1 1,1 2-12,2 4 1,-1 1-57,15-16 54,-8 24-1,0 3 21,3 2-54,5 4 0,2 4-65,9 7 57,-13 6 0,0 5-51,15 17 45,-15 6-40,-18 3 1,-6 4 6,-16 16 63,-3-12 1,-6-1 17,-9-6 0,-6-5 1327,-4 1 1,-3-2-1323,-3-2 1,0-2-21,9-4 1,1-2-79,-4 0 0,1-3-717,-15 2-6698,8-4 7516,13-9 0,21-1 0,7-3 0</inkml:trace>
  <inkml:trace contextRef="#ctx0" brushRef="#br0" timeOffset="90458">12075 17597 17512,'6'5'5428,"-1"0"-4812,-5-5 482,0 0-975,-2 28 23,1-4-51,-2 27-45,2-10 29,-2 4-68,-1 4-17,-4 1 51,-4-3 5,-3-4 74,-2-9 100,3-9 67,2-12 29,6-8-203,3-7 46,1-16-102,-1-5-10,0-20-40,1 8 19,3-2 1,2-3-20,0 8 1,1-2-438,1-17 0,1-2 451,1 7 1,1 1-7,0 1 1,1 1-226,1 5 1,2 3 194,1 5 0,3 3-56,19-12 0,8 18-71,3 14 93,2 19 45,-5 14 0,-9 13 11,-12 8-11,-12 2-22,-21 0 5,-15-4 0,-22-4-14,18-23 1,-2-3-350,-3-1 0,-1-3 198,0-3 0,-1-2-339,3-3 0,0-4-3130,-22-9 3651,17-4 0,19 2 0,11 4 0</inkml:trace>
  <inkml:trace contextRef="#ctx0" brushRef="#br0" timeOffset="90840">12677 17202 25394,'-42'-9'182,"0"0"1,5 0 0,9 4-166,18 5-56,7 0 22,6 5 12,6 5 16,12 10 11,3 0-5,6 0 0,3 1-12,-5-5 1,1 0-370,13 8 1,1 1 354,-9-5 1,-2 1 2,-5-1 1,-2 0-1,5 17 18,-18-2 32,-23-3-10,-20 0-3172,-5-9 3104,-2-5 1,-3-1-612,-16 6-1348,16-6 1,1 1 1992,-8 4 0,20-8 0,15-7 0</inkml:trace>
  <inkml:trace contextRef="#ctx0" brushRef="#br0" timeOffset="91798">7068 18219 9268,'1'-10'9532,"0"2"-8215,-1 8 38,0 0-363,22-60-589,-16 43-305,8-17 0,-6 7 37,-11 28-62,-2 3 167,-26 23-189,-10 7-60,-3 1 1,-3 2-249,15-13 1,0 0 230,-17 12 1,3-2 14,5-5-6,7-2 1,3-1-12,7-4 16,-9 12-10,29-21-12,5 3 40,4-3 28,25 9-40,-7-11 17,18 0 0,7-2-36,-6-5 0,2-2-492,1-1 0,4 0 0,0-2-25,-2-2 1,1-1-1,0-1-2382,3-1 1,1 0-1,-2-1 2924,-6 0 0,0-1 0,-4 1 0,2 0 0,-5 0 0,5-1 0</inkml:trace>
  <inkml:trace contextRef="#ctx0" brushRef="#br0" timeOffset="92332">7967 18398 16040,'23'-57'2320,"0"0"1,-2 7 0,-2 4-1717,-7 13 1,-1 4 263,2-11-369,-7 20-342,-5 11-230,-3 11-11,-4 11 40,-9 24 16,1-6 0,-1 4-216,-6 10 0,-2 4 119,-1 4 0,-3 4 0,3-3-653,6-14 0,1-3 1,1 3-202,-5 11 1,0 3 0,4-5-3938,7-4 1,3-4 4863,-2 19 1,6-20-1,2-29 1</inkml:trace>
  <inkml:trace contextRef="#ctx0" brushRef="#br0" timeOffset="93847">8605 18265 23388,'4'54'-23,"-4"-17"1,-2 0-419,-4 19 449,-2-15 1,-3 0-9,-9 11 156,-5 5 322,3-13-299,2-14 24,3-9 38,2-7-12,3-6-184,4-7 8,2-16-87,3-14 163,4-22-85,3 19 1,2-3-337,2-4 0,1-1 345,3-3 0,2-2 20,4-11 0,0 0-45,-5 19 0,1 0-9,4-11 1,2 2-1558,-2 18 0,1 3 1561,12-17-57,14 3-22,-15 28-22,9 2 16,-2 16-39,-4 14 34,-8 18 39,-11 13-25,-18-12 0,-5 1 3,-8 15 80,-6-12 1,-6-2-54,4-14 1,-2-1 1625,-6 5 0,-2 0-1553,0-3 0,1-3 186,-10 6-85,13-12 157,24-16-107,6-7-240,6-5 423,6-5-414,14-3 124,28-6-31,-11 8-426,-5 4 1,2 1 340,20 2 44,-22 3 1,2 2-95,10 0 1,1 2 200,-6 2 1,-1-1 31,-2 0 0,0 0-13,-3 1 1,-3-1 263,13-4-19,1-4 104,-16-5-105,-14-5-271,-10-2 654,-7-3-811,-7 1 374,-3 3-629,-7 6 67,-8 7 84,6 7 75,-10 11 120,9 7-129,-5 11 61,4 6 15,4 14 103,7-13-266,8 14-175,10-21-124,9 4-33,10-9 422,5-10 69,12-15 85,-15-5 154,8-16 39,-21-2-19,-2-11 101,-11-16-108,-13 3-201,-3 0 16,-12 3-142,1 10-45,-4-4-108,9 15 18,5 8-86,10 12 136,5 2 318,9 0 339,13 2-56,16-1-242,-7 0 0,3 0 23,0 0 0,-1-1-353,1 0 1,0 1 280,2-1 0,0 0 160,22 0-1780,-22 0 0,-2-1 1389,9 1 150,-10-3-74,-30 3-54,-3-2-57,-6 0 472,-1 1-519,-1 0 3531,0 0-3501,4 0-169,-1 0-93,2 0 87,0-1-111,-3 4 272,1 1-56,-13 24-20,5-7 0,-13 28 54,-1 5 69,4 2 104,2-2-143,16-3-16,6-28 37,13 10 62,19-22-24,9-6 66,-14-7 1,1-4 15,-2-3 0,-1-3-9,1-3 1,-1-1 54,-3-2 1,0 0 80,19-23-22,-10 2-3397,-10 0 3348,-12 11 31,-8-1-40,-6 6-29,-2 3-96,0 4-106,0 12-1294,3 5-1289,1 9-106,3 2 3720,7 15 1,-6-15-1,4 4 1</inkml:trace>
  <inkml:trace contextRef="#ctx0" brushRef="#br0" timeOffset="94114">10619 18326 24531,'3'-59'675,"0"0"1,0 7 0,-1 12-564,0 30-235,-2 7 67,-3 21 56,-3 13-56,-6 29 23,-1-8-113,-2-2 0,0-1-486,-2 5-598,-1 4 1,1 0-6554,6-1 7783,3-19 0,3-4 0,3-7 0,2-13 0</inkml:trace>
  <inkml:trace contextRef="#ctx0" brushRef="#br0" timeOffset="94965">10374 18576 20582,'-1'-5'3495,"0"1"-3249,1 4-262,66-54-91,-17 39 9,3-13 0,3 2-784,-17 23 1,-1 4 626,2-1 0,0 0-59,1 0 1,0 1-43,1-1 0,0 0 137,-1 0 1,-2 0 162,-4-3 0,-1 0 504,17-4-12,-18-3 299,-15 0 94,-11 1 289,-4 2-12,-8-2-248,-2 4-586,-9 0-100,-2 2-106,-4 6-61,-1 6-9,4 7-79,4 4 0,6 2 68,5-3-47,9 6 14,6-9 72,12 6-11,8-12-21,8-4 19,-6-5 119,13-13-87,-24 3 134,17-19-5,-24 8-1,2-11 32,-11 4-121,-6 7 93,-9-3-118,-5 11 142,-10 0 236,-1 8 153,4 5 105,-11 14 16,12 5-187,-7 11-30,9 1-77,7-6-314,1 15-332,8-12-341,5 12-157,5-17-263,32 10 297,-15-21-53,33 11 67,-14-20 184,-1 1 299,-9-7 0,1-2 122,12-5 72,-15 1 1,1-2 100,11-12-16,-8-2 56,-7-4 61,-7 0-12,-6-1 16,-6 1-79,-1 2-50,-1 2-29,1 4-72,0 6 28,2 5 33,2 3-50,2 4 12,1 1 5,0 2-11,12 8-45,-3 3-6,15 16 45,-16-9-89,8 12 55,-14-9-94,4 8-51,-6-6-1636,6 6-4296,-7-11 6128,6 2 0,-11-11 0,-3-6 0</inkml:trace>
  <inkml:trace contextRef="#ctx0" brushRef="#br0" timeOffset="95465">12361 18298 24592,'-35'-18'462,"0"0"1,-18-10-486,49 27-5,5 1 28,5 1-5,7 7 10,12 7-5,8 10-84,7 9 11,-1 5 34,-5 3 16,-10 1-49,-11-3 27,-16-2 22,-16-3-19,-6-14 0,-4-2 98,-13 7-325,7-8 1,0-1-3978,-12 6 3398,-4 2 0,19-9 0,13-7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4:33:12.1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1403 2231 9576,'-5'-7'7119,"1"1"-6170,-4-29 0,4-9-230,12-1-213,-8-10 1,5-1-21,8 26 1,3 3 119,16-24-125,-4 10-188,-9 15-53,-7 10-228,-8 12-24,-2 11 113,-3 20-56,-2 5-23,-1 0 1,-2 4-213,-2 8 1,-2 2 200,1 2 0,-1 2-530,-1 7 0,2-2 524,3-20 1,1-1 2,2 2 1,0-1-69,3 22 77,3-6 39,4-10 22,2-25 247,17-18-258,-6-8-14,12-12 1,6-6-7,-1-3 1,0-1 40,1 0 1,0-1-44,3-3 0,-4 2 83,-2 0 1027,-4 4-892,-14 10-122,-12 15-186,-3 1 12,-2 11 44,-1 7 609,0 3-603,-4 26-17,3-6 0,-1 19-17,5-6-140,9-2-39,3-10-812,7-13 0,6-3-4386,22 5 4715,-16-11 1,-1-1 0,5-3-1,-15-8 1</inkml:trace>
  <inkml:trace contextRef="#ctx0" brushRef="#br0" timeOffset="217">2479 2394 17720,'-4'0'4783,"1"0"-3377,3 0-1316,8-7-34,17 1-107,18-8-626,19 5 515,-25 4 0,-2 2 0,5-2 1,-5 2-1</inkml:trace>
  <inkml:trace contextRef="#ctx0" brushRef="#br0" timeOffset="2476">4251 2251 19798,'-7'-48'1193,"-1"0"0,1 5 0,3 7-941,4 17 34,0 6-118,2 11 96,2 12-251,2 15 46,0 23 26,-2-1-317,-4-10 1,-1 2 252,-2-4 1,0 1-644,-1 21 0,0 2-821,1-12 1,1 0-2407,4 6 1,1-4 3208,5 9 1,1-26 0,-4-17-1</inkml:trace>
  <inkml:trace contextRef="#ctx0" brushRef="#br0" timeOffset="2751">4146 2400 16241,'-10'-41'1317,"-1"0"1,0 0 0,-3-16-1,5 4-1031,11 19 0,4 3-118,5-16 32,11 19 0,7 4 480,27-3-440,-23 11 0,4 3-163,7 10 0,6 5 0,-5 1-2050,-10 1 1,0 2 2068,5 0 0,4 1 0,-3 5-70,4 11 0,-5 4 161,-9-2 0,-2 3-369,9 11 1,-6 4-227,-17-6 1,-10 2 95,-16 9 0,-12-1 211,-3-5 1,-6-3 80,1-9 0,-3-1 0,-3-3-29,-4-1 0,-2-3 1,1-2-431,-10 2 1,2-3-4438,-3-2 1,5-5 4297,3-4 1,22-8 0,19 0-1</inkml:trace>
  <inkml:trace contextRef="#ctx0" brushRef="#br0" timeOffset="3534">5115 2339 15081,'-3'0'6074,"0"0"-2429,3 0-3256,-20-15-451,15 12 13,-16-11 10,21 14 130,3 3-24,-1-1-141,2 3-62,-1-3 1017,-2-2-829,-1-6-1,0-1-85,0-6-129,0 3 162,-1 1-32,0 3 36,1 1-62,-1 4-86,1-1 27,-1 8 130,1 3-18,3 8 7,3 3 4,7 0 4,6-3 6,8-5 51,5-6 5,1-5 10,0-7 53,-5-6 31,-3-8 0,-7-6-7,-6-5-49,-6-5-74,-6 5 6,-11-16 16,-4 17-79,-14-7 22,-2 19 111,-5 10 90,6 8 72,-11 17 137,16 7-37,-7 20-109,17-7-155,8-2 0,4 1 1,6 19-419,2-14 0,4 0 75,5-7 0,4-3-301,6-2 1,4-2-618,6-3 0,4-4-2064,8-3 0,2-5 3158,-2-4 1,-3-2-1,18-1 1,-25-5-1</inkml:trace>
  <inkml:trace contextRef="#ctx0" brushRef="#br0" timeOffset="4075">6111 2097 26298,'-55'-24'39,"1"-1"0,3 5 1,8 15-103,10 47 82,17-11 1,3 4-42,0 9 0,1 4-1333,1 9 1,1 3 1340,2-13 1,1 2 0,0 1-637,1 6 0,-1 2 0,2 1 557,0-11 1,1 1-1,1 1 1,-1 0 3,1 2 1,-1 1 0,1 0 0,0 0-190,-1 1 1,-1 0 0,0 0-1,0 0-88,-2-3 0,1 0 0,-2-1 0,-1-1-218,-4 9 1,-2-3 0,-2-3 554,-8 10 0,-3-9 44,1-18 1,-2-11 76,-21-19 26,10-45-65,26 1 0,5-7 167,4-13 1,7-6-183,4 20 0,3-4 0,1 0 0,-1 4 223,1-1 0,-1 3 0,4-1-256,1-1 1,4-3-1,0 2 1,0 5 5,9-7 0,2 3 675,-6 10 0,2 0 1,2 1-697,4 0 1,3 1 0,-2 4 3,1-1 1,2 2 2,14-7 0,1 3 0,-16 13 0,-1 2 3,9-5 0,0 1 11,-2 2 1,-1 1-7,-10 5 1,0-1-147,9-5 1,-2 0 190,7-8 385,-15 9 1,-2-1 56,-2-4 1544,-12 8-1644,-9 6 530,-6 5-770,-2 3 322,-2 0-446,0 1-51,-3 10 23,2-1 12,-5 17-12,6 2 5,0 11-10,6 15-23,8-8-17,3-3-331,12-5-1125,2-12-4587,10 4 5240,-5-8 0,-10-11 0,-8-6 0</inkml:trace>
  <inkml:trace contextRef="#ctx0" brushRef="#br0" timeOffset="4254">6625 2167 18392,'-3'-6'5086,"1"2"-4980,2 4-358,-28-22-3321,32 55-6258,-15-18 7882,30 39 0,-4-24 0,-10-22 0</inkml:trace>
  <inkml:trace contextRef="#ctx0" brushRef="#br0" timeOffset="4975">7007 2319 18986,'0'-3'4374,"0"0"-8449,0 3 4075,-43 14 1408,28 18-1385,-31 8 848,40 3-855,3-2 12,1-10-11,-1 7 0,1-13 3543,1-8-3375,1-13 79,0-3 329,4-16-531,4-8-1,9-22-38,-1 6 66,12-16-21,0 13-52,8-7-66,6 12 22,-16 17-28,7 11 17,-12 20-17,5 12-6,1 12 34,-3 9-17,-5 3-95,-3 4-308,-2 0-398,2-3-257,12-5 946,-5-20 51,16-9 139,-7-25 85,9-9 100,-3-12-3094,0-12 3088,-16 13 533,0-10-335,-16 27-282,0-2-27,-5 13-151,-1 2-85,3 3 3527,3 3-3386,3 2 22,11 3 0,5-2 0,8 0 34,22-4 10,-16-9-10,3-1 84,-20-11-74,-14 5 91,1-22-85,-7 8-5,-2-13 78,-8 7-95,0 12 11,-3 4 62,-11 11-95,7 4 33,-30 17-56,15 7 6,-11 20-11,18-8-18,7 17 7,12-4-21,10-8 1,5 2-744,3-5 1,3 0-1013,11 9 0,4-3 1164,-2-11 0,-1-3 0,12 8 0,-16-18 0</inkml:trace>
  <inkml:trace contextRef="#ctx0" brushRef="#br0" timeOffset="6118">9621 2751 17227,'15'-40'1160,"0"-1"1,-1 0-1,1-3 1,-2-1 0,-6 8-540,-10-1-212,-9-12-140,-13 28-123,-10 10-79,5 12 67,-27 25-100,18 8-327,10-7 1,2 4 306,6-1 0,5 0-25,-6 19 22,13-12 0,4 0-3200,10 8 3200,2 7 29,25-19 21,-1-21 34,17-8 12,-5-19 27,-3-14 1,-4-10 0,-9-5 358,-11 8-364,-7-17-50,-7 19-23,-2-9-28,0 23-28,0 9 11,-2 14 3414,-4 10-3419,-5 14 5,-8 24-11,6-11 6,-3 19-1,12-30 29,7 24-28,13-21-1,16 8 34,19-23-14,-18-12 1,1-3-4,24-6 9,-11-8 0,-2-3-338,1-6 368,1-10 1,-1-5-403,-22 11 0,-4-3 372,10-14 0,-2-5 0,-9 3 0,-4-3-15,0-6 1,-4 0-6,-1 9 1,-3-1 12,-2 0 0,-1-5 0,-1 6-18,-1 9 0,-1 0 18,-2-10 0,-1-5 0,-1 6-213,-8-12 214,3 20 0,-3 5 9,-6 7-28,-1 19 294,0 19-311,-3 24 11,2 4-80,4 8 1,3 5 73,3-9 1,3 2-289,-1 0 0,1 3 0,1 0 290,3-4 0,1-2 1,2 1 3,1-1 0,3 1 0,1-1-3,7 17 0,5-3 0,4-8 0,6-4 3,4-6 0,4-6 0,2-7 0,2-4-148,3-7 0,0-4 148,2-4 0,-1-5 3,2-6 0,-1-5-356,0-4 1,-1-6 352,0-6 0,-3-5 11,-1-5 0,-3-5 9,-2-5 0,-4-5-1,-1-6 1,-5-1-15,-6 9 1,-4-2-1,-3-1 1,-2-5 0,-2 3-209,-3-3 0,-3 0 223,-1 5 1,-1-3 0,-1 5-7,-3 3 0,-2 5 466,-5 1 0,-3 4-441,-7-1 303,-4 4-305,7 22 829,2 24-730,1 46-74,5-5 278,4-14 1,1 5-360,2 15 1,3 4-1269,0-6 0,3 3 836,0-4 1,1 4-1,2-1-1386,2-9 1,2-1 0,1-3 1494,0-4 0,1-2 0,-1-4 1,2 2-1,0-6 0,3 4 1</inkml:trace>
  <inkml:trace contextRef="#ctx0" brushRef="#br0" timeOffset="7224">12640 2908 23634,'14'-58'368,"0"0"1,0 0 0,0 2 0,-1 0 0,-3 6-336,-5 12 1,-1 1-686,0-4 1,0-5 0,-1 3 679,0-4 0,-1-1-19,0 5 0,0-2 1,-1 2 181,-2-1 0,-1 4-163,-6-15 448,-7 27-470,-8 30 5,-6 30-17,12-2 1,2 7-502,-1 12 0,4 4 501,4-10 0,3 1 1,0 2 1,3 3 0,1 1 1,1 3 1,3 10 0,1 2 0,1-4-71,-1-17 0,-1-3 0,2 1 54,1 12 1,1 1-1,0-4-149,1 2 0,1-4 22,-2-8 1,-1-2-306,2 5 0,-1-6-302,-4-12 199,-1-6-1020,-7-32 1226,-2-18 320,-10-31 59,6 24 0,0-2 3,-5-14 0,-1 1 86,5 16 1,-1 1 21,0-4 1,-2 4 1990,-16-4-1663,6 14-106,-7-3-190,19 15-146,14 2-17,19-6-852,7 2 0,4-1 847,18-9-1,-5 4 1,2-3-120,-12 5 1,0-3 113,1-3 0,3-3 0,-4 1-208,3-1 0,-3-2 215,-3 0 1,1-2 0,-5 1 28,-5 1 0,-3 1 23,2-5 0,-3 0 193,4-18 123,-14 16 3074,-9 14-3163,-2 11 144,-1 6-418,2 4 636,3 19-642,2-3 22,6 34-6,4 4-5,-5-16 0,0 2-240,0 3 0,-1 1 223,-1 1 0,-2-1 0,-2-1 0,-1-1 11,-3-2 0,0-2-11,-1-3 0,1-3 11,-3 16 118,3-19 123,4-17 11,14-28-184,5-9-1,13-15-28,-10 12 520,2 0-492,-10 14-61,1 1-23,1 8 6,-5 6 23,10 5-6,1 5-23,13 3 0,10-2 17,-10-8 1,0-2 10,17-3-185,-12-3 1,-1-2 212,12-14-19,-21 7 0,-1-5 39,-2-9 0,-4-4-23,-8 5 1,-3-2-3,7-29 22,-20 11 17,-12 19-23,-12 0-44,-1 14-17,-8 16-39,16 5 28,-1 11-17,7 12 5,3 26-44,2-7-191,7-9 1,5 1-1855,7-3 1,4-1-1692,-3-5 0,1-1 3803,9 9 0,-1-5 0,-5-13 0,-1-2 0</inkml:trace>
  <inkml:trace contextRef="#ctx0" brushRef="#br0" timeOffset="8692">15813 2781 19791,'6'-53'1071,"0"0"0,0 0 1,0-10-1,2 5-760,2 8 0,0 6 270,1 2-318,-4 14-131,-5 19-171,0 8 127,-1 20-48,-1 21-35,-2 0 1,0 4-6,1-12 0,-2 2-187,-1 19 1,-3 1 191,1-18 1,-2-1 8,1 6 0,-2-1-3,-1-4 1,1-3-1,-2 5 235,-1-10-55,8-29-124,-2-4-3192,3-34 3142,1 11-78,2-4 1,3-6 71,7-6 0,1-1-3,-2 8 1,1-2-91,3-1 1,1-4 0,0 2 92,3-3 0,1-1 0,0 3 0,1-3 1,-1 2-7,6-6 1,0 1 8,3 1 0,-1 5-9,8 3-38,-3 25 1,1 4 21,6 3-6,11 9 0,3 6 1178,-21 4 1,-1 3-1174,13 8 1,-2 4 0,1 17-17,-28-3 0,-7 0 0,-10 4-88,-9-3 0,-9 0 121,-3-15 1,-6-3-709,-8 1 1,-5 0 0,2-2 702,3 0 0,-1-3 0,-22 5 0,5-3 60,20-10-66,-10 4 6,31-10 482,1 7-470,17-7 380,25 6-386,15-7-15,-6-1 1,3-1 1538,-8-1 1,2-2-1534,26-2 0,2-1 11,-19 0 1,1-2-6,4-1 1,3-1 0,-5-1-440,-5 1 1,-3-1 443,4-1 1,-2-3-168,-7-2 0,-3-2 209,16-12-44,-18 12 0,-3-1 55,6-13-22,-21 17 246,-2-2-257,-46 18-17,18 4 430,-10 2 1,-1 4-459,-1 12-2972,-2 10 2989,12-6-5,10 20 5,18-14-11,12 16 39,20-12-17,-12-21 0,3-1-165,3-3 1,2-2 172,2-3 1,0-2-3,19 0 16,-22-8 1,-1-5 33,1-9 3201,7-14-3234,-25-8-6,-9-8 0,-10-10-262,-4-5 262,-8 0-44,-4 8 16,2 17 546,-13 9-496,-10 20-89,-2 10-23,-6 13 40,20 15-1,13 7 7,12 9 4,10-8-47,6-7 1,4 0-228,20 12 166,-8-14 0,4-2-194,1-7 1,2-5 55,4-4 0,-1-2 85,24 1 72,-20-14 0,-1-3 118,6-10 2,-16 3 1,-3-3 59,3-18 72,-9-13-90,-10 14 170,1-14 116,-7 23 34,-2 0-141,-2 10-161,-2 8-51,-3 9-17,-3 9-17,0 3 18,-3 27-12,6-6 11,5 17-11,4-19 11,26 11 6,5-17-6,-7-11 0,3-1 12,16-2-1,-12-10 0,-1-4 46,8-9 49,12-9 18,-27-12-40,-12-9-28,-11-7-17,-10-7-27,-4-2-6,-4 4-17,3 8-101,2 13-465,4 9-930,9 10-1988,12 4 3484,16 3 0,-13 3 0,2 0 0</inkml:trace>
  <inkml:trace contextRef="#ctx0" brushRef="#br0" timeOffset="8934">18267 1896 23868,'-2'-54'616,"-1"0"0,1 7 0,0 11-571,-2 26 524,2 20-547,1 22-16,4 28-12,-1-19 0,0 4-904,1 8 0,0 1 898,0 5 1,-1 1-9,0 3 1,0-2-1,-1-13 1,1 0-192,2-6 0,0 2 0,2-3-471,1-2 0,2-1-528,3 15 0,0-1-3706,-1-14 1,0-3 3022,1 6 1,-3-12 0,-9-25-1</inkml:trace>
  <inkml:trace contextRef="#ctx0" brushRef="#br0" timeOffset="9708">18189 2534 14947,'-25'-46'2401,"1"0"0,2 5 1,2 4-1114,-2-1-5997,2 0 4838,5 8 1353,10 3-1499,21 18 6,20 2-57,24 4 216,-21 4 0,3 2-728,15 2 1,1 0 246,-18 0 0,0-1-541,17 3 0,-2-1-42,-22-4 0,-2 0 205,6 0 0,-1-2 78,22-4 650,-23-1 1114,-9-11 1305,-22-1-1596,-1 1 3816,-18-2-3195,-12 6-1086,3 3 157,-13 2-252,13 9 259,-3 6-471,6 13-51,10-2 61,15 20-50,5-22 56,19 16-22,4-17-12,12 2 29,5-9-29,-14-10 0,0-3-22,7-3 6,9-9 106,-25-10-101,-13 9 28,2-21-5,-23 12-73,-23-9 16,1 13 12,1 11 0,-3 5 39,-17 5-14,12 8 0,0 1-14,-11 5-25,17 6 0,4 4-15,11 10 12,-2 8 0,22 5 51,20 7-43,-9-25 1,2-1-143,2 0 0,2-2 140,3-2 0,3-2 5,25 9 14,-18-13 0,3-1 6,9-3 0,1-4-15,-5-3 1,-2-3-11,-2-1 0,0-3 24,6-7 1,-5-2-3,2-4-23,-12 4 1,1-4 106,18-24-39,-10-4-20,-8 3 1,-2-1-4,0-12 28,-11 16 1,-1 1 111,-2-7 17,0-4-5,-5 12-51,-5 11-95,-3 11-61,-1 7 27,-3 5-33,-1 10 317,0 13-295,11 31-16,2-10 2,14 1 0,4-1-8,5-3-158,2-4 0,1 1 63,5 9-121,-19-19 0,-3 2-1576,-4 28 1803,-27-27 0,-4-2 0,1 4 0,-19-4 0</inkml:trace>
  <inkml:trace contextRef="#ctx0" brushRef="#br0" timeOffset="11888">21252 2434 23762,'-11'-45'770,"-1"-1"0,7 8-1243,-4-10 0,5 1 732,19 16 787,2 6-303,1 1-324,-7 12-9,-5 19-1193,-5 20 1032,-8 25-105,2-17 1,-1 2-609,-2 5 0,-2 0 257,1 2 1,0-1-101,3-10 1,1 1-1706,2 9 1,5-2 1830,12 8 1,-5 0 0,5-28 0</inkml:trace>
  <inkml:trace contextRef="#ctx0" brushRef="#br0" timeOffset="12256">21600 1944 23801,'-56'-27'878,"-1"0"1,5 5-1,7 12 286,3 37 36,9 11-887,13 3-372,13-2-281,12-11-26,30 1 597,-10-17-46,8-4 1,1-4 50,5-10-40,15-5 248,-27-5 486,-2-13-188,-17 4-94,-3-11-595,-10 13-484,-15-10-258,3 14-44,-9-6-26,11 17 184,0 9 1042,10 15-676,2 13-641,15 15-1350,11 9-731,-6-23 0,3 0 2903,5 5 1,0-2 0,3 5 0,-2-5 0</inkml:trace>
  <inkml:trace contextRef="#ctx0" brushRef="#br0" timeOffset="12605">21978 2256 32377,'-40'29'169,"9"3"-447,20 17-774,7-9 271,4-6 47,3-12 84,0-13 548,3-2-395,-1-9 72,14-16-83,0-8 322,4-8 161,3-12 101,-1-2-1685,-1 8 1,3 0 1695,-8 12 0,2 0-17,14-9 0,3 3-256,-8 16 1,0 4 215,6-2 0,1 2-19,-3 4 1,-1 5 67,24 10-47,-7 15-50,-16 7-412,-13 3 0,-4 4-2712,-1 23 3104,-6-11 1,-2-1 0,-3-1-1,-3-6 1</inkml:trace>
  <inkml:trace contextRef="#ctx0" brushRef="#br0" timeOffset="13596">24511 2369 9610,'3'-7'8793,"-1"1"-7981,2-24 1,0-7 682,-3-11-1114,3 2 0,-1 1-23,-3 2 270,0 14-102,-1 14-168,-1-1-150,0 7-124,0 5-135,1 2 281,0 2-124,1-4-89,0 2 33,0-12 12,1 4-17,0-4 201,2 0-4,-2 6-7,1-1-106,-1 5-185,-1 3 100,-7 21 24,-8 9-18,-14 28-263,12-25 1,-1 1 212,-2 2 0,2 1 0,1-1 0,1 0 5,4-3 1,1 0-177,0 22 182,6-18 23,11-2 100,-2-22 202,2 1-5,-2-14 236,-1-11-545,2-13 220,1-13-225,-2 1 19,0 0 1,0-2-421,1 7 1,0 0 383,3-18 0,1-2 5,1 8 1,2 0-6,0 1 0,2 2-3,1 3 0,1 3-8,16-19-45,2 21 23,3 19 28,7 24 3,8 22-402,-24-7 1,0 5 404,2 5 0,-2 2-9,-1 3 1,-2 1-4,-3 0 0,-3 1-31,-3-2 1,-4 1-85,-2-4 0,-3 0-174,-3-3 1,-1-2-981,-1 25-1394,-5-12-4360,-2-11 7033,-1-13 1,3-11 0,0-7-1</inkml:trace>
  <inkml:trace contextRef="#ctx0" brushRef="#br0" timeOffset="14259">24590 2337 23657,'-8'-39'15,"0"0"0,7 4 0,10 7-24,23 19 1,9 8-579,1-3 1,1 2 384,0 1 1,1 2-230,-1 1 0,-1 1-261,-4 0 0,0 1-261,4 0 1,-1 0 630,-8-1 0,-2-1 272,25-2 557,-18-7 311,-16-4 330,0-5 869,-7 0-852,-9 4-723,-1 3 739,-5 5-749,0 3-398,-5 18 33,0 12 0,-4 26-36,5-21 0,1 1-373,0 5 1,1 2 358,1 2 0,0 1-12,1 0 1,0 2 8,4 9 0,0-2-15,-2-17 1,0-2 0,5 12 0,-1-4 0,1-4 118,1 0 229,-5-21-78,0-15-202,-3-19-44,-2-4 10,-6-24-16,-8-7-9,0 3 1,0-3-697,2 3 1,0 1 690,0-1 0,1-1 8,2 1 0,3 0 310,2 9 1,2 0-328,-1-19 1,3-1-7,6 11 1,3 2-548,6-4 0,5 4 531,17-5 3,-4 26 0,5 6-20,5 6 0,2 6 20,1 3 0,1 3 2,7 7 1,-2 7 8,-11 7 0,-4 5 11,-4 5 0,-4 2 0,-8-5 1,-3 1 7,1 28 12,-28-14 0,-7-1 1065,-7 5-1071,-1-14 0,-8 3 1,0-7-380,-1-9 0,-1-4 365,-7 5 0,-1-2-22,4-7 0,1-5 724,-12-1-2609,-1-5 1910,24-13 0,16 6 0,12-4 0</inkml:trace>
  <inkml:trace contextRef="#ctx0" brushRef="#br0" timeOffset="14745">25965 2106 17529,'9'0'2829,"-1"0"-2236,-8 0 1631,0 0-1792,15 79-589,-9-44 265,2 5 1,2 8-1,-2-7 58,1 1-88,1 4 0,0 0-44,-1-8-3,0 0 0,-1-1-9,-3 1 6,2 11-6,-6-23-3057,-3-4 3214,0-16 385,-8-8-463,-2-18-39,-7-21-28,3-1-207,6 7 1,2-3 189,3 1 0,1-2-304,-1-12 1,2-3 291,1-1 1,2-1-4,2 2 1,2 0 3,2-2 0,1 2-4,-1 18 1,2 2-14,8-9 0,4 5 2742,14 9-2753,-7 10 0,4 5-6,0 8 0,1 6-6,22 5 159,-10 10 0,-2 4 109,-1 6-165,-3 6 0,-5 4 84,-19 10-134,-11-12 0,-7-1 89,-19 10 36,-4-18 0,-7-2 44,-8-1 0,-3-2-672,-2-1 0,0-1 547,1 0 0,1-4-130,2-6 0,5-3-2065,4-3-3033,-4-4 4701,33-6 0,6 4 0,2-1 0</inkml:trace>
  <inkml:trace contextRef="#ctx0" brushRef="#br0" timeOffset="14963">26727 2154 27921,'-13'-3'-2042,"5"1"-4101,23 6 6128,1 0 1,-1 1-1,-5-1 1</inkml:trace>
  <inkml:trace contextRef="#ctx0" brushRef="#br0" timeOffset="15212">27176 2070 27116,'22'48'-225,"-1"0"0,-3-11 1,-3 1 88,-5 12 0,-8-1-584,-5-13 1,-3-1 692,3 8 0,-5 1 37,-19 4 0,-4-5 0,-5 1-164,-5-3 0,-4-3-1408,0-11-3354,15-10 1,2-4 4803,0-6 1,14-6 0,9-1-1</inkml:trace>
  <inkml:trace contextRef="#ctx0" brushRef="#br0" timeOffset="15405">27252 1833 18476,'0'-7'4123,"0"2"-3354,0 5-530,0 0-563,-4-22-2841,18 36 2321,9-3 1,-2 16 0,2 0 0</inkml:trace>
  <inkml:trace contextRef="#ctx0" brushRef="#br0" timeOffset="15855">27882 1985 26869,'-56'-6'2161,"21"10"38,61 26-2805,10 8 299,1 6-209,-2 6-431,-8 3 440,-10 0 111,-8-1-438,-15-7-615,-9-4 817,-13-9-1443,-21-11 914,13-10-507,-21-16 824,22-13 673,-3-14 332,13-12 246,14-8-60,13 21 0,4-1 109,3-2 0,3 1 157,2 1 0,3 1 376,14-21-355,-9 20 488,-6 8-691,-10 16-209,-2 2 12,-8 15-68,-7 11 299,-10 17-340,-10 18-662,12-21 0,-1 2-147,-5 8 0,1-1 0,-3 5 0,3-3 0</inkml:trace>
  <inkml:trace contextRef="#ctx0" brushRef="#br0" timeOffset="16521">28497 2174 16571,'32'-30'684,"1"0"1,0-1 0,11-10 0,-12 12 1525,-26 25-2199,-9 9 908,-11 14-885,-8 13-18,-11 17-19,15-20 1,1 1-26,0 2 0,1 0-112,2 1 0,0 0-496,1 0 1,0 0-1113,1 0 1,-1-1-6084,-11 25 7831,2-15 0,10-20 0,5-13 0</inkml:trace>
  <inkml:trace contextRef="#ctx0" brushRef="#br0" timeOffset="16680">28331 2303 19417,'21'-45'1490,"0"1"0,-3 4 0,-3 9-1199,-8 20-218,-2 7-23,5 11-22,9 10-6,18 16-411,-11-10 0,2 1-263,11 7 0,-2-1 0,7 4 0,-1 0 0</inkml:trace>
  <inkml:trace contextRef="#ctx0" brushRef="#br0" timeOffset="2.3831E6">1194 6524 17070,'-59'-4'1273,"0"-1"0,8 2 1,11 0-905,25-1-279,19-2-40,20-5-16,30-6-37,-13 6 0,5 0-1495,11 0 1,3 0 1332,-14 4 1,0 0 0,2 1-90,1 1 0,0 1 0,0 0-171,0 0 1,-1 2-1,-1 0-163,16 0 0,-3 3-185,-12 2 1,-6 2-29,4 11 785,-52 14 97,-16-8 0,-10 1 126,-14 7 0,-6 1 102,12-7 1,-2 1 0,-1 0 9,-2 2 0,-1 1 1,1 0-20,2 0 1,0 0 0,1 0 36,4-1 1,1-1 0,1 1-218,-7 7 1,3-1-107,11-6 0,5-2 116,3 9 10,36-16-67,12-14-34,19-17 0,7-8-817,-7 0 1,1-4 756,0 0 1,2-3-1,-2-1 38,-6 2 0,-2-2 0,-1-2 386,1-6 0,-1-2 1,-4-1-320,-7 1 0,-3-2 0,-2 1 67,5-16 0,-7 0 39,-14 8 1,-9 4 447,-18-11 164,-13 10 374,0 11-644,5 8-218,12 10-325,8 9 1806,8 8-1801,12 13 23,17 16-14,-7-5 0,2 2-202,-1-3 1,-1 3-390,11 24 0,-5 5-1768,-13-9 1,-4 2 1926,-1-8 1,1 3-1,-4-5 1,-4-2-1,-3-5 1,-3 7-1</inkml:trace>
  <inkml:trace contextRef="#ctx0" brushRef="#br0" timeOffset="2.38485E6">3263 6435 22841,'21'6'-483,"-11"18"17,-16 36 447,-1-21 0,-2-1-654,-4 20 672,5-24 1,0-2 19,-2 20 451,3-16 360,5-17 19,1-9 529,2-20-1185,4-12-188,6-18-23,8-11-35,4-4 17,-7 25 1,0 1-75,7-8 338,11-2-363,-9 26-10,10 3 134,6 11-6,-7 4-67,14 13-95,7 11-160,-26-13 1,1 0 240,5 4 0,-1-1-20,11 5-59,-12-10 1,0-2 31,15 0 114,-13-6 0,0-2 31,22-11-128,-2-12 206,-5-14 12,-6-9-40,-14 5 51,-14 6 0,-2 1-17,-3 0 207,1-29-117,-18 35-85,-8-3-83,-16 18 477,3 11-488,-31 23-9,31 0 0,1 3-6,0-1 0,2 1 12,3 0 0,7 1 145,14 16-154,11-20 40,10 5-18,0-18 40,18-8 28,-10-12-40,6-1 68,4-27-45,-16 3 56,7-17 17,-14 7-56,-8 11 196,-5-7-169,-3 22 181,-1-9-225,0 20-146,0 0-10,0 8 65,1 8 35,0 2-22,8 25-6,4-4-34,10 17-145,7-7-129,7-4-28,5-6 95,4-11 113,1-10 88,1-17 80,-2-12 38,-8-16 17,-8-9 51,-11-7 44,-9 1 51,-5 4 84,-4 9 28,-3 11-146,0 11-207,-1 7-6,2 5 17,1 16 23,2 7-6,4 19-6,5 7-10,9 2 4,7-2 12,3-7 0,3-10 40,1-12 32,0-10 12,0-16 12,2-13 22,1-17-51,-7 1 17,-11 3 0,-1 0 17,2-14-62,-6 15 0,-2 0 0,-1-4 34,-3 2-95,-5 20-174,1-1-90,-2 13-118,0 14-268,1 10-336,2 17-672,1 9-868,3 4-236,8-1 1036,9-9 1261,9-14 705,7-13 611,0-15 628,-1-13-533,-11-2 1966,8-20-1361,-15 8-336,5-12-263,-12 11-208,-6 4-189,-4 8-264,-3 7-247,-2 6-134,-1 4 56,0 7 67,0 19-22,3-3-62,4 22-303,7-10 1,0-1-1988,15 18-1514,-2-22 3877,14 12 0,-20-27 0,-2-5 0</inkml:trace>
  <inkml:trace contextRef="#ctx0" brushRef="#br0" timeOffset="2.38503E6">5650 6161 20599,'-36'-42'356,"-1"1"1,6 3-1,6 10-949,14 23 201,9 13-459,11 14-4065,6 10 1,1 3 2847,3 4 0,9 15 0,-25-46 0</inkml:trace>
  <inkml:trace contextRef="#ctx0" brushRef="#br0" timeOffset="2.38591E6">6156 6396 23595,'-35'-41'289,"-1"-1"1,10 6-1,-1 10-255,-5 26 0,0 11 33,-16 12-70,19-5 0,0 2-8,3 3 0,2 2-1,4 0 1,3 2-28,-3 24 0,17-5 5,16-11 46,15-12 32,12-11 35,6-13 246,11-19-146,-19 0 39,0-11 505,-14-6-314,-8 10-62,2-12-5,-13 20-292,-3 8-44,-1 6-51,0 9 62,3 11-12,6 19-44,7 25 30,-7-18 1,-1 3-875,1 14 1,-2 2 871,-1-9 0,-3 4-38,-1-7 0,-1 7 0,-1 1 0,-2-4-67,-1 4 0,-2-2 1,0 3-477,0 1 0,-1 5 0,-2 0 1,-1-4 462,-3 4 0,-3-3 0,-2-3 110,1-7 1,-2-2-1,-2-5-99,-8 5 1,-3-8 114,3-14 0,-2-13-70,-5-31 0,3-13-73,-6-13-93,22-4 0,5-13 0,6 3 37,7 15 1,5 3-1,1-3-237,0-3 1,2-4 0,0 1-1,2 3 310,2 3 0,1 2 1,4-1-298,1 1 1,5-2 0,0 1-1,-1 4-33,13-12 0,2 3 201,-3 3 1,3-2-1,-1 4 338,-6 12 0,0 2 0,0 2-296,16-11 0,1 3 115,-3 2 1,1 2 108,6-2 0,-3 1 26,-16 10 0,-3 2 27,4-2 1,-3 1 1067,3-7-110,-17 9 1072,0-5-1525,-24 11 1856,-8 3-2209,-12 4 743,-8 7-821,-13 12-63,-7 13-55,24-8 0,2 2-23,2 3 1,3 1-26,3 3 0,5 1-14,6 20 62,8-12 235,37-12-134,-18-21 139,29-6 29,-15-14 117,8-13 90,-3-7-11,-9-2-241,-11 10 610,-5-6-683,-9 22 56,0-5-168,-4 15-157,-1 2 57,0 3 16,-4 17 39,1-4-34,0 23 1,8-6-84,6 8-466,17 5-755,3-10 1327,-4-14 0,0-3 0,-4-2 0,6-2 0</inkml:trace>
  <inkml:trace contextRef="#ctx0" brushRef="#br0" timeOffset="2.3862E6">7371 6027 21691,'-9'-51'1314,"1"1"1,1 4-1,-2 9-765,-2 15-319,2 10-219,3 8 0,0 14 34,-3 18-39,-3 27-632,5-15 1,1 4 614,1 10 0,2 1 0,1-9 0,2 2-59,4 2 1,1 4 0,2-3-219,3 2 0,2 0-161,0-4 1,1 4 0,0-3-1210,1-5 0,0-2 1,-1-4 46,1 3 1,-2-3 1610,1 6 0,-4-8 0,-5-16 0,-3-3 0</inkml:trace>
  <inkml:trace contextRef="#ctx0" brushRef="#br0" timeOffset="2.38677E6">7159 6421 22767,'-38'-29'26,"-1"0"0,0 2 0,18 8-116,38 19 104,14 1 0,5 1-25,23 0-623,1 1 1,5 0 591,-17-2 0,0-1-25,9 1 0,0 0-20,-8-3 0,-2-1-79,4-2 1,-5-2 126,7-2 326,4-5-264,-39 10 414,-2-3 392,-8 5-415,-3-3-257,-9 5 1041,-10-1-845,-7 1 50,-16 8-375,13-2-17,-2 7-5,21 3 5,6-5 56,21 15-39,-3-15 34,12-1 0,3-2 22,15-3-26,-13-4 1,-1-1 15,8-5 77,-2-11 207,-13-32-212,-11 10-45,-12-23-51,-15 33 40,-20 2 106,-16 15-51,-3 10-72,-2 7 50,8 18-28,5 11-83,4 4-7,5 0 6,15 6-39,14 10 34,12 3-143,7-16 0,5-2-1121,8-6 1,3-3-3659,1 0 1,1-4 3625,-7-7 0,-3-4 0,3-2 0,-22-11 0</inkml:trace>
  <inkml:trace contextRef="#ctx0" brushRef="#br0" timeOffset="2.38736E6">3016 7684 17092,'54'12'397,"0"1"0,0-1 0,-4-6 0,4-1 0,2-2 0,0-1 0,-2-1-243,3-4 0,-2-1 0,1-2 0,4 1-931,-3-1 0,4 1 0,2-1 0,2-1 0,0 1 1,-1-1 809,-9 2 1,0-1-1,0 0 1,1 1 0,-1-1-1,2 0 1,0 0-144,-2 1 0,0-1 1,2 0-1,0 0 1,-1 0-1,1 1 1,-2-1-1,-1 1 120,9-1 0,-2 0 1,-2 0-1,1 0 1,3 0-1,4 0-41,-13 1 1,3 0 0,2-1 0,2 1 0,1-1-1,0 1 1,0-1 0,-2 1 0,-2 0 0,-3 0 33,6-1 0,-3 1 0,-2 0 0,-1 0 1,1 0-1,1-1 0,4 1-103,-2-1 1,3 0-1,2 0 1,2 0-1,-1 0 1,0-1 0,-1 1-1,-2 0 1,-3 0 108,1 0 1,-1 0-1,-2 1 1,-2-1 0,0 0-1,-1 1 1,0-1-3,4 0 1,-2 0-1,0 0 1,-1 0-1,-1 0 1,0 1-6,2-1 0,0 1 0,-2 0 1,-1 1-1,-1 0 40,4 0 1,-1 0-1,-3 1 1,-2 1-744,4 2 1,-3 1 0,-5 0-932,0 2 1,-7 2 1631,2 11 0,-34-8 0,-5 0 0</inkml:trace>
  <inkml:trace contextRef="#ctx0" brushRef="#br0" timeOffset="2.40466E6">6568 8973 17737,'-46'-41'745,"1"0"0,-5 4 0,5 11-605,5 25-28,9 7 0,0 6 50,-11 25-808,14-8 1,1 3 670,1 6 0,3 1-25,2 2 0,4 0 14,4-2 0,4-1 517,4 26-363,18-17 246,3-19 432,27-15-217,-4-26-259,-3-6 0,0-4-158,9-16-8,-15 5 1,-3-2 702,-1-16-695,-13 22 1,-1-2 185,1-21-50,-7 13-158,-6 14-296,-1 14-85,1 14 163,1 20 34,6 28-3,-2-10 0,1 5-511,1 11 0,1 5 508,-4-15 0,0 2 0,-1 4 2,-1 2 1,-1 5 0,-1-1 0,-1-2-827,0 0 1,0-3 0,-3 5 799,0-7 0,-1 4 1,-1 2-1,-1 0 1,-2-2-91,-1-3 1,-3-1 0,0 0 0,-1-1 0,1-2 73,0 4 1,1-2 0,-1-1 0,-1 2 25,-5 9 0,-2 3 0,-1-4 0,1-11-47,-2-8 1,-2-8 110,-1 0 1,-2-12 11,-17-32-54,25-14 0,4-10-4,4-9 0,4-8 0,3-1-214,2 1 1,2-1-1,2-1 204,0-2 1,1 0 0,4 0-9,4 0 1,3 1 0,1 4 646,6-5 0,2 1-633,-4 12 0,1-1 0,1 2-9,9-12 1,4 2-15,-7 15 1,2 0 0,-1 3 11,1-1 0,2 1-9,12-12 0,2 2 9,-13 17 0,1 2 14,6-6 0,2-1-116,1 1 1,-3 3 118,12-9 44,-5 2 73,-33 23 1733,-1 3-1683,-7 6 891,-3 3-1036,-1 2 670,0 2-726,0-1 6,2 8 39,5 7-23,11 27 34,4 5-245,-8-15 1,-1-1 193,6 15-58,-10-17 0,-1 0-709,3 21-1221,-3 10-2816,-4-7 4827,-3-17 0,-1-17 0,0-12 0</inkml:trace>
  <inkml:trace contextRef="#ctx0" brushRef="#br0" timeOffset="2.40483E6">6817 8969 13110,'-2'-6'4968,"1"0"-3741,1 6-3753,0 0 2526,12 0 0,-9 0 0,8 0 0</inkml:trace>
  <inkml:trace contextRef="#ctx0" brushRef="#br0" timeOffset="2.4057E6">7110 9165 16364,'4'-1'4431,"-1"0"-1883,-3 1-2592,-20-3-4230,18 18 4274,-14-5 876,33 28-842,14 2-29,-5-7 0,-3-9 1,-1-1 0,-6-6-12,10 7 158,-19-17 3693,0-2-3453,-2-21-353,-3 3 73,3-25 40,-2 3 38,2-19-151,2 4-207,8 5 39,-2 20-1310,34 18 818,-23 11-69,23 6-945,-16 6-1715,11 12 2354,-6-6-131,13 10 842,-14-17 906,16 1 926,-11-7 401,-5-5-216,-21-2-1038,-7-1 679,-6 1-769,-1 0 214,0-1-516,2-1-61,5-3-112,9-5-73,1-1 50,11-12 163,-1-9-84,-3-5-95,-5 0 44,-13 0 46,-10 3-79,-7 3-68,-3 5 62,-19 13-61,3 10-12,-12 5-10,13 4-12,0 13 39,8 13-73,4 9 1,6 2 24,13-11 1,4 0-367,13 14 366,-1-12 1,2-3 14,18 7-6,1-18 0,4-5 5,-10-7 1,0-3 2,7 2 1,1-2 5,-5-5 0,-2-4 25,22-17 12,-3-8-21,-26 6 1,-4-4 36,-6-7 1,-5-1-7,5-14 28,-11 11 1,-3 3 17,-1 2 324,-4-23-129,0 25-44,-2-7-118,0 20-112,2 8-34,2 5 135,0 2-258,4 8 129,3 1 11,30 32-17,-11-13-64,6 13 0,0 4-685,-16-12 0,-4 2-10,6 16 1,-6 2-1300,-15-3 0,-5-2 2064,-2-5 0,-3-2 0,-9 11 0,6-23 0</inkml:trace>
  <inkml:trace contextRef="#ctx0" brushRef="#br0" timeOffset="2.40715E6">10139 9126 22268,'1'-38'966,"0"0"0,0-23-708,-1 59 190,0 0-532,0 6 101,1 15 11,1-1-12,4 24-4,4-6-12,6 12 0,8 0 8,-4-19 0,1-2-13,9 12 2,-8-14 0,0 0 3,2 7 11,-3 8 34,-13 1 123,-38 13-106,9-24-1,-22 5 114,13-30 105,-3-13-224,8-1 39,1-19-22,19-9-68,4 7 18,14-19-12,12 14-11,2 8 0,3 1-300,16-11 280,5 6 1,3 3-569,0 4 582,0 2 1,3 0-7,-20 10 1,-1-1 19,8-1 1,0-1-4,-8 3 1,-3 0-69,20-9 85,-25 10 23,-10-1 11,-15 6 291,-2-4-280,-1 1 610,-3 1-621,-2 3 39,0 3-106,-5 6-6,-4 8-11,-11 21-5,4 4 22,1 3-12,13 1 12,12-10 17,9 5-12,13-6 12,14-10 5,7-8 22,4-11 46,-2-10-18,-8-9 35,-10-10 83,-12-16-134,-9 12 33,-15-17-39,-9 14-16,-12-7-1,-5 4 6,-1 10-17,-1 9-61,8 11 22,5 6-6,8 7-39,0 21 29,5 2-18,5 32-33,16-11 22,-2-19 0,3-1-44,14 6-107,19-1 98,-18-24 0,1-4 58,7-1 1,0-3 67,0-4 0,-1-6 47,4-11 1,-5-3 3,-1-6-6,5-13 128,-28 11-5,-7 8-78,1-4 67,-7 15-197,-2 8 24,0 3-29,-11 16 22,1 4 29,-2 13-12,10 0 1,8-8 10,23 9-16,5-14 28,23 3-11,-13-13 22,15-7-12,-13-9 26,-13-3 0,-1-2 42,16-16 28,-5-11-11,-19 1-56,-10 7 39,-10-15-78,-4 26-74,-7-14-21,1 26-953,-8 0-1361,6 4-3831,-1 6 6234,6 2 0,4 1 0,1-3 0</inkml:trace>
  <inkml:trace contextRef="#ctx0" brushRef="#br0" timeOffset="2.40739E6">12310 8583 25584,'1'-38'540,"-1"0"1,2-23-720,-8 69 184,-1 19 18,-3 28-23,2 4-471,3-17 0,0 6 1,0-1 304,-2 12 1,0 0-311,2-12 1,-1 0-1,0 3-275,-1 9 1,-2 1 0,2-6 265,2-13 1,1-1-635,0 4 1,1 4 0,4-6 467,18 16 0,-8-17 0,6-15 0</inkml:trace>
  <inkml:trace contextRef="#ctx0" brushRef="#br0" timeOffset="2.40777E6">12311 9308 14208,'-6'-9'3220,"-22"-24"1,-7-5-1899,-5 2-1028,3-2 0,-2-1 681,-8 4-197,16 14-683,7 5-89,10 5-96,14 9 107,36 1-34,10-1-11,7 2 0,4-1-6,-10-1 1,0 0-533,17-1 0,-2-2 549,-19 0 0,-4-2 34,2-1 0,-3-2 117,9-9 101,-17-1-67,-13 6 437,-10-7-106,-9 8-12,-4-5 937,-4 7-1116,-1 2-202,4 5-22,1 2-134,2 5 50,-4 11 22,-1 15-33,0 16-45,3 14 0,6-25 0,2 0-274,2 2 1,2-1-63,6 22-634,0-20 1,3-3-1915,7 4-6891,10 6 9144,-13-30 0,-5-10 0,-11-4 0</inkml:trace>
  <inkml:trace contextRef="#ctx0" brushRef="#br0" timeOffset="2.40794E6">12863 8766 20839,'-17'-51'734,"1"1"0,2 3 0,1 14-980,8 30 111,1 13-89,3 12-650,1 18-184,4-1-3858,2-3 1,3 0 2761,1-3 1,4 12-1,-11-37 1</inkml:trace>
  <inkml:trace contextRef="#ctx0" brushRef="#br0" timeOffset="2.40867E6">13114 8975 16114,'6'-8'4537,"-2"2"-2856,-4 6-1479,0 0 360,-18 54-540,12-16-11,-4 4 1,1 0 27,9 11-28,0-14 236,2 1-113,0-25 1032,2 1-707,2-20-223,6-12-29,9-15-39,7-13-34,5-8-89,-15 25 0,1 1 11,19-22-11,-1 10-62,12 11-22,-14 17 28,2 9-6,-2 28 22,-11 5 1,10 20 5,-9-3-22,0-3-23,5-5-10,8-7 16,8-9 0,8-12 28,5-11 2,-28-6 1,0-4 5,1-3 1,-1-3-118,-2-4 1,-1-3 116,-3-2 0,-2-3 23,-3-1 0,-2 0 8,5-16 196,-9-6-100,-15 26-74,-9-3-16,-15 18 11,-12 14-33,-5 10-12,1 16 11,8 10-5,12 8 217,10 2-245,20 7 5,2-21 29,21 1 10,-3-27 51,5-2 45,-4-15 28,-6-12 0,-5-14 72,-3-17-122,-8 13 100,0-13 6,-5 25-12,0-1-189,-2 12-108,-1 7 119,5 31-18,1 11-11,-1-3 1,1 4-382,-1 3 0,-1 4 340,-3 0 1,0 3-1,-2-2-729,0 5 0,-3 1 289,-3 2 0,-3 5 0,-2-4-746,-2-12 1,-2-4 0,-2 3 892,-8 12 1,-3 3 0,2-6 0,2-3-1,1-5 1,-1-7 0,-1 1 0</inkml:trace>
  <inkml:trace contextRef="#ctx0" brushRef="#br0" timeOffset="2.40967E6">15536 9227 19630,'26'-49'1196,"0"0"1,2-5 0,-4 9-771,-9 18 296,1-8-375,-14 27-313,-1 1-45,-6 15 39,0 2 33,-9 20-10,-3 23-46,4-9-11,5-8 1,3 0 5,7 11 17,12 7 17,12-8 16,13-12 73,5-14 191,9-19-207,-18-7 111,9-21-11,-20-4-3307,3-24 3195,-12 18 134,-5-14-16,-10 29-62,-1 1-195,-1 12 16,-1 9 28,-5 12 3397,1 11-3397,0 2-17,5 24-5,25-6 22,-2 2-9,3-23 1,5-5-9,19 0 23,3-2 33,-9-12 0,-3-5-22,-3-3 22,-4-3 1,-3-5 21,-10-15-33,-4-1 33,-10-6 1,-3-1-50,-5 1-10,0-2 1,-3-1 81,-8-5-33,-1 4-63,0 8 1,8 22-56,-2 7 17,-1 13 16,-1 1-128,-2 16-925,8 15 381,6-8-1170,18 20-1003,18-21-1770,0-13 0,3-2 2264,-10-7 0,1-2 1758,18 0 0,0-6 627,-16-6 0,-1-3 294,12-6 0,-2-2 2703,10-9 1105,-21 0 1,-6-2-765,-8-3-2140,1-7 612,-13 6-606,-4 9-95,-2-6-666,-2 11 333,0 4-793,-1 7-39,1 6 56,-4 17 11,-2 9-16,0 9-74,5-5 1,1 0-196,0 4-925,3 7 0,2 0-447,1-6-3270,1-1 1,0-3 2457,1-13 0,0 5 1,-4-23-1</inkml:trace>
  <inkml:trace contextRef="#ctx0" brushRef="#br0" timeOffset="2.40986E6">16974 8794 23584,'-37'-23'-228,"-1"0"0,5-2 1,8 12-3492,22 41 3719,8-8 0,-2-3 0,2-7 0</inkml:trace>
  <inkml:trace contextRef="#ctx0" brushRef="#br0" timeOffset="2.41023E6">17462 8780 19787,'0'-44'1033,"0"1"0,0-1 1,1-8-1,-2 5 345,-4-10-806,1 33-427,-3-3-134,1 21-22,0 18 22,1 4 0,-2 19 1,1 7-15,1-3 0,0 4-597,1 0 1,0 4 0,0 1 483,0-2 0,1 1 0,0 0-276,-1 3 0,1 0 0,0-1-154,-1 10 0,-1 1 144,1 1 0,-1 4 1,1-11-1,0 5 1,1-8-1,-1 0 1</inkml:trace>
  <inkml:trace contextRef="#ctx0" brushRef="#br0" timeOffset="2.41074E6">17381 9353 17093,'-13'-43'1155,"-1"1"0,1-1 0,-6-15 0,0 6-493,-6-5-125,4 14-358,8 11-187,8 9-121,18 7 67,3 5-61,16 2 0,6 1 75,-5 1 0,3 0 69,16-4 1,3-2-6,-13 0 1,0-2 0,-2-1 5,3-3 1,-2-1-248,8-9 0,-6-2 488,-4-16 180,-14 3 178,-10 8-262,-8 12 346,-4 5-10,-2 11-572,-1 1-201,0 7 16,0 14 79,-1 19-11,-3 26-12,2-20 1,-2 3-122,0 7 1,-1 0 128,-2 2 1,0 0 2,1-9 1,0 2 0,0-4-1554,-1 1 0,1-2 1556,0 3 1,2-6 92,2-15 184,2-13-55,2-13-180,7-14 553,8-15-496,12-12 55,8-5-73,-16 26 1,0 2 50,19-18 3303,-10 15-3404,-1 6-56,-14 14-11,6 5-11,-6 14-34,5 15-207,1 15-1002,1 12-981,-11-25 0,0 1 1415,7 22 0,-10-28 0,-5-16 0</inkml:trace>
  <inkml:trace contextRef="#ctx0" brushRef="#br0" timeOffset="2.41177E6">18757 9135 17171,'18'-40'1305,"-1"-1"0,1 0 0,2-6 0,-2 6-168,0-8-314,-13 28-515,0 4 163,-6 6-466,-6 10-10,-11 9 16,-13 11-11,-11 13 39,-1 8-16,8 5-40,12-1-6,12-3 1,14-4 5,14-8 45,17-7 56,12-10-5,6-12-46,-10-6 147,12-25-79,-23-4-196,-11 7 0,-2-2 179,1-31 33,-9 0-5,-9 6-28,-10 14-33,-10 16-29,-14 13-22,-11 15 0,-9 12-11,-3 12 0,5 8 22,14 8-17,14 2-50,17 5-5,22 0-12,21-2-70,-7-25 1,4-3 13,7-2 0,2-4-269,4-2 0,1-4 345,-1-4 0,-1-4 41,-10-1 1,-3-3 11,2-4 0,-3-6-127,-6-10 0,-3-3 138,11-11 0,-16 4 1,-6-2 56,-8-5 88,-1-14 7,-5 17-90,0 8 361,-3 18-417,2 8 503,-1 2-537,-1 13 408,1 10-402,-1 6 11,3 20-6,8 0-5,-1-15 0,2 0 0,3-1 0,3 0 5,2-2 0,3-3 23,7-1 0,2-5-3381,20 3 3386,-1-12 57,3-30-12,-17-7-17,5-8 20,-20 7 0,-4-4 54,4-27-99,-8 24 0,-1-1 22,-3 0 1,-1 3-9,-3-3 45,-7 0-84,2 25 3269,-2-2-3627,1 16 67,1 2-3221,-5 27-236,5-8 3748,-1 20 0,5-29 0,0-1 0</inkml:trace>
  <inkml:trace contextRef="#ctx0" brushRef="#br0" timeOffset="2.41213E6">20136 9271 24151,'2'-46'235,"-1"0"0,0 1 1,2-17-1,0 0-162,0 18 0,1-1 0,0 1-535,1-14 0,-1-1 490,0 10 0,-1-1 0,0 1 19,1-15 1,-1 3-3,-1 5 0,0 2 50,-1 10 0,0 3 107,-4-14 538,0 27-824,-2 17 364,-2 20-258,-11 35 28,5-2-331,2 4 0,0 7 275,6-10 0,2 3 1,1 0-465,-1 2 0,1 2 0,1-1 464,0 1 1,0 0-1,3 1-20,2 5 0,2 0 0,2-4-151,7 5 0,4-2-236,-3-11 1,1 0-1,2-5-146,1-2 0,4-8-2130,27-1-6915,-6-42 9604,-6-1 0,-6-4 0,-21 8 0</inkml:trace>
  <inkml:trace contextRef="#ctx0" brushRef="#br0" timeOffset="2.41228E6">20078 8936 14453,'-49'-14'2315,"1"-1"0,5 3 0,10-2-846,22-5-1318,13 7 97,24-9-186,17 7-48,-10 6 0,3 1-59,-6 2 0,3 0 45,14 3 0,7 1 0,-9 1 0,2-1 0,3 1 0,0 0 0</inkml:trace>
  <inkml:trace contextRef="#ctx0" brushRef="#br0" timeOffset="2.41321E6">21357 8446 16493,'21'-39'1271,"-1"1"1,1-1-1,4-9 1,-4 7-56,3 2-96,-15 21-1025,-1 4-140,-5 7 51,-10 29 117,-6 16-73,-4 11-393,-1 2 0,-1 5 354,8-13 0,0-1-6,-4 10 1,3 2 25,7 4 0,6-3-20,5-21 0,3-1 0,-3 7 1,6-2 1,10-6 0,4-6 43,12-1 11,9 2 45,-16-24 0,1-7-5,18-12-292,-14 2 1,1-2 256,-7-3 1,-2-3 2,-3 0 1,-1-2 76,17-24 39,-11 2 61,-10 8 719,-10 13-803,-5 12-82,-5 9-108,0 4 537,-5 8-504,-2 8-22,-6 11-1,1 9 12,4 4-89,6 5-410,12 1-756,8 1-1271,10-6-4839,6-7 7365,-4-14 0,-10-10 0,-9-7 0</inkml:trace>
  <inkml:trace contextRef="#ctx0" brushRef="#br0" timeOffset="2.4134E6">22061 8363 20123,'-16'11'-8649,"6"5"7234,28 18 0,-8-16 0,-1 0 0</inkml:trace>
  <inkml:trace contextRef="#ctx0" brushRef="#br0" timeOffset="2.41378E6">22316 8584 16544,'3'-5'5707,"-2"1"-3164,-1 4-2028,21-60-470,-16 46-185,16-45 73,-21 69 100,-2 13-5,-1 17-11,0 15-17,1 7 22,1-2 6,1-7-5,0-15 341,2-15 230,19-34-432,7-22-114,-8 8 0,1-4 19,3-5 0,-2 1-11,8-12-28,0 3-34,-16 25-50,-4 8-44,-3 15 88,0 9-38,4 16-23,2 10-112,6 7-425,6-1-684,8-4-1809,10-9 2424,-14-19 1,0-4-1,3 2 1,2-6 0</inkml:trace>
  <inkml:trace contextRef="#ctx0" brushRef="#br0" timeOffset="2.41415E6">23285 8304 15967,'0'-8'6833,"0"2"-6273,0 6 146,0 0-678,-30-26-28,18 32 28,-26 2-17,26 49-20,5-19 1,0 1-176,0 3 1,-2 1 180,0-1 0,-2-1 6,-1-4 0,-2-2 53,-14 18 11,1-22 39,2-19 6,-1-17 6,3-8 39,3-9 123,4-5 210,7 10-294,3 2-122,6 13-254,0 0 79,3 7 101,8 6-179,10 9-549,12 7-762,7 0-4576,12-3 6066,-16-11 0,-6-4 0,-18-8 0</inkml:trace>
  <inkml:trace contextRef="#ctx0" brushRef="#br0" timeOffset="2.41502E6">22994 8456 10590,'-2'-6'3791,"-7"-24"1,-1-7-857,3-7-2582,-3 5 0,2 0 258,5-1 1108,6-3-1159,1 16-369,1-10 184,1 22-364,-5 10-106,1 7 112,-2 8 5,0 21 0,1 5-10,-1 4-531,3 19 1,0 2 524,2-9 19,2-3 0,1 0-480,7 11 474,-5-25 1,1-1-54,-1-2 0,0-3 46,2 7 172,-4-10 18,-7-20 1361,0-5-1182,-2-13 224,-4-9-583,0-9 12,-11-18-29,2-3 6,5 19 1,1-3-289,0-7 0,1 1 289,0-14-1,4 21 0,2 2 23,0 1-191,1 6 90,-1 10-29,0 20 136,-2 25-63,2 13 1,-1 9 10,2-19 1,0 2 6,4 28-54,1-15 0,2 2 11,1-10 1,1-2-116,0-1 1,1-2-1939,15 20-2183,-9-29 4284,5 4 0,-11-20 0,-5-7 0</inkml:trace>
  <inkml:trace contextRef="#ctx0" brushRef="#br0" timeOffset="2.41537E6">23261 8291 16051,'-1'-5'4234,"1"2"-3590,0 3-258,-4 8-44,-4 14-146,-4 5 275,-13 21-146,2-22 0,-4 0-124,1-1 1,-1-1-344,-5 1 1,0-2 219,-5 1 40,9-3-29,19-10 163,3 4 157,15-2-28,12 6-112,19 5-202,-13-10 1,3 0-35,4 1 1,0-1 248,22 8-254,-23-12 0,0 1-40,-3-2 1,1 0-1199,12 2 0,-1 1-76,-10-4 1,-2 0 629,5-1 1,-5 0 0,-15-5 0,0 0 0</inkml:trace>
  <inkml:trace contextRef="#ctx0" brushRef="#br0" timeOffset="2.42758E6">23896 7320 15310,'-36'-34'-58,"0"0"1,-1-1 0,-12 0 0,-4 3 0,1 8-13,0 14 0,-2 6-878,1-1 0,-5 1 1,0 3 917,3 3 0,1 2 0,-1 2-348,-6 0 0,-1 2 1,-1 2 361,13-2 1,-1 1-1,-1 1 1,0 1-250,-3 1 0,-1 1 0,0 0 0,0 2 267,-3 0 1,-1 0 0,1 2 0,-1 0 8,11-2 0,0 0 0,0 1 1,0 0-1,1 0 4,-2 2 1,1-1 0,0 2 0,0-1-1,1 2-286,-1 0 0,1 1 1,1 0-1,-1 1 1,1 1 311,1 0 0,0 1 1,1 1-1,0 0 1,0 1 36,-9 6 1,1 1 0,1 2-1,1 0 26,3-1 0,1 1 0,1 2 1,1 3 68,5 2 1,0 5-1,1 1 1,3 0 0,3-1-55,4-2 0,3-1 0,2 1 0,2 3-35,2-2 0,0 3 0,3 2 0,3-2 0,7-3 37,8 12 0,8-4 1,5-1-25,3 0 0,4-1 0,4-1-19,4-1 1,3-2-1,3-1 15,3-2 1,3-1 0,3-1 50,-1-8 0,4 1 0,0-2 1,-2-3-67,-1-1 0,-2-2 1,4-2 89,4 0 1,3-1 0,2-1 0,-3-5-29,1-3 0,-2-5 0,5-1-51,-6-2 1,6 0-1,1-2 1,-1 0 0,-3-1 3,-4-1 1,-3-1 0,0-1 0,4-2-51,5-1 1,4-2 0,1 0 0,-1-3-1,-4-1 11,-2-2 1,-3-3 0,-1-1 0,2-1-14,0-1 1,1 0-1,2-2 1,0-1-1,-2 0-141,1-3 1,0 0-1,0-2 1,-1 0-1,-1-2 162,1-1 1,-1-1 0,-1-2 0,0 0 0,-1-1-3,-1-1 1,-1 0-1,0-2 1,-1 0-1,-1-1 0,-3 0 1,1-1-1,-2-1 1,-1-1 0,-1-3-117,2-5 0,0-4 1,-2-1-1,-2 1 1,-3 3 76,-2 3 0,-3 3 0,-2 0 0,-1-4 5,3-11 1,-1-5-1,-4 0 1,-6 4-45,-8 7 1,-6 2 0,-4-1-73,-2-11 1,-3-2-1,-7 1-274,-6 3 0,-6 0 0,-6 4-597,1 13 0,-5 1 1,-3 2-1,-4 2 961,-1 4 0,-6 2 0,-2 2 0,1 1 0,6 2 0,-3-2 0,4 2 0,-2 3 0,-6 3 0,0 1 0,0-1 0</inkml:trace>
  <inkml:trace contextRef="#ctx0" brushRef="#br0" timeOffset="2.44282E6">10222 6067 13968,'-51'-12'1388,"1"1"0,2-1 0,11 3-514,28 7-460,3-1-196,19 0 585,46-3-638,-17 2 1,3 1-1205,10-1 0,2 1 1328,-11 0 0,-1 2-308,6 5 1,-5 3-168,5 10 17,-20-1 0,-7 4 182,-27 28-199,-15-18 1,-6-1 197,-1-4 0,-5 0 81,-8 1 1,-6 0-1,2-1 106,-4 1 1,0-1-261,9-5 0,-2 1 1,3-1 295,-14 10 1,7-3 205,4 2 390,-1 5 60,45-23 59,12-8-876,16-13 0,4-5-47,11-4-224,3-4 0,3-5 248,-17 8 1,0-3-9,5-9 0,3-7 0,-4 4-47,-5 5 0,-3 0 10,12-18 0,-9 3 840,-20 14-155,-5-6-832,-14 1-429,-5 9-51,-26 3 845,-17 18-161,9 1 197,-11 4-292,39 3 1050,-1 1-118,32 20-955,-4-8 204,29 24-144,-17-16 1,1 1-217,0 2 1,-1 3-619,4 15 0,-4 2-1473,-3 13 2212,-19-11 1,-5-3 0,-1-17 0,-8 12 0</inkml:trace>
  <inkml:trace contextRef="#ctx0" brushRef="#br0" timeOffset="2.44343E6">11504 6212 21289,'28'-54'1528,"0"-1"1,-4 7 0,-3 7-1099,-6 6 903,-6 10-1329,-8 16-339,0 5 317,-4 41-205,-3 5 4,2-5 0,-1 2-425,-4 14 518,4-17 1,2-1-177,8 7-74,2 6 186,29-14-15,0-21 600,18 1 118,-8-17 473,4-18-11,-19 2 163,7-23-92,-18 3-214,3-15-150,-9 2-520,-5 3-234,-6 13-564,-4 11-486,-1 11 136,0 8-243,-1 5 346,2 15-346,2 6-804,6 14 1907,26 17 0,-18-28 0,16 9 0</inkml:trace>
  <inkml:trace contextRef="#ctx0" brushRef="#br0" timeOffset="2.44391E6">12480 5973 21692,'1'-8'2681,"-1"2"-2033,2-26 1,-1-7-274,-6 8-289,4-13 0,-4 3 285,-10 19-707,-1 9 458,1 7-1237,3 6 2277,2 19-855,7 8-257,3 22-44,8-9-54,15 14 20,0-25 0,5 0-29,2 0 0,2-1-398,10 5 0,1-3 180,-7-6 1,0-3 93,-5 0 0,-2-1 74,9 11-263,-23 12-185,-36-10 626,1-8 1,-6-1-492,-10-2 0,-5-5 308,-4 0 0,-1-3-159,-2-2 1,0-5 62,2-5 1,2-3 105,11 0 1,2-6-20,-3-12 1,6-6 190,8-22-318,12 11 0,6-3 188,11 1 0,4 3-89,15-22 490,-6 17 0,2 3 347,3-8-267,5-6 1314,-11 16-955,-12 21 62,1-1-299,-6 22-140,-4 13-674,-4 22-117,-9 20 9,-2-5 104,-3-7 1,0 1-441,6-16 1,0 0-185,-4 15 0,1 1-1175,8-14 1,2-2 2123,7 28 1,0-30-1,5-9 1</inkml:trace>
  <inkml:trace contextRef="#ctx0" brushRef="#br0" timeOffset="2.44442E6">12876 5987 17976,'-1'-4'4390,"1"0"-1498,0 4-2138,2-56-1037,4 49 707,6-35-3849,9 76 3008,-3-7-345,10 13 728,-3-18 217,7 1-502,3-6 666,-1-9-180,4-14 3737,-15-2-2802,5-17-3559,-19-13 2823,-1 5-88,-12-21-276,-5 18-206,-9-5-253,-3 9-171,-4 8-12,-2 11 3712,-4 8-2823,5 12 250,1 3 334,3 19-183,-1 23-89,6-7-542,6-6 1,1 3 106,4 20-270,3-21 1,4 2-542,5-1 1,5-2-268,-3-7 0,7-2 375,30 12 1,3-5 0,-16-12-1,4-5 1,0 0 0</inkml:trace>
  <inkml:trace contextRef="#ctx0" brushRef="#br0" timeOffset="2.4462E6">13725 6104 15501,'9'-59'1617,"0"1"1,0-1 0,-2 14-1,0 2 1,-2 4-1222,-3 0 0,-1 8-438,-1 11-120,-1 11-3,1 13 158,3 16-74,0 14-40,-1 3 0,0 1 97,-2 20-215,-3-10 1,-2 2 288,-5-6 0,-2-3 36,3-6 0,-1-1 133,-1 2 0,-3-2 471,-14 5 416,9-21-65,-8 5 84,12-32-764,7-12-553,1-22 142,9-20 6,3 23 0,2-1-140,3-6 0,3-3 131,-1 9 0,2-1 1,-1 3-122,0-3 0,1 2 41,5-10 0,-2 6 518,-1 7 252,-3 9-407,-7 13-183,-1 23-508,7 23-91,1-2 246,0 1 0,2 1-11,14 23 28,-3-11 1,4 2-805,-5-7 1,1-1 925,1-2 1,-2 0 8,-1-6 0,-2-2 202,17 18 146,-5-6 55,-6-9 338,-14-23-35,-9-19 288,2-4-332,0-44-275,-4 19 473,0-3 0,-1-4-613,-2 1 0,0-1-37,1 1 0,0 0-11,0 2 0,0 2-194,2-14-47,-1 30-159,1 6 273,0 13-145,11 26-544,7 7 219,5 9-707,15 13-39,-14-18 0,1-1-230,3 2 0,2-1-401,6 5 1,4-2-290,-5-12 1,2-2-1,0-3 1963,5 0 0,-1-3 597,7 3 1,-1-6 1245,-14-11 1,-4-6 2046,2-7 267,5-14-782,-21-3-977,-9-1-873,-10-2-698,-9 3-515,-12 4-199,-10 7-162,-12 9-58,-10 7 287,7 8 235,16 2 1,-1 4 216,1 6 1,0 3-67,3 0 1,0 3 39,0 4 1,5 2 83,2 19-282,14-3-318,10-11-228,14-2-207,22-9 166,7-6 153,3-6 305,-16-14 1,-2-5 239,2-2 35,0-9 1,-2-4 550,-4-13-576,-10 8 0,-3-1 309,-4-21-506,-7 2-222,-5 13-44,-5-1-392,2 21-232,-3-2 44,5 14 451,0 7 738,-2 19-372,1 9 0,0 22 24,6 5 30,2-10 6,7 11-69,11-8-370,5-1-488,11-7 640,-3-24 230,1-16 221,-1-16 302,-3-15-168,-10 1 36,-1-28-70,-12 14-91,1-17-139,-6 24-128,0 3-301,-4 20-64,2 0-31,-2 11 56,0 16 211,1 6 75,5 18-30,5 0-96,6 1-10,6-5 175,4-6 175,4-9 239,-7-10 139,10-9 329,-12-13 286,10-10-12,-8-12-303,-7 3-224,-2-13-314,-5-3-352,-1 2-193,-1 2-553,-4 23-354,-1 10 301,0 8-118,6 18-1001,2 3-155,10 15-442,5-1-637,10 0 1699,-4-10-592,26 2 2335,-17-17 484,18-3 2320,-19-15 2256,-5-14-3107,-15 4-414,-4-4 808,-11 4-1751,-3 7-727,-3-4-664,-1 11-498,-2 4 230,1 2 743,-4 9-184,-2 16-81,1 6 170,3 16 37,7-15-670,12 20-279,2-16-1451,9 12-4456,-5-16 6840,-3-10 0,-10-12 1,-4-7-1</inkml:trace>
  <inkml:trace contextRef="#ctx0" brushRef="#br0" timeOffset="2.44639E6">16066 5659 21917,'-1'-9'891,"-3"-26"0,0-4-1201,-1 12 277,0-12 0,0 4-544,1 22 4,4 9 204,9 13-462,7 11-3117,20 28 1878,-8-9 2052,-2-4 0,-3-2 1,-7-12-1,7 9 1</inkml:trace>
  <inkml:trace contextRef="#ctx0" brushRef="#br0" timeOffset="2.44687E6">16701 5819 21819,'-18'-47'328,"0"1"0,-1 4 1,-4 9-224,-10 24 0,-1 6 127,-17 1-131,10 6 1,1 3 48,0 7-390,2 4 0,1 3 321,-4 13-89,15-10 0,3 2 387,5 16-322,21-3-75,18-8-81,21-9 87,18-10-36,-25-10 0,0-4 231,1-2 0,0-4 88,-3-2 0,-3-4 345,20-21-69,-18-6 217,-14 0-373,-10 3-190,-6 8-173,-3 10-230,-2 9-108,0 10 407,0 14-246,0 16-1606,2 5 0,1 3 1649,-2 22 66,2-6 0,-2 4-321,-1-11 0,-2 1 326,-2 5 0,-1 4 0,-1-2-15,-1 4 1,-2 1-357,0-3 1,-3 4 0,1-3 222,1-12 1,0-2-1,1-2 173,-4 11 1,1-2 20,1-1 1,-3-10 110,-11-17 14,-12-34-96,3-1-65,14-13 0,4-8 919,8 1 1,4-2-1387,-1-14 0,4-3-473,8-5 0,7-1-2312,4 14 0,4 0 0,0 3 2423,1-1 0,1 4 0,5 2 1,-3 8-1,-14 18 0</inkml:trace>
  <inkml:trace contextRef="#ctx0" brushRef="#br0" timeOffset="2.44821E6">17137 5785 19942,'23'-45'831,"-1"-1"0,0 1 0,-6 8-417,-12 17-151,-3-3-322,-4 13-27,-9 3 114,-13 16-58,-14 11-66,-11 15 74,18-4 0,2 1-289,-9 14 292,17-11 0,4 0 2,10 7 36,11 7-62,8-16 164,15-15 0,5-4-17,0-3 19,3-3 0,1-6 230,9-20-244,-9 2 112,3-21 11,-19-4-90,-5-2 72,-4-15 92,-7 19-213,-3 9 276,0 13-408,0 16 22,-2 3 18,0 5 63,-6 47-66,4-24-269,-1 3 0,2 0 269,1-3-10,2 27 12,8-10 8,-2-13 1,4-2 2,20 9 34,26-15-40,-14-14 12,-3-17 0,0-7-3210,8-20 3283,-18 13 0,-1-4-8,-3-9 1,-4-3-384,-4 1 0,-2-4 312,0-4 1,0-5-1,-2 2-6,0-4 1,0 0 10,-3 1 1,1-4-1,-2 4 62,-2 0 1,-1 0-19,-2 4 1,-1-3 0,-1 2-68,-3-6 1,-2 2 146,1 5 1,-4 3-24,-15-11-80,8 34 67,-2-1 3052,-2 42-3001,7 0-118,1 8 0,1 7-489,5 13 1,3 3 452,-1-11 0,2 2-2,2 1 1,2 4 0,1-2-435,3-5 0,1-1 0,1 0 366,-1 1 1,0-1 0,1 0-45,5 18 1,1-3-211,3-2 1,0-4-215,-6-20 0,0-2 279,3 7 1,0-3-1181,8 10-1609,-5-24 1210,2-9-2752,-1-24 1918,-5-22 2022,-7-1 718,-7-22-87,-12 25 1,-4 1 511,-6-24 1690,-12 14 0,-5 4-695,11 18 1,-1 3-735,-5-4 0,0 1 357,3 5 0,1 3 480,-5-4-570,2-3-928,16 11-76,21 3-50,33 6-117,16 4 64,-14-1 0,1 0 279,-10 1 1,1 0-285,18 1 1,0-1 122,-18-2 0,1-1 11,12-1 0,0-1 57,16-6-50,-19-2 89,0-6 179,-10-5-78,-4-2 56,-7-6-146,-14 10 73,-8 1-84,-23 10 418,1 1-497,-36 13-22,23 5 1,1 1-18,-22 11-11,20-3 0,5 1-5,10 1 39,1 23 128,27-12 12,13 6-39,27-10-102,-16-20 1,1-4 11,24 3 34,-12-8 0,0-3-154,9-8 159,-18 3 1,-2-4 66,1-16-67,-17-8-44,-21-6-7,-17-6 12,-16 3 12,-10 6 16,-5 11-23,-4 12-25,16 18 1,1 5-20,-15 12-3,21-3 0,6 5 8,10 32-16,25-3-266,13-10 0,7-2 257,3-7 1,2-2-302,11 6 0,2-1 184,-5-6 0,0-1-466,0-2 1,1 0 585,-4-6 0,2 1 0,-5-3 0,19 11 0,-20-14 0,-1 1 0</inkml:trace>
  <inkml:trace contextRef="#ctx0" brushRef="#br0" timeOffset="2.45034E6">19311 5136 23166,'21'-40'330,"-1"-1"0,0 3 0,-9 15-946,-12 23 1922,-27 37-1163,8-9 0,-2 3-675,-1 1 1,-2 4 0,0 1 545,-1 4 0,0 0 1,1-1-46,-8 11 0,3 3-104,8-5 1,1 5 0,6-4 55,6 0 1,7-1-23,2-3 1,3 1-1,7-3-534,16 5 1,9-7 305,12-3 1,4-6 125,-8-7 1,6-4-65,3-5 0,7-4 1,-3-3-103,6-2 1,0-4-288,-3-2 0,4-1 1,-5-2-249,-1-3 0,-4-3 1120,3-4 0,-8-2 0,-11 3 0,-2-1 0</inkml:trace>
  <inkml:trace contextRef="#ctx0" brushRef="#br0" timeOffset="2.45056E6">20334 5160 23284,'-33'-35'305,"0"0"1,-1 0-1,-10-10 1,11 9-813,22 22 38,48 34 694,8 14-266,0 2 0,1 4-760,-12-8 1,0 4 715,2 7 0,2 5 1,-3-1-393,-1 6 0,-2 1 389,-5-12 0,1 1 0,-5 2-347,-5 4 1,-3 1 0,-6-3-2343,-6 4 0,-5-1 2211,0 14 0,-4-4 1,-9-1-1,0-28 0</inkml:trace>
  <inkml:trace contextRef="#ctx0" brushRef="#br0" timeOffset="2.45189E6">11377 7332 11608,'53'1'1046,"-1"0"1,-2-1 0,4-1 0,-3 0-702,7 0 0,2-1-1117,-15 1 1,3-1 0,2 0-1,0 1 885,0 0 0,1-1 1,0 1-1,2 0-40,5-1 1,2 1 0,1-1 0,-3 1-49,-8 0 1,-2-1 0,1 1 0,5 0-310,-1 0 0,5 0 0,2-1 0,0 1 0,-2 0 0,-7 0 317,13-1 0,-7 1 1,9 0-100,-19 0 0,7 0 1,3-1-1,3 1 0,1 0 1,-2 0-1,-2 0 0,-4 0 91,8-1 0,-5 1 0,-1 0 0,1-1 0,5 1-177,-3-1 0,4 1 0,3 0 0,0-1 0,0 1 0,-3 0 0,-4-1 164,3 1 0,-4 0 1,-2-1-1,1 1 1,6-1-21,-9 1 1,4 0-1,2-1 1,2 1-1,0-1 1,-1 1-1,-2 0 1,-2-1 26,4 1 1,-3 0 0,-2-1 0,1 1-1,1 0 1,5-1-15,-9 1 1,4 0-1,2-1 1,1 1-1,1-1 1,-1 1 0,-1-1-1,-3 1 1,-2 0-9,6-1 0,-4 1 1,-2-1-1,0 1 1,2-1-1,4 1 11,-5-1 1,4-1 0,2 1 0,1 0 0,1-1-1,-1 0 1,-2 1 0,-4-1 0,-3 1-12,7-1 1,-7 1 0,-1-1-1,3 1 1,7-2 13,-12 1 0,5 0 0,4-1 0,3 0 0,2 0 0,0 0 1,0 0-1,-2 0 0,-3 0 0,-4 0 0,-5 0-27,12 0 0,-8 0 0,-2 0 0,2 0 1,8-2 11,-13 2 0,4-1 1,4 0-1,3-1 1,1 0-1,2 0 0,-1 0 1,-1 0-1,-2 0 1,-3 0-1,-4 0-2,14-1 0,-4-1 1,-3 1-1,-1 0 0,2-1 1,4-1-4,-9 2 0,3 0 0,2-1 0,0 0 1,2 0-1,-1 0 0,-1 0 0,-1-1 1,-2 1-4,5-1 1,-1 0 0,-1-1-1,-2 1 1,1-1 0,-1 1-1,1-1 20,-1 0 1,0 0 0,-1 0 0,1 0 0,-1 0 0,0-1 0,0 1 2,-2-1 0,-1 1 1,0 0-1,0-1 1,0 1-1,1-2 0,0 1 15,5-2 1,2-1-1,1 0 1,0-1-1,-2 1 1,-2 0 0,-3 0-16,2 0 0,-3 1 0,-2 0 1,0 0-1,2-2 46,1-1 0,2 0 0,1-1 1,0-1-1,-4 1 0,-6 0 1,14-7 0,-7 0 0,0-2 87,-7 2 1,1 0 0,-1-3 0,-2 0-100,7-8 1,-4-2 0,-3-2-17,-7 1 0,-3-2 0,-3-2-19,-6 1 0,-2-2 0,-4-1 276,-4 1 1,-3-2 0,-3 1-287,-3-1 1,-2 1 0,-4-1-4,-3 1 0,-3 0 1,-2 0-9,-4 0 1,-2-1 0,-1 3 6,-4-8 0,-6 0-10,-4 2 0,-6-2 0,-2 3-2,7 15 0,-1 2 0,-3-1 177,-1-2 0,-3-1 1,-2-1-1,-1 4-173,-11-2 0,-1 2 0,0 3 5,8 5 1,1 1-1,-4 1-4,-9-1 0,-5 1 0,-1 1 1,2 2 57,-4 1 0,3 3 0,-3-1-58,8 1 0,-2 0 1,0 0-1,-1 2-13,-1 1 1,0 2 0,-1 0-1,-1 1 13,7 1 0,-1 1 0,-1 0 0,-1 0 0,1 0 10,-4 0 0,0 0 0,0 0 0,-2 1 0,-1-1-119,3 1 1,-1-1 0,-2 1 0,0 0 0,1 0 0,1 1 114,6 0 0,3 0 0,0 0 1,-1 1-1,-1 0 0,-4 0 0,0 0 1,-3 1-1,-3-1 1,0 1-1,-2 0 1,1 0 0,2 0-1,2 0-121,2 0 0,3 0 0,0 1 0,1-1 0,-1 1 0,-2 0 0,-2 0 125,4 0 1,-3 1-1,-2 0 1,-1-1 0,0 1-1,1 1 1,0-1 0,2 0-1,3 1 3,-4 0 0,2 0 0,1 1 1,1-1-1,1 1 0,1 0 1,1-1-4,-10 2 0,4-1 0,0 1 0,-2 0 0,-6 1-53,12-1 1,-6 0 0,-2 2 0,-3-1 0,0 0-1,0 1 1,4-1 0,3 0 0,5 0 50,-4 0 1,8-1 0,1 0 0,-2 1 0,-6 0-33,4 0 1,-7 0 0,-3 1 0,-3 0 0,-1 0 0,2-1 0,3 1 0,5-1 0,6 0 33,-8 0 0,9 0 0,1 0 0,-8 0-5,1 0 0,-5 0 0,-5 1 1,-1 0-1,0-1 0,2 1 0,4-1 5,-4 1 0,4-1 0,1 1 0,-1-1 0,-5 1 1,12-1 1,-2 0-1,-3 0 1,-1 0-1,0 1 1,2-1-1,2 0 1,4 0-2,-9 0 0,6 0 0,1 1 0,-1-1 0,-6 1 2,6 0 1,-5 0 0,-4 0 0,0 1 0,0 0-1,3 0 1,3-1 0,6 0-2,-7 1 1,7-2-1,0 1 1,-6 1 33,2 0 1,-7 0 0,-4 1-1,-1-1 1,1 1 0,4 0-1,7-2-33,-4 2 1,7-1 0,1 0 0,-2 1-6,2-1 1,-2 1 0,-1 0 0,1 0 0,3-1-1,1 1 0,2-1 1,0 0-1,-2 1-2,0 1 1,-3 0-1,-1 0 1,2 1 0,3-1 138,-7 1 1,3 1-1,-3 0-136,0 0 1,-4 1 0,1 0 0,6 0 246,7-2 1,4 0-1,-1 1-241,-10 3 0,-1 2 0,5-1 425,2-1 0,2 2-435,-1 0 1,-2 2 0,5-1 5,7-3 0,3 0 54,-7 5 0,2 1 2039,-8 5-1993,-9 8-31,3-1-2,5-1 118,6 0-8,4 0 1629,3 3-1793,1 2 3,3 6 62,1 14-233,10-3 83,10-14 0,3 1-163,5 25 609,2-25 0,1 3-439,1 9 1,0 2-767,-1-2 0,0 1 757,0 0 0,-1 1-32,-1 3 1,-1 2-373,2 5 1,1 0 464,-1-18 1,1 1 0,0-2-19,-1 0 0,1-1 0,0 0-333,1 0 0,-1 0 0,0 0 370,-2 19 1,0-2-1,1-18 1,-1-2 0,-2-2-1,1 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5:25:40.1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2212 2568 15978,'-19'-39'315,"1"0"1,1 1-1,5 15-947,9 29 777,6 19 62,2 27-140,-1-12 1,1 4 7,0 9 1,0 4-33,-2-16 0,1 1 0,-1 1-692,0 1 0,1 0 0,-1-1 604,1 1 1,-1-1-1,0 0-95,1 18 0,-1-2 43,0-5 0,-1-2 13,-2-9 0,0-3 95,-2 13 566,-6-17-292,-1-30-162,-9-15-16,-4-27-63,8 7 1,-1-4 7,-3-9 1,1-3-25,-1-8 0,0-3-13,5 15 0,1 0 0,0-1 11,0-2 0,2 0 0,0 0 9,1 1 1,1 0 0,1 1 45,-1-18 0,2 2-119,3 7 1,1 3 57,1 13 0,2 2-131,3-5 1,4 2-47,12-4 70,-3 13 0,4 2-30,30-5 80,-19 19 1,3 4-1,4 0 1,2 5-194,4 5 1,0 4 142,1 3 0,-1 4 171,-3 5 1,-4 5-206,-7 2 1,-6 3 128,-9 1 1,-9 2 35,-12 2 1,-9 0 8,-10 2 0,-7-3 11,-9 2 1,-4-2-1,-4-3 1,0-2 275,2-3 0,2-4 134,7-6 0,2-2-1887,-9 1 1613,23-10 1,15-3 0,6-2-1</inkml:trace>
  <inkml:trace contextRef="#ctx0" brushRef="#br0" timeOffset="1521">2840 2568 14740,'-9'-42'726,"-1"1"0,3 3 1,0 10-845,-1 23 23,5 7 67,-14 25 62,2 10-15,3-7 1,2 2-9,1-1 0,2 1 0,2 0 1,2-1 27,7 26-17,3-16-3195,28 0 3391,2-25-76,-6-7 1,1-3 359,26-13-13,-12-4 264,2-26 66,-27 3-392,-11 0 1,-4-2-69,-7-4 18,-17-20-251,4 36-193,-12-11-142,4 12-56,-1 1-54,-7 1 85,12 12 3421,-3-1-3480,6 10 579,9 10-215,-1 10-862,8 11-3554,15 16 1574,-2-14-5874,16 9 8611,-16-28 1,-1 0 0,-9-11 0</inkml:trace>
  <inkml:trace contextRef="#ctx0" brushRef="#br0" timeOffset="1853">3154 2544 21413,'-26'-21'-889,"20"16"794,28 21 1,13 12 20,-3-1 0,-1 0-219,2 4 1,-2 0 261,-3 1 0,-1 2-218,-5-3 1,-2 0 194,6 25-65,-13-12 426,-15-12 612,-10-11 319,-8-10 141,2-7 159,-5-22-772,13-9-368,0-23-82,19-8-50,-1 26 0,3 0-170,5-1 1,3 1-501,4 1 0,3 2-282,3 2 0,3 3-815,2 3 1,2 3 1663,4 1 0,-2 4 0,5-1 0,-6 6 0</inkml:trace>
  <inkml:trace contextRef="#ctx0" brushRef="#br0" timeOffset="2081">4056 2232 22447,'6'-42'1942,"0"-1"1,-1 5 0,-3 8-1921,-5 18-939,-2 12 2176,1 17-746,-1 37-445,2-8-522,2 0 0,1 2 389,4-10 1,2 0-234,2 12 0,2 2-579,4-1 0,2-1-697,3-1 1,2-2-2156,2-4 1,1-2 3512,-3-8 0,-1-4 1,7 7-1,-14-20 0</inkml:trace>
  <inkml:trace contextRef="#ctx0" brushRef="#br0" timeOffset="2255">4013 2883 23617,'-33'-28'404,"0"0"0,0 0 0,-11-9 0,9 3-1351,21 2 297,21 3 1110,25 2 8,-2 13 0,5 2-1422,10-1 1,5 2-152,8-1 0,2 2-1324,-16 3 1,2 0 0,-2 1 2551,16-2 1,-5 1 0,-16 2-1,-6 1 1,6-1 0</inkml:trace>
  <inkml:trace contextRef="#ctx0" brushRef="#br0" timeOffset="2929">5071 2273 22278,'-2'-4'2816,"1"1"-2650,1 3 1846,-74-48-2876,41 35 884,-12-14 0,1 7 313,17 30 990,7 14-664,5 23-262,8 8 1,2 5-98,1-8 1,2 0-790,0-9 1,1 1 0,1-3 522,0 4 0,2-2 108,2 5 0,0-1-314,-1-10 1,1 2-1100,0 15 1,1 8 0,-1-3 287,-1-13 0,-2-2 0,0 3 89,-1 1 0,0 4 1,0 0-1,-1-4 305,-1-3 1,0-3-1,-1 0-5,-3 3 1,-2 1 0,-1-5 570,-2-3 1,-1-4 537,-4 1 0,-4-5 1574,-37-5 238,16-23-1917,6-13 0,1-9-404,4-15 0,4-7-579,1-3 1,3-4 391,7 6 0,2-2 1,6 1-66,5-15 1,9 2 6,5 3 0,6 2-43,5 6 0,7 2 22,4 8 1,6 1-1,-2 3 330,-2 1 0,1 2 166,-2 5 1,3-1 0,-3 3 217,3 0 1,-1 1-41,4-1 0,1-1-109,12-6 0,0 0-183,-1 2 0,0 2-79,-4 2 1,0 3-115,-5 3 0,-3 2 687,-7 4 1,-3 2-1191,12 0 510,-20 6 310,-15 12-310,-16 8 400,-11 14-84,-11 10-97,-4 9-1381,16-19 1,2-1 1117,-3 11-2181,9 14 2167,14-37 451,12 9-118,16-20 141,2-6-214,1-5 262,-6-14-42,-10-5 2151,-2-13-2173,-6-24-182,-9 16 1675,-3 9 0,-2 0-1981,-5-11-121,-3-7-155,-6 0-405,9 27 184,-2 1-144,10 28-1432,6 10-2617,6 13 3966,11 20 0,-9-20 0,0 3 0</inkml:trace>
  <inkml:trace contextRef="#ctx0" brushRef="#br0" timeOffset="3454">5756 3048 22639,'31'-45'105,"0"1"0,3-4 0,-3 1-35,-7 7 1,-1-1-1475,2-7 0,0-1 1401,-1-1 0,0-2 19,-7 8 1,-1-3 0,-3 5-15,-2 8 0,-2 0 109,6-26 1,-3 2 667,-7 0-345,-8-5 556,-7 20-617,-12 14-368,6 14 68,-4 8 366,9 16 1805,-3 12-2102,3 9 1,1 4-48,1 3 1,0 1-138,0 2 0,1 2 226,2 4 0,3 1-53,3 0 0,4 1-1662,5 8 0,2-1 1320,-2-10 1,3-3-298,6-1 1,3-6-2211,12-1 2423,0-3-25,18-11 480,-23-15 742,34-20 92,-29-12-492,-8 5 1,-3-3 480,3-12 697,-11 8 0,-2 0-854,-2 0-279,3-9 3029,-12 25-3813,-1 9-174,0 1-443,0 3 110,0 12 248,0-1 107,3 33-10,1-16-188,3 8 1,3 2-1211,8 10 368,-4-14 0,1-1-4048,11 12 4590,-3-14 1,-9-15 0,-7-9-1</inkml:trace>
  <inkml:trace contextRef="#ctx0" brushRef="#br0" timeOffset="3647">6726 2412 24125,'-32'-41'-666,"-1"1"1,8 2 0,4 14 923,9 28 329,12 6-1718,7 20-2559,9 3 13,4 2 3635,9 3 1,-15-24 0,-2 0 0</inkml:trace>
  <inkml:trace contextRef="#ctx0" brushRef="#br0" timeOffset="3979">7101 2528 16733,'7'-2'4264,"-2"0"-3247,-5 2-527,0 0-183,-73 22-677,35 0 413,-9 0 1,2 2-11,18 8 105,7 13-258,15-1 134,14 5-117,3-11 63,25-9 142,3-18 84,2-2 99,-1-9 0,1-6 370,3-7-317,-11 5 1,-4-3 490,-1-21-44,-19-2-164,-3-14-292,-16-5-347,-11 3-263,-14 5-76,-8 9-32,-1 10-164,2 10-360,14 11 175,7 9-9093,12 15 8537,5-5 0,1 1 1,2-11-1</inkml:trace>
  <inkml:trace contextRef="#ctx0" brushRef="#br0" timeOffset="5350">8902 2392 19378,'-16'-51'954,"0"0"1,2 6-1,-1 8-676,-7 19-146,4 8 138,4 5 186,3 6 179,3 9-200,0 10 3,3 14-111,6 10-229,6-12 1,4 3-86,1-4 1,2 1-1047,1-2 1,2 1 868,8 7 0,0-3-427,3 1 243,-3-3 1,0 1 12,0 3 86,-3 7 128,-17-7 243,-23-7 179,-9-15 0,-4-4 284,-19 4-309,3-8 1,-1-2 610,12-4 0,0-2-702,-9-1 0,1-3-152,5-1 1,3-3-836,-15-18-1783,29-10-1652,35-6 121,27-1 2412,-11 23 1,3 2 475,21-10 1163,-12 9 0,1-1 176,-12 6 0,0 0 47,13-7 1,0 0 875,-8 4 1,-1 0 726,-2 2 0,-1 0 1357,23-12-788,-10 6-782,-9 6-126,-8 6 64,-7 5-769,-7 5-273,-5 8-229,-4 41-620,-1-18 0,-2 29 20,-1-32-459,0 11-297,4 3-1143,2 9-2267,5-5 4513,0-14 1,-4-14-1,-4-10 1</inkml:trace>
  <inkml:trace contextRef="#ctx0" brushRef="#br0" timeOffset="5533">9309 2187 17683,'-5'-6'2510,"1"0"-1980,4 6 697,0 0-1898,-28-22 889,42 39 0,-36-33 1,42 39-1</inkml:trace>
  <inkml:trace contextRef="#ctx0" brushRef="#br0" timeOffset="5766">9682 2118 32767,'-29'-7'0,"6"54"0,25 6 0,-1 3 0,3 3-331,0-17 0,2 0-1232,2 9 0,4 2-2153,6 3 1,3-2 3564,-2-11 0,2-3 1,-5-9-1,0-4 1,4-1-1</inkml:trace>
  <inkml:trace contextRef="#ctx0" brushRef="#br0" timeOffset="6326">9661 2524 29140,'-46'-38'-92,"-1"0"0,7 5 0,9 7-826,18 14 100,24 8 2056,5 1-1004,17 4 1,6 1-111,-4 0 0,2 1-59,19 1 1,0 0-565,-16 0 0,0 1 787,17-1 0,-2 0 415,-2-1-333,-2-3 1,-1-2-578,-7-6-2755,10-7 3383,-28 1 102,-8-5-278,-10 3 101,-4-7-628,-13 8-398,-28 11 498,-1 14 125,-8 8 3404,9 11-3639,16-2 110,2 1 420,8 6-42,13-8-63,9 5-932,19-2 221,21-13 48,-10-6 447,14-19 473,-34-3 98,7-6 344,-6-19-217,-9-1 19,-1-20-506,-13 18-611,-13-14-328,3 29-274,-27-15 178,7 30 490,-14 3 495,13 13 209,4 18 1,2 5 81,5 2-130,0 2 1,4 2 346,9 16-298,5-10-423,5-4 0,3 1-711,6-5 1,2-2-1320,7 10 1,5 0 2046,19 7 0,1-5 0,-21-19 1,-1-2-1,8 1 0,-1 0 0</inkml:trace>
  <inkml:trace contextRef="#ctx0" brushRef="#br0" timeOffset="6835">1456 4021 10834,'-43'9'-114,"0"-1"1,0 1-1,-4 1 1,10 2 1982,16 5-1745,41-4-972,16-5 1,14-2-1,-2 0 879,-3-1 0,4 0-12,-4-2 0,8 1 0,3 0 0,-1 0 0,-6-1-3,2-1 1,-4-1 0,9 0-103,-8 0 0,10 1 0,5-1 0,3 1 0,2-1 0,-3 0 0,-3 1 0,-7-1 137,0 0 1,-7-1 0,-1 1-1,2 0 1,7 0-47,-7-1 1,6 1-1,3 0 1,4-1 0,0 1-1,1 0 1,-2-1 0,-2 1-1,-4-1 1,-6 0 141,7 0 1,-7 0 0,-3-1 0,3 0 0,8 1-36,-7-1 0,4 0 0,5-1 0,2 1 0,2 0 0,0-1 0,1 0 0,-1 1 0,-2-1 0,-3 0 1,3 0 0,-1 0 1,-1 0-1,-1 0 1,0-1-1,0 1 1,2 0-1,1-1-79,-6 1 0,1 0 0,0 0 0,0 0 1,2-1-1,-1 1 0,2 0 0,1-1 1,0 1-1,2-1 23,-6 1 0,2-1 0,2 1 1,0-1-1,2 0 0,-1 0 1,1 1-1,0-1 0,0 0 1,-2 0-1,0 1 0,-2-1 1,-1 0-36,4 1 1,-1-1 0,-2 0 0,-2 1 0,1-1 0,-1 1 0,1-1 0,2 0 0,2 1 0,2-1-14,-6 0 0,2 0 0,1 1 1,2-1-1,1 0 0,1 0 0,1 0 1,-1 0-1,1 0 0,-1 0 0,-1 0 1,0 0-1,-2 0 0,-1 1-3,2-1 0,0 0 0,-2 0 0,0 1 0,0-1 1,-1 0-1,0 1 0,0-1 0,-1 0 0,1 1 0,0-1 1,0 0-4,4 1 1,0-1-1,0 0 1,0 0-1,0 1 1,0-1 0,0 0-1,-1 0 1,1 1-1,-1-1 1,0 1-7,-3 0 1,1 0 0,1-1 0,-1 1 0,0 0 0,-1 0 0,0 0 0,-1 1 0,-1-1 0,-1 0 0,-1 0-7,8 1 1,-3-1-1,-1 0 1,-1 0 0,0 1-1,0-1 1,0 1 0,1 1-221,3-1 1,3 1 0,0 0 0,0 0 0,-1 1-1,-2-1 1,-3 1 0,-4 1 228,7 0 0,-5 0 0,-2 1 0,-2 0 0,1-1 0,7 1 0,1-1 0,-4 1 0,-6-1 0,3 4 0,1-1 0</inkml:trace>
  <inkml:trace contextRef="#ctx0" brushRef="#br0" timeOffset="9314">4631 5744 5394,'0'-47'1157,"0"-1"1,-1 10 0,0 7 1530,-1 15-3001,0 14 1475,-1 11-955,0 12-95,-1 22-72,1 19 336,1-25 0,2 1-348,2 1 0,2 0 0,2-3 0,3 0 22,2-6 0,2-2 197,19 15 3596,2-17-3042,0-15-397,-8-12 525,12-26-3764,-11-8 3073,-7 7 0,-2-2-14,-3 1 0,-3 0 298,7-27-202,-8 5-18,-6 14-167,-4 13-287,-1 14 18,0 15 3537,0 12-3414,2 14-6,4 11 12,8 5 44,7-1-11,8-6 28,16-5-17,-12-16 51,18-7 27,-16-18 1,5-11 22,-3-15 39,-8-11 39,-7-8 12,-11-6-311,-7-1 237,-10 3-16,-4 6-16,-3 11-63,-1 10-100,4 12-95,2 9 50,4 11 50,2 12-100,3 13-65,9 10-283,1-4-1098,10-6 1,2-3-225,7 2-2562,10-1 1,6-4 3806,-15-15 0,-1-2 0,28 10 0,-22-14 0</inkml:trace>
  <inkml:trace contextRef="#ctx0" brushRef="#br0" timeOffset="9497">5786 5694 22021,'-32'-22'-17,"0"1"0,-16-6-61,42 72-163,13 2-543,10 4-3282,0-15 0,2 0-2947,3 5 7013,7 8 0,-24-41 0,-2-4 0</inkml:trace>
  <inkml:trace contextRef="#ctx0" brushRef="#br0" timeOffset="9688">5930 5278 15009,'-4'-9'4145,"1"1"-6757,-19-23 0,-3-2 2428,12 17 661,-13-21 1,4 10-641,21 31 860,8 22-1375,4 10-2750,3 3 1,2 1 3427,-4-9 0,-1-3 0,11 25 0,-13-32 0</inkml:trace>
  <inkml:trace contextRef="#ctx0" brushRef="#br0" timeOffset="10421">6346 5264 18425,'-14'-50'1262,"0"1"1,3 8-1,-2 9-1111,-6 15-190,4 29 45,7 17-6,3 9 8,6-6 1,3 2-15,3 0 0,2 1-786,4 11 1,2 2 631,2 2 0,2 0-649,0-6 1,1 2 0,-1-4-167,3 3 1,1-2-183,5 8 1,-1-7-188,-1-11 67,-9-13-12,-11-10 897,-22-10 985,-9-10-218,-10-4 886,-15-18 503,6 1 218,6 3 1,-1-1-1120,-6-4-96,16 11 0,3 4-185,8 7 449,15-10-1020,11 11 6,40-14-29,-3 13 15,-2 1 0,2-2-215,-9 2 0,1-1 256,14-8 1,0-2 22,-13 1 0,-2-2-8,-1-6 0,-4-4-12,-12 2 1,-5 0 19,4-21 130,-9-6 146,-7 20 201,-2-2 83,-3 12-487,1 13-168,-1 6-39,3 12 528,5 13-439,7 16-19,3 3 0,1 2-15,8 19-365,-4-9 0,0 1 379,-7-16 1,-1 0-3,3 8 0,0 2 6,-2-4 0,-2-1-6,4 18 42,-7-22 0,-2-4 378,-2-10-6,2 3-313,-2-43-73,0-5 22,8-26 23,5-3-1307,-4 19 0,1 0 1295,10-19-103,3 16 0,3 5 53,9 1-17,-6 10 1,0 4-1,5 8-5,12 19-6,-19 1-64,2 10 0,1 4 1058,-10-2 0,-1 1-2523,11 12 0,-1 3 1546,-6 3 0,-3-2 0,3 5 0,-7-1 0</inkml:trace>
  <inkml:trace contextRef="#ctx0" brushRef="#br0" timeOffset="11930">9021 5313 7033,'0'4'4861,"0"0"4969,0-4-7471,-2-16-2018,1 10-262,1-11-85,1 14 23,10 18-3398,4 9 3387,12 23-155,-14-19 0,1 2 149,-1 3 0,0 1 2,-2 3 1,-1 0-8,4 21 24,-8-17 1,-1-1 14,0 6 5,-2 11 151,-4-32-67,-2-14 51,-16-20 3093,6-3-3250,-12-12 13,6-11 1,2-4-664,-1-9 638,0-7 1,4-7 5,12 7 1,4 1-10,-2 9 1,3-1 2,3 0 1,3-4 0,2 6-108,1 10 0,1 2 85,2-7 1,3 1-24,6 8 1,3 6 6,17-1 10,11-2 1,-17 25 0,0 5-23,16 15 22,-15 0 1,-3 3 5,7 18-17,-20 9 1,-6 3 27,-6-1-198,-9 4 1,-8 0 208,-10-25 1,-5-3 8,-9 7 0,-2-2-14,5-8 0,-3-3 28,-15 2 0,1-5 23,2-4 55,5-4 0,2-3-27,16-6 1145,-5-3-1264,21 1 225,3-2-219,8 2 11,14-1 43,12 2 0,5 0-20,-5 1 0,1 1 0,17 0 0,2 1-279,-11 1 1,-2-1 267,3 0 0,0 0-6,1 0 0,1-2-14,-2-1 0,0-3-55,-3 1 1,0-3 93,-5-3 1,-2 0-4,15-8 18,-2-16-12,-26 8 6,-1-13 5,-15 10 952,-7 6-951,-5 4 131,-10 8-161,-4 2 14,-7 11-7,3 6-12,2 9 1,9-2-1,5 13 7,15-8 5,0 4 11,29 0 6,-2-13 6,20 1 16,-6-12-17,-11-4 79,4-14-22,-20-1-7,3-12-38,-16 7 22,-13-16-22,-7 11-29,-11-9-10,3 16 21,-15 7-27,7 10-6,-12 9 6,8 10-50,-5 25 38,15-3 6,2 5 6,16-13-11,12 9 11,1-13-34,17 24-56,10-15-151,-9-12 0,3 0 95,22 12-654,1-12 0,4-3 693,-11-9 1,1-4 79,-2 1 1,4 0 0,-2-4 20,12-6 0,-2-6 25,-3-1 1,-3-4 10,-6-3 1,-3-3 22,-8-1 0,-3-2 6,-7-1 0,-3 0-4,3-16 113,-11-17-45,-13 22-33,-9-10-40,-13 23-6,-14 11 1,-11 13-17,-9 13-12,27-3 1,1 4-6,-1 1 0,2 3-3,4 1 0,1 2-2766,-11 29 2763,17-17 742,18 7-730,17-21 10,16 1 7,11-9-1,6-8 23,-1-12 39,-5-9 39,-11-10 3387,-10-8-3431,-11-5-1,-7-1 29,-7 4 21,-3 6 12,-4 9-128,3 10-52,0 5-16,4 10 51,0 1-6,0 21-12,8 1-38,8 18-121,5-19 0,2-2-77,11 9-200,-4-9 0,2-2-1232,15 2-149,-15-10 0,1-1-2098,3-4 1,1-3 3937,-4-1 0,-1-2 0,9-1 0,-17-2 0</inkml:trace>
  <inkml:trace contextRef="#ctx0" brushRef="#br0" timeOffset="12429">11666 5480 22918,'-53'-35'145,"1"1"1,4 3 0,7 13-107,9 37-6,-1 17-10,11 2-12,6 2 17,14 5-6,13-4 6,11 12 17,14-2 11,2-19 0,2-4-22,10 7-15,-12-14 1,2-3 42,15-5-319,6-5 329,-24-6 1,1-3-17,-1-3 0,-2-4 22,-1-2 1,-2-5-1537,4-11 1,-4-4 1563,11-15-36,-17 2 0,-4-3-642,-4-9 631,-6 6 1,-1-9 0,-1 5-15,-3 15 0,-1-1 29,1-12 1,-1-6 0,-1 6 65,-4 13 0,-3 3-39,0-6 1,-3 0 10,0 8 0,-3 2 51,-9-13 112,0 16-247,4 13 3008,4 12-3042,0 13 942,0 15-944,3 6 0,0 4 10,2 3 1,2 3-14,1 2 0,2 4 0,1-2-329,2 11 1,3-1 333,-1-11 0,1 0 1,1-3-18,1-1 1,1-2-163,3 5 0,2 0-1832,-3-11 0,0-2 1678,1 1 1,0-1-755,2 0 1,1-3-3866,10 4 4958,8-4 0,-16-14 0,-2-10 0</inkml:trace>
  <inkml:trace contextRef="#ctx0" brushRef="#br0" timeOffset="12598">12399 5500 14027,'-42'-22'1296,"0"-1"0,0 1 0,-3-1 0,1 0 1,9 5-407,5 6-307,-8-5-450,31 14-217,13-1 123,20 3-336,10 0 0,4 1-180,-9 0 1,2 1-994,24 1-1,2 1 1471,-12 1 0,-4 1 0,20 2 0,-10-1 0</inkml:trace>
  <inkml:trace contextRef="#ctx0" brushRef="#br0" timeOffset="13095">3275 7047 17340,'53'-2'18,"0"0"1,0 0 0,-2 0-1,2 1 1,2 0 0,2 0 24,-2 1 1,2 0 0,2 0-1,1 1 1,1-2-868,-6 1 0,0-1 0,1 0 0,1 0 0,2 0 0,1-1 955,-6 1 0,3 0 0,1 0 0,1-1 0,0 1 0,-1-1 0,-1 0 0,-3 1-151,3-2 0,-4 1 0,0 0 1,-1-1-1,3 0 0,5 0 162,-8 1 0,3-1 0,3-1 1,1 1-1,2 0 0,0-1 1,0 1-1,-1-1 0,-2 1 1,-2 0-137,5 0 1,-3-1 0,-1 1 0,-1 0-1,1 0 1,0 0 0,1-1 0,2 1 17,-1 0 0,2-1 1,0 1-1,1-1 0,0 1 1,1-1-1,2 0 1,0 1-1,2-1-75,-8 1 0,3 0 0,1 0 0,0 0 0,2-1 0,0 1 0,0 0 0,0 0 0,-1 0 0,-1 0 0,-2 0 0,-1 0 71,6 0 0,-3 0 0,-1 0 0,-2 0 0,1 0 0,0 0 0,1 0 0,2 0 0,4 0-13,-13 0 1,3 0-1,1 0 1,2 0 0,1 0-1,0 0 1,1 0-1,0 0 1,0 0 0,-2-1-1,0 1 1,-3 0-1,-1 1 1,-2-1-5,10-1 0,-3 1 0,-2 0 0,-1 0 0,-2 0 0,1 0 1,0 0-1,1 0 0,3 0-12,-1-1 1,2 1 0,1-1 0,1 0 0,-1 0 0,1 1 0,-1-1 0,-1 0 0,-1 0 0,-2 0 15,4 0 0,-2 0 0,-2 0 0,0 1 0,-1-1 0,1 0 0,1 0 0,2 0-3,-6 0 0,0 0 0,2 0 0,0 0 0,1 1 0,0-1 0,0 0 0,0 0 0,0 0 0,1 0-4,1 0 1,1 0-1,1 0 1,0 0-1,0 0 1,0 0-1,-1 1 1,-1-1 0,-2 1-1,0-1-19,2 1 1,-1 0 0,-1 0 0,-2 0 0,0 1 0,0-1 0,-1 0 0,-1 1-75,4-1 0,-1 0 0,0 1 0,0-1 1,-2 1-1,-2 0 0,-2 0 148,9 1 0,0 1 1,-3 0-1,-5 1 1,-9-1-1,3 0 1,-5 0-1,12 1 1,0 1-1</inkml:trace>
  <inkml:trace contextRef="#ctx0" brushRef="#br0" timeOffset="17721">553 4397 15640,'-8'-58'910,"-1"0"1,1 0 0,1-1 0,-1 1 0,4 7 133,5 9 1,2 4-112,-1-25-338,3 10 461,-4 32 2482,-1 11-3623,0 4 72,1 23 71,0 4 40,0 17 1,0 4-421,-1 11 355,0-11 1,0 6 0,0-2-137,1 2 0,1-3-27,-1 3 0,2-2-43,7 17 120,14-33-406,14-20 551,-2-15 1,3-8-472,6-9 0,2-7 708,-5 0 0,1-3 1,-2 0 18,-7 6 1,-1 1-1,2-2 16,13-10 0,3-1 0,-3 2 182,-3 2 0,1 0-708,-9 7 0,3-2 0,1-1 0,-2 2 755,4-3 0,-2 2 1,1-1-423,9-6 0,2 0 0,-1 0-717,-3 4 0,-1 2 0,-1 2-361,-4 4 0,-1 1 0,-1 4-4009,12-2 1,-5 5 4383,-15 7 1,-4 3-1,5 4 1,-26 2-1</inkml:trace>
  <inkml:trace contextRef="#ctx0" brushRef="#br0" timeOffset="18229">2136 6570 14323,'-14'-57'489,"-1"1"0,2 7 0,4 10-634,7 18-73,2 20 628,0 25-175,1 24-157,-1-12 1,2 2-541,-1 7 0,2 1 566,1 1 0,2 0 52,2-3 1,2-2 30,2-6 0,2-4 356,19 15-2485,20-27 2228,-15-18-107,-4-14 0,1-6-431,-4-5 1,1-5 301,14-11 0,2-2-24,-12 10 0,1-1 1,1 0-120,2-2 0,2-1 0,-2 3 101,7-7 1,2 0-4,-4 5 1,3-1 0,-2 2-583,-9 8 0,-1 1 0,0 1 528,0-2 0,-1 0 1,3 5-826,6 3 0,1 5 0,-6 6-343,7 13-2796,-7 1 0,-5 4 3901,-14 11 1,-10-11-1,-4-4 1</inkml:trace>
  <inkml:trace contextRef="#ctx0" brushRef="#br0" timeOffset="62270">7704 2198 14773,'-26'-40'153,"1"1"1,-1-1-1,-2-3 1,-1 0 0,0 2-112,-2-2 0,-2 1-1944,-3-1 1,-3-2-1,1 3 1871,-2-3 0,-3 1-10,-1 3 0,-4-2 0,0 5 385,10 11 0,-1 3 0,-2 0-371,2 0 1,-2 1-1,-2-1 1,-2 1-238,-1 3 1,-3-1 0,-2 1 0,1 0 0,3 2 268,-12-4 1,4 2 0,-7 0 16,11 5 1,-6 0-1,-3-1 1,1 2-1,3 0 1,6 3-491,-4-1 1,5 3-1,-5-1 501,-2 0 1,-6-1 0,-4-1-1,2 2 1,4 1 6,4 1 1,4 1 0,0 2 0,-3-1-12,2 0 0,-3 1 0,-1-1 1,0 1-1,1 1-12,-1 0 1,0 1 0,0 0 0,0 1 0,0 0-12,-1 0 1,1 1 0,-1 0 0,0 1 0,1 1-5,-1 1 0,0 0 1,0 0-1,1 2 0,-1-1 71,0 2 0,0-1 1,-1 1-1,1 1 1,1 1-72,-1 0 0,2 0 0,-1 2 1,-1 0-1,-1 1-171,2 1 0,-2 1 0,-1 1 0,0 1 0,3-1 0,2 0 170,-6 1 0,3-1 1,1 1-1,-3 2-1,7-1 0,-2 2 0,-3 0 0,2 1 0,1 0 0,4 0-2,-5 3 1,4 1 0,0 0 0,-2 1 2,2 0 0,-2 1 0,-1 0 0,0 2 0,1-1 3,1 2 1,0 0-1,1 0 1,1 1 0,-1 0 4,2 0 0,0 1 0,1 0 0,0 0 0,1 1-2,1-1 1,1 1 0,1 0 0,0 0 0,1 0 4,-8 8 1,0-1 0,2 2-1,1-1 21,3 0 0,2 0 0,1 0 0,1 1 0,3-1 1,2 1 0,1 0 0,2 1 85,4-1 0,0 0 0,3 1 1,1 1-70,-5 11 0,4 1 1,2 0 3,6 0 0,2 0 0,4 1-24,2-2 0,3 1 0,4 0-1,4 1 1,4-1 0,2 1 7,4-1 1,2 1-1,6 0-4,3-5 1,4 1 0,3-1 0,2-1-9,-1-6 0,1-1 0,2-1 1,0 0 83,0-1 0,1-1 1,1 0-1,2-3-81,5 0 0,2-3 0,1-1 0,0-2 0,-3-4 0,-1-2 0,2-1 0,2 0 5,0 0 1,0 1 0,3-1-1,2 0 1,3-1 31,0-3 1,4 0-1,2 0 1,2 0 0,0-2-1,0 0 1,-4-1-23,2-1 1,-3-1 0,0-1 0,0 0 0,1-1 0,1 1-28,-3-1 1,2 0 0,1 0 0,0 0 0,-2-1 0,-1-1 0,-3-1 8,15 0 0,-4-2 0,-1-2 1,1 0 5,-10-1 1,1-1-1,0 0 1,1-1-1,0-1-8,4 1 0,0-1 1,1-1-1,1 0 1,2-1 3,-9 1 0,1-1 0,2 0 0,0-1 1,1 0-1,0 0 0,-1-1-99,1 0 0,-1-1 0,1 0 0,0 0 0,0-1 0,0 0 0,0 0 95,0-2 0,1 1 0,-1-1 1,1-1-1,-1 1 0,0-2 1,1 1-42,-1-1 0,0 0 0,1 0 1,-1-1-1,0 0 0,0-1 1,0 0 37,-1 0 1,1 0 0,-1-1 0,0 0 0,0 0 0,0-1-1,0 0 3,-1 0 0,0-1 0,0 0 1,0 0-1,-1-1 0,1 0 1,-1-1 1,0 1 1,-1-1-1,0-1 1,0 0 0,0 0-1,0 0 1,-1-1 1,0 0 0,0-1 0,1 0 1,-2 0-1,0-1 0,-1 1 0,-2 0-9,8-3 0,-2 1 0,-2 0 0,2-1 0,2-3 30,-5 1 1,3-2 0,1-1 0,1-1 0,-1-1 0,-2 2 0,-4 0 5,3-1 1,-4 1 0,-1 0 0,0-1 0,3-2-19,-4 2 0,3-1 0,1-2 0,1 0 0,-2 0 0,-1 0 0,-3 0 8,6-4 1,-3-1 0,-2 1 0,-1-1 0,0 0 19,-4 1 0,0-1 1,-2 0-1,-1 0 1,-1-1-18,5-7 1,-2-1-1,-2-1 1,-2 0 126,-5 2 1,-1 0 0,-3-1 0,-2 0-155,2-11 1,-4-1 0,-6-2-40,-10 10 1,-4-2 0,-3 0 0,-2 4-1,0 2 0,-3 2 0,-5 0-36,-6-1 1,-5-2-1,-4 1 1,-3 6 98,-9 0 0,-4 7 0,-5-1-285,1 2 0,-4-1 1,-3 1-1,-2 3-292,5 5 1,-2 1 0,-1 2 0,-3 1 0,-1 1 519,0 2 1,-4 1 0,-1 1 0,1 1 0,2 1 0,5 0 0,0 0 0,5 1 0,2 1 0,-2 1 0,0 3 0,-1 0-1,1-1 1,-1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0A8D2-28FC-E9AA-62C2-EEB09823D2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3AF9B-20D7-AC79-8B69-ED3B610EC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2F416-D695-BE6F-8AD4-6BF61FD21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9B631-F7BD-6540-BB39-498840DCF77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C4CCD-9C54-EDF1-7B6A-8A2C57110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70A77-E62E-60A7-D0B1-3733DE09C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58EF-585A-A049-833F-7FEB1243D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26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C471E-38D7-5643-9A19-C42892219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C9D0A-01A0-C9B9-ACC8-B6960DF92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0BE43-0960-5CE4-C74D-E86FFCB3A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9B631-F7BD-6540-BB39-498840DCF77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9B92F-ABDD-0047-D092-E1927B9FF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FEC1B-CDB1-C237-3EE5-F4ECAD414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58EF-585A-A049-833F-7FEB1243D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350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11152-85AA-B475-1CD7-9F202CAB6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0A76D-1C14-FB25-7640-3B8AAE49A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6C458-9187-84BF-09C6-2EE6DF483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9B631-F7BD-6540-BB39-498840DCF77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7BE69-1C4C-657E-E35C-094DF6AFC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7C4A1-036E-E1AD-8704-98425AA7E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58EF-585A-A049-833F-7FEB1243D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86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7608C-C94B-018A-BFAA-4353AD8DA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60573-F31C-560C-1DA8-74BA0116A2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7DD95-41EF-3404-3488-8F09C619C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7BFF3-DB95-6D9C-36C0-1B86D526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9B631-F7BD-6540-BB39-498840DCF77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41BFD-E653-6049-70A6-B37CFE2C2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F6F70-DBBA-7E93-9DD3-E79B62A7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58EF-585A-A049-833F-7FEB1243D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690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0F3A1-824C-EE08-32D0-7A6580040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9C1F8-D9B0-E740-3AC9-61F92C4C1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D1960-3E7A-6B0A-803A-03380B396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82050C-1462-43E7-404F-74B40A2EF9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D32A07-E3DF-0E57-A00C-DFB44CB7EC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030867-0EE8-AEB9-6C57-24327A56B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9B631-F7BD-6540-BB39-498840DCF77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62331A-DEE7-43CE-4099-D312E95A2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7DE8E3-8DB5-ABEB-5477-C0DA7D2A7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58EF-585A-A049-833F-7FEB1243D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158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7293D-82B1-8A78-9A40-F4318766B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4B352B-D8B1-188B-B3D3-CBBE0F898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9B631-F7BD-6540-BB39-498840DCF77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C36601-6F3E-3EAB-97C9-7054D1145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243B07-5877-7AB2-AB0A-87D3226F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58EF-585A-A049-833F-7FEB1243D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02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9EC760-7B72-4780-7DAA-D2BC6B7EA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9B631-F7BD-6540-BB39-498840DCF77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E57557-2944-216B-A8ED-1EEF2033B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4BAE5-43FC-6AA9-4B8B-BD98946D2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58EF-585A-A049-833F-7FEB1243D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075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2B31E-38FE-22A4-09F5-D7D5C559F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B0795-4CCC-1870-0264-C631DE66E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23FF8-F8B2-6909-264D-6D588EEEE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9088F-48EA-2884-1C52-36EC2D284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9B631-F7BD-6540-BB39-498840DCF77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3CE55-E221-D921-8BFC-9613C192D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C6AC3-188E-8316-9346-AB8AA162E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58EF-585A-A049-833F-7FEB1243D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20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6B241-514E-3D63-CA8D-24B368621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0CA1CE-8644-CFC2-168A-3BFF2A6A38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8310A-C255-1943-D7F8-0D409DA89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FA8F5-97B2-0DE5-12C9-73B00D938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9B631-F7BD-6540-BB39-498840DCF77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A26B1-4FC3-03F3-2E26-5F3EB6FAA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BD5A2-228D-3788-CCCB-2283F5754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58EF-585A-A049-833F-7FEB1243D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308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2BC5E-32FB-F051-2AC4-0B6A7E3B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C9038-7C0B-A956-D448-00BABB5C9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ACB50-A4D7-D443-281A-42CD45E78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9B631-F7BD-6540-BB39-498840DCF77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13275-F11C-0D3D-38D8-3B0C697BE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9E293-6118-4686-BDB2-55A9228B1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58EF-585A-A049-833F-7FEB1243D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91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2DC059-ACF9-909F-53C9-C993FABA1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A2D17-57FE-97C8-7245-2B1DA6BCF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ABF4A-CE98-04F9-6DCE-2C6F13BE3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9B631-F7BD-6540-BB39-498840DCF77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74813-B325-AD0A-3881-4C5AF9DA2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9B6BF-E57B-ABED-B244-F872C2C75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58EF-585A-A049-833F-7FEB1243D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05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B1A978-388F-570D-0704-90AC9D65E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5B9A3-3A84-9A82-1D13-CFB39572C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1A9CD-9788-A501-E0CF-7A8E694A9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A9B631-F7BD-6540-BB39-498840DCF776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3A0F4-E8CC-5212-8C9F-AAA066B0E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F447A-D98E-D90F-6EDF-9880805BF2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2058EF-585A-A049-833F-7FEB1243D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91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45E98C-F670-0A60-41B6-B12FA31317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5FA7DE6-1E27-49CC-0E0E-8E8212712CB7}"/>
                  </a:ext>
                </a:extLst>
              </p14:cNvPr>
              <p14:cNvContentPartPr/>
              <p14:nvPr/>
            </p14:nvContentPartPr>
            <p14:xfrm>
              <a:off x="2458440" y="1157760"/>
              <a:ext cx="8905320" cy="1420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5FA7DE6-1E27-49CC-0E0E-8E8212712C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49080" y="1148400"/>
                <a:ext cx="8924040" cy="143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B20A4FB-1950-348A-D10C-EC4F91A01940}"/>
                  </a:ext>
                </a:extLst>
              </p14:cNvPr>
              <p14:cNvContentPartPr/>
              <p14:nvPr/>
            </p14:nvContentPartPr>
            <p14:xfrm>
              <a:off x="718560" y="2598480"/>
              <a:ext cx="2948760" cy="968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B20A4FB-1950-348A-D10C-EC4F91A0194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9200" y="2589120"/>
                <a:ext cx="2967480" cy="98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5045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5A7A0D52-52FA-F7B1-9BEA-0323C25849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9B8DFB8-D5CE-9CEC-0646-6B1A96538AD1}"/>
                  </a:ext>
                </a:extLst>
              </p14:cNvPr>
              <p14:cNvContentPartPr/>
              <p14:nvPr/>
            </p14:nvContentPartPr>
            <p14:xfrm>
              <a:off x="253800" y="642240"/>
              <a:ext cx="10881360" cy="6162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9B8DFB8-D5CE-9CEC-0646-6B1A96538A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4440" y="632880"/>
                <a:ext cx="10900080" cy="618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8655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01552A-507F-010F-8E8A-361B06CDB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17E7ECE-059F-0C98-CF7B-E70DE2917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101075DD-F4EE-B4B5-FBC2-7B2C788E4C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62371EF-07E5-45CE-DA72-15C03EDC7E0F}"/>
                  </a:ext>
                </a:extLst>
              </p14:cNvPr>
              <p14:cNvContentPartPr/>
              <p14:nvPr/>
            </p14:nvContentPartPr>
            <p14:xfrm>
              <a:off x="349200" y="610200"/>
              <a:ext cx="9983520" cy="3285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62371EF-07E5-45CE-DA72-15C03EDC7E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9840" y="600840"/>
                <a:ext cx="10002240" cy="330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0444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4773E2-639F-FF67-2287-B74F8CC98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2610BE4-9B24-75D3-4818-1F6B00021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E61C36B2-89C4-76CA-954C-B54232C581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DD7C6FD-B1D6-2E89-6613-8A9DEFC65C15}"/>
                  </a:ext>
                </a:extLst>
              </p14:cNvPr>
              <p14:cNvContentPartPr/>
              <p14:nvPr/>
            </p14:nvContentPartPr>
            <p14:xfrm>
              <a:off x="183240" y="344880"/>
              <a:ext cx="4523760" cy="2192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DD7C6FD-B1D6-2E89-6613-8A9DEFC65C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3880" y="335520"/>
                <a:ext cx="4542480" cy="221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0103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2</cp:revision>
  <dcterms:created xsi:type="dcterms:W3CDTF">2026-01-11T13:25:54Z</dcterms:created>
  <dcterms:modified xsi:type="dcterms:W3CDTF">2026-01-11T15:32:05Z</dcterms:modified>
</cp:coreProperties>
</file>