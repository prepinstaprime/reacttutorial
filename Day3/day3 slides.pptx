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9T13:34:39.8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2507 5564 12588,'-55'4'1402,"1"0"1,-1 1-1,-10 0 1,12-1-1564,23-2-138,26-2 226,5 3 423,6 2 83,11 5-35,17 2-320,21 1 9,-19-7 0,4 0-713,9 1 0,3-1 665,-11-1 0,2-1 1,1 1-525,6 0 0,2 0 0,1 0 526,7-1 0,2 0 0,1 0-447,-11-1 0,0 0 1,2-1-1,0 0 441,4 0 0,2-1 0,0 0 0,1 0-348,-10-1 0,2 0 1,-1-1-1,1 0 1,1 0 346,1 0 1,2-1 0,0 0 0,0-1-1,0 0-6,2 0 0,0 0 0,1-1 0,0 0 0,0 0-7,1 0 0,1-1 1,-1 0-1,1 0 1,-1 0-5,1 0 1,0 0 0,-1 0 0,1 1 0,-1-1-6,0 0 0,1 1 1,-1-1-1,-1 1 1,1 0-180,-2 1 1,0 0 0,-1 0 0,0 1 0,0-1 168,-2 1 0,-1 0 1,0 1-1,0-1 1,-1 2-5,-3-1 1,0 1 0,-1 1 0,0-1 0,0 1-162,8 1 0,0 0 1,-2 1-1,0 0-435,-4 1 0,0 0 0,-2 1 0,-2 0 555,8 2 0,-3 0 1,-7 0-1,-6-1 1,-8-1-1,-10-1 1</inkml:trace>
  <inkml:trace contextRef="#ctx0" brushRef="#br0" timeOffset="535">7984 5691 17109,'-39'-5'1495,"-1"1"1,-21-4-1081,74 8-147,6 0 164,38 0-309,-17 0 0,5 0-1015,-4 0 1,4 0 0,4-1 955,7 0 0,4-1 1,3-1-1,-1 1-525,-1 0 0,1 0 0,0 0 0,1-1 476,-12 1 1,1-1 0,0 1 0,0-1 0,1 1 5,5-1 0,0 1 1,1 0-1,0-1 1,-2 1-376,6 0 0,-1 0 0,0 0 0,2-1 363,-13 2 0,1-1 1,1 0-1,1 0 1,0 0-1,1 0 3,5 0 0,1-1 0,1 0 0,0 0 1,-2 0-1,-1 0-265,1 0 0,-1 0 1,-1 0-1,-1 0 1,0 0 237,-4 0 1,0-1-1,-1 1 1,-1 0-1,-1 0-376,4 1 0,-2-1 1,-1 1-1,-5 1 328,15-1 0,-6 1 0,-5 0 0,-5 1 0,1 0 1</inkml:trace>
  <inkml:trace contextRef="#ctx0" brushRef="#br0" timeOffset="9632">9963 3757 11853,'-57'-24'129,"1"0"1,-1 0 0,1 1-1,1 1 1,-1 1 0,1 2-1,1 3-447,-6 1 1,1 4 0,-1 2 535,-2 1 0,0 3 1,-1 0-374,0 3 0,0 2 1,0 1 359,2 1 0,0 2 1,0 2-52,2 1 1,1 2 0,0 1 11,1 2 0,0 3 1,1 0 64,-2 3 1,0 1 0,0 1-63,12-2 0,-1 0 1,0 1-1,0 0-24,-3 3 1,0 0 0,-1 1 0,0 1-20,-2 2 0,-1 1 0,1 0 0,-1 2-303,-1 1 0,0 1 0,1 1 0,-1 1 255,11-6 0,0 0 1,0 2-1,1-1 1,0 1-4,0 1 0,1 0 0,0 1 0,0 0 1,1 0 5,-9 8 0,0 0 0,2 0 0,0 2-208,3-2 1,1 1-1,1 1 1,2 0 191,3-2 1,1 0 0,1 1 0,3 1-69,3-3 0,2 1 1,1 0-1,3 1 55,-2 10 1,4 0-1,6 2-116,8 7 0,8 2 0,6-2 123,5-7 1,7-3 0,2 0-27,0-1 1,4-1 0,5-3 219,11 1 0,5-2 0,3-4-179,-4-4 1,2-2 0,4-1-32,-2-2 0,2 1 1,3-2-1,1-1-91,-8-6 0,1-1 1,1-2-1,1 0 1,2-2 68,3 0 0,1-2 1,2-1-1,0-1 0,1-2-6,-5-2 1,-1-1 0,2-1 0,0-2 0,1 0 0,0-1-52,4-1 0,0-1 0,1 0 0,1-2 1,2-2-1,1 0 46,-5-1 1,1-2-1,2 0 1,1-2-1,1 0 1,0-1-1,0-1 1,0 0-1,-4-1 0,1-1 0,0 0 0,0-1 0,0-1 0,1-1 0,-1 1 0,0-1 0,0 0-4,1 0 0,-1 0 0,1-1 0,0 0 1,-1 0-1,1-1 0,-1 0 0,0-1 1,-1 0-51,-2-1 0,1 0 0,0-1 0,-1 0 1,0-1-1,-1 0 0,-1 0 0,-1 0 1,-2 1 47,5-4 0,-2 1 0,-1 0 0,-1-1 0,-1 0 0,0 0 0,-1-1 5,6-3 0,0-1 1,-1 0-1,-1-1 0,0 0 1,-2 0 10,-4 1 1,0 0-1,-1-1 1,-2 0 0,0-1-1,-2 0-11,4-4 0,-1 0 0,-1-1 0,-3-1 0,-1 0 13,3-6 0,-1 0 1,-4-2-1,-5-2 87,-4-5 1,-5-3-1,-3 0 1,-3 3-99,-3 4 0,-4 1 0,-7-2-6,-7 0 1,-5-3 0,-5 0 0,-6 6-10,-12 0 0,-7 6 0,-5 0 2,1 1 1,-3 0 0,-6 1 0,-4 2-5,4 8 0,-5 2 1,-4 0-1,-1 3 1,-1 0-1,2 2-13,1 1 0,-1 2 1,0 1-1,0 1 1,0 1-1,-1 0-8,0 0 0,0 1 0,-1 1 0,0 0 0,0 2 0,-1 1-104,-2 2 0,0 2 0,-2 1 1,2 1-1,-1 1 0,3 1-403,-4 2 1,1 1 0,2 1 0,-2 2 0,-3 0 529,7-1 0,-4 2 1,-2 1-1,0 0 0,1 0 1,4 0-1,4 0 1,-8 0-1,6 0 0,1 0 1,2 1-1,4 1 1,0 1-1,-1 0 0,1 0 1</inkml:trace>
  <inkml:trace contextRef="#ctx0" brushRef="#br0" timeOffset="10557">5464 2303 15771,'-52'-6'501,"1"-1"0,-1 1 0,-7-1 1,-1 2 17,14 6 1,-3 2-1,-1 2 1,4 1-791,-16 7 1,1 6 510,14-1 1,-4 3 0,1 2 0,6-1-658,-8 9 0,5 3 538,7 3 1,-1 4 0,7-3-432,9-4 1,3 1 378,-1 3 0,-3 6 0,2 1 5,0 4 1,1 2 0,0 1-53,-2 2 1,1 0-1,0 2-497,3-9 0,0 3 0,1-1 0,2-5 477,1-2 0,1-4 0,1 1 3,-1 4 1,0 0-1,2-1-105,1 9 0,1-3 105,2-8 1,1-2 457,3 2 0,3-8 181,5-18 913,0-10-1461,0-16 2535,-10-25-2567,-6 5 1,-2-2-46,3 6 1,-3 0 319,-8-7 0,-5-3 0,1 4-295,0 4 1,-1 2-270,-11-11 1,2 1 269,-6-1 89,5 5-134,25 21-106,-3 0 61,14 13 45,9 26 6,0-4 10,7 16 1,1 2-17,4 3-360,6 9 0,3 1 374,-8-22 0,2-1 8,10 12 1,1-3-9,-10-15 0,1-3-45,17 2 0,2-5 59,-8-9 1,1-3-12,18 2 0,3-5-34,-2-7 0,-1-6-191,7-5 1,2-4-460,-17 4 1,0-3 0,1 0-2611,0-1 0,0-1 0,-2 1 2577,7-4 0,-5 2 1,-11 5-1,-8 4 1,-12 5-1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9T13:35:02.7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1036 2774 29549,'0'-7'540,"3"-31"1,0-7-1082,-2 13 617,2-19 1,-1 1-134,-2 26-4,0-2 1059,0 15-1233,0 7-382,0 14 461,2 38-339,-2-4 354,1 1 0,-1 5 8,-3-8 0,-3 0-71,-1 13 1,-1 2 222,-3-1 0,-2 0-1,0-4 0,0-2 8,3-7 1,0-2-3,2-8 0,2-3-228,-1 8 99,4-19-9,3-22-259,10-41 147,-4 13 1,0-3-343,1-4 0,1-3 316,0-13 0,0-3 4,-3 4 1,-1-1 191,0 9 0,0-2 1,1 1 66,-2 0 0,1 1 0,1 0 0,3-15 1,1 3-4,2 8 0,1 3-14,2 9 1,3 4 803,20-15-832,19 21 34,-15 16-6,0 17 1,-1 5-1,-4 7 3,-2 4 1,-2 7-15,-4 24-1472,-20-4 0,-8 2 1486,-1-15 0,-7 0-3,-14 20 1,-14-1-160,1-21 0,-8-3 0,2-2 162,-10 8 0,-2-2-206,8-9 0,-3-1 0,6-6 231,-18-3 60,13-14 35,26-14 2318,5 0-2418,14-3 1687,12 6-1634,11 5 155,26 11-47,-9 1-164,-4 3 0,0 3-8,21 17 257,-19-10 1,0 2-273,2 3 1,1 0 16,0 2 1,1-1-159,1 1 0,1-1-467,0-1 1,0-3-812,-1-3 1,0-2 1370,1-5 1,-3-3 0,3 2 0,-7-9 0</inkml:trace>
  <inkml:trace contextRef="#ctx0" brushRef="#br0" timeOffset="810">1894 2896 19787,'-4'-3'4021,"0"1"-2234,4 2-1770,-55-8 0,42 11 39,-34 3 5,63 17 46,21 11-46,4-5 7,14-3-24,-17-14 52,14-7 16,-11-15 100,15-14-72,-19-8-28,-9-12 0,-23 3-61,-7 7 38,-11-6 1,-16 7-73,2 8 8,-3 13 0,-2 6 9,-8 14-3404,-18 10 3376,26 4-252,-1 25 257,20-19-3,2 8 1,4 2-37,12 13 28,-2-20 0,2 1-6,8 2 1,6-1-21,12 3 1,4-1-6,-8-5 1,4 0-497,11 1 0,8 0 1,-2-5 78,4-5 0,0-3 207,-11-2 0,2 0 0,1-3-403,0-4 0,1-3 0,0-3-502,1-3 0,1-4 0,0-1 774,-1 1 1,-1-2-1,0-1 325,3-2 0,-1-3 0,-6-1 462,-1-6 0,-8-2 1198,8-22 1818,-24 8-1269,-20-20-1346,-4 26-315,-6-2 1,-5 1-143,-14 0-245,7 10 1,-1 2-36,-12 2 27,-12 6 1539,11 12-1572,-16 14-51,15 6-5,4 14 0,21-7-2701,5 24 2684,7-24-25,6 4 0,4 0 25,9 3 22,7 7 12,13-15 5,15-15-5,-8-4 19,-3-13 0,-1-4-8,-5-5 19,-1-8 1,-1-4 19,-4-10 11,4-19-56,-18 19 3496,-8-9-3373,-5 21 59,-3-5-115,-1 18-83,-2 5-29,1 6 6,-2 8 6,-1 9-12,0 12-22,2 7 28,3-5-134,13 20-897,15-4-165,3 0-580,-1-22 1,4-4 1775,1-11 0,-1-3 0,12 9 0,0-10 0</inkml:trace>
  <inkml:trace contextRef="#ctx0" brushRef="#br0" timeOffset="1278">3762 3121 20128,'0'-5'4951,"0"2"-3662,0 3-1149,-74-38-11,38 43-282,-12-15 0,1 6 193,15 48-38,18-11 1,3 1 3,-2 15-6,10-12 0,3 1-6,14 16 9,-3-19 0,4 0-306,6-2 0,5-2 303,6-3 0,4-4 17,6-5 0,3-5-6,5-4 0,2-6-425,2-8 1,1-4 435,0-5 1,0-5-4,-1-6 1,-2-4 13,-2-4 1,-2-5-1382,-4-5 1,-3-5 1373,-15 13 0,-2-2 0,-2-2-9,-2-1 0,-1-1 0,-3-1-202,-1 1 1,-3-1 0,-1 1 232,0-18 0,-3 1 34,-5 6 0,-3 2-1,-3 6 0,-2 2 20,-2 7 0,-1 3 769,-7-15-753,2 19 2696,4 15-2808,2 13 1247,0 18-1252,-5 21 8,5-9 1,0 3-131,-1 8 1,1 3 124,0 5 0,2 2-666,1 3 0,1 1 640,4 0 1,4 0-9,2-1 0,5-1-553,5-3 0,5-1 214,5-4 1,4-2-578,3-5 1,2-3-2628,-1-5 1,0-4 3573,-7-6 0,-3-4 0,5 3 0,-19-13 0</inkml:trace>
  <inkml:trace contextRef="#ctx0" brushRef="#br0" timeOffset="1434">4250 3244 23187,'-7'-3'2834,"2"1"-2235,5 2-437,0 0-173,37-60-78,11 44-1226,-4-15 0,5 2-940,3 27 0,1 7 2255,-3-5 0,-3 2 0,-13 0 0,-4-1 0,7 1 0</inkml:trace>
  <inkml:trace contextRef="#ctx0" brushRef="#br0" timeOffset="2184">6475 2906 22094,'0'-9'2537,"0"3"-2022,-1-26 1,-1-7 112,-3 6-474,2-9 0,0 2-98,-2 22-84,4 19-4229,1 38 4268,0-4-6,0 4 1,0 4-508,-3 4 0,0 1-196,-1 4 1,1 0-545,-2-1 0,1 0 1242,1 1 0,0-6 0,2-12 0,1 11 0</inkml:trace>
  <inkml:trace contextRef="#ctx0" brushRef="#br0" timeOffset="2561">6573 2437 23114,'-40'-12'100,"-1"0"1,4 6 0,9 9-90,27 33 1,2-2 4,16 11 7,-5-26 16,15 11 101,-9-19 213,2-1 22,-4-9-67,-3-20-224,-6 2 84,1-20 39,-7 9-39,-1-5-27,-6 6-108,-6 5-100,0 12 16,1 4-38,4 17-399,4 12-1864,6 15 2352,12 16 0,-7-24 0,6 0 0</inkml:trace>
  <inkml:trace contextRef="#ctx0" brushRef="#br0" timeOffset="3253">6829 2864 25456,'-26'-28'39,"6"24"361,20 45-389,-1-5 1,0 2 4,-1-3 1,0-1 50,0-1 1,0 0-62,0 0 0,0-3-3222,1-1 3289,2 4 232,15-41-277,-1-7 22,24-32 23,-4-5-1158,-12 16 1,1 0 1098,-6 7 0,0-1 8,9-13 1,0 2-94,9-8 71,-13 17 0,1 2-22,7 3 2198,-11 15-2165,2 19 17,2 25-28,-4-2 8,-3 7 1,-1 2-303,2 13 291,-6-21 0,-1 1 3,9 27 2833,2-6-2805,0-5 198,3-8-153,-5-27-6,2-20-50,-2-6-1337,2-11 1,0-2 1347,2-5 37,0-6 1,-3-3-21,-8-5-34,-5 13 0,-2 2 0,-8-6 51,-9-5-23,2 22 118,-7-17-56,10 20-28,0-4-40,5 10 3279,2 4-3323,1 4 267,4 7-248,1 8-2,2 11 10,-1 1 18,6 25-33,-4-21-7,4 6 0,4 1-10,14 10-268,-8-13 0,1 0 272,-2-7 1,-2-1-5,11 12-157,-10 9-309,-29-20-857,-16 8-2627,-25-16 3966,-3-7 0,17-6 0,14-4 0</inkml:trace>
  <inkml:trace contextRef="#ctx0" brushRef="#br0" timeOffset="3519">7966 2505 22145,'0'-8'3904,"0"2"-3154,0 6-397,-6-60-280,5 44-79,-3-36 23,12 75 11,10 24-31,-4-12 0,3 5-440,4 8 1,1 4 447,-5-13 1,0 1 0,0 1-450,2 2 0,1 1 0,-1 0 430,1 0 1,0 0 0,0-1-99,0-1 0,0 0 0,0-1-698,6 17 1,-1-1-2485,-5-5 1,-3-2 3293,-6-10 0,-2-4 0,-1 7 0,-8-23 0</inkml:trace>
  <inkml:trace contextRef="#ctx0" brushRef="#br0" timeOffset="5110">8164 3211 23500,'-12'-46'670,"1"-1"1,4 5-1,8 5-619,32 7-23,20 7-23,-20 14 1,2 1-797,4 1 1,3 2 787,1-1 0,1 2-3,1-1 1,0 0-58,-4 0 0,0 0 71,-6 0 1,-1-1 437,14-5-362,-21 0-39,-18-1-11,-19 1 751,-10 0-734,-11 3 603,-4 3-520,-1 3-16,2 6-85,9 1 29,-3 15-23,17 0 17,-1 12 23,22 0-12,14 1 6,14 0 16,8-7 46,0-9 55,-5-9-44,-5-15-12,-4-11-11,-6-11-22,-5-6 39,-9-1 0,-7 5-11,-5 6-23,-4 11-95,0 5-16,-1 8 10,0 8 7,-1 11 16,2 13-17,2 12 3,9-10 0,2-1-25,5 13-9,4-11 0,4-3-291,22 5 327,-14-15 1,2-1 0,3-5 0,1-3 11,1-2 0,0-6 0,-1-5 0,-1-6 2,0-5 1,-2-5 0,-2-7 0,-4-5-590,0-8 1,-4-3 569,-3-9 1,-4-6-9,-5 1 1,-3-5 0,-2 3-4,2-6 0,-4 0 11,-2 1 0,-2-4 0,-3 6-3,-5 6 1,-4 3-4,-3-6 1,-5 3 5,-1 13 1,-2 4-53,-18-8 24,7 21-41,12 19 45,4 19 7,2 17 3,1 25-334,8-19 1,1 4 334,2 8 0,1 3 5,5 7 1,2 1-6,1-17 1,0 0-1,3 0-7,2 1 1,2-1 0,2 0-78,2 0 1,3-2 0,2 0 83,1-2 1,4 0 0,1-2-5,4-2 0,1-2 0,3-2-3,1-2 1,2-1 0,2-4 3,0-2 1,1-3 0,-2-3 0,8 4 1,0-7 3,12-8 0,-3-9-176,-22-7 1,-2-6 183,12-9 1,-3-7 7,-13-9 1,-6-6-29,-2-10 0,-3-5-549,-7 15 1,-2-2 0,-1 0 567,0-4 1,-2 0 0,-1 0-1,-1 1 1,-1 0-1,-2 2 5,-2 4 1,-2 1 0,-1 2 7,-5-12 0,-3 5 372,-2 11 0,-3 3-392,-17-14 361,4 20-389,5 16 2010,4 15-2021,-2 17 1083,-2 22-1042,12-11 1,1 4-3,2 8 0,2 4-386,2 6 1,4 2 405,5 4 0,5 2-18,4-9 1,3 1-1,0-2 9,3 2 0,3 0-32,1-5 1,4 2 0,1-5-112,6 0 1,2-4-448,-4-6 0,2 1 0,2-3 254,1-2 1,1-2-1,1-2-269,18 7 0,1-5 52,-5-8 1,-1-5 90,-7-9 0,-3-6 389,-7-6 1,-3-6 55,12-27 275,-15-12 179,-15-6 146,-6-1 17,-9 4-90,-4 7-135,-7 10 752,-2 8-981,-4 8 1112,-3 8-1046,-3 6 519,-6 9-503,-2 10 184,6 2-202,-9 24-48,20-5-60,-4 19-35,22-7-257,15-2-52,15-4 20,10-8 16,0-11 80,-3-9 49,-9-17-14,-3-11 58,-3-14 123,0-18-56,-8 5 5,-3-2-27,-10 24 10,-7 9-27,-7 14 5,-16 16-5,6-1-6,-12 32 0,23-24 33,1 23 1,21-15 0,16 6-15,6-18 1,4-3-4,1-5 1,1-3-183,2 0 1,0-4 193,2-6 0,-3-6-3,-8-1 1,-2-4 4,5-7 1,0-4-6,-4-6 1,-4-5-701,-6-2 1,-3-6 0,-2 3 677,2-6 0,-3-2-3,-2-4 0,-1-5 0,-4 2-549,-2-6 0,-5-1 556,-2 14 1,-1-2 0,-2 1-249,-4 1 1,-2 0-1,-1 4 247,-4-4 0,-3 6-1,2 5 1,-2 7 215,-8 3-166,7 19 1680,-4 8-1614,-1 16-24,-3 34-56,10-7 358,7 0 0,4 4-395,8-6 1,4 2-1,4 16 1,3 0-32,-1-8 1,4-1-118,1-8 0,3 1 1,2 0 79,4 1 1,2-1 0,4 2-207,-2-3 1,4 3 0,0 0 0,-1-2-273,4 6 1,0-1-1,-2-2-651,0-1 0,-1-1 1,-7-6 512,0 12 0,-19-24 0,-8-16 1</inkml:trace>
  <inkml:trace contextRef="#ctx0" brushRef="#br0" timeOffset="5461">11118 3129 25674,'29'-31'15,"0"0"0,0-1 1,15-10-1,4 8 93,-2 23 1,3 6-1012,10-5 0,-1-1 962,-10 2 1,-2-1-23,3-4 1,-4-2 8,3-5 15,-9-9 689,-21 4-560,-4-17 136,-11 14 49,-19-22-302,5 33-17,-8-10 1115,11 21-1098,3 3-69,0 2-11,-1 13 14,2 0 8,-3 24-35,5 21 13,3-24 1,1 1-6,-1-1 0,3 2-31,11 19 1,3-3-1130,2-2 980,-2-5 0,3-2-2235,14 4 1664,10-2 0,-14-12 0,-3-10 0</inkml:trace>
  <inkml:trace contextRef="#ctx0" brushRef="#br0" timeOffset="5651">11909 2435 20347,'-3'-5'2067,"1"1"-1642,2 4-1747,20 4-2022,-2 23-6487,19 7 9319,-17 4 0,-5-12 0,-11-19 0</inkml:trace>
  <inkml:trace contextRef="#ctx0" brushRef="#br0" timeOffset="6044">12362 2702 19452,'0'-4'4542,"0"0"-3312,0 4-802,-73-2-189,36 21-465,-9-10 0,2 5 288,19 21 189,11 8-159,29 15-43,-3-17-7,7-9 1,6-1-37,20-2 19,-15-12 1,2-2 98,20 4-29,-19-14 0,-1-6 94,1-13-14,4-15-47,-26-16-84,-17-13-68,-5 8 19,-8 8 0,-3 1 79,-11-10-94,9 17 1,-1 3-52,-12 1 23,2 16 41,10 12 20,-7 19 341,14 5-177,-1 16-211,18 3-384,19 3-124,6-9-1494,9-7 1,5-2-2826,-7-9 0,1-1 4916,11 7 1,-2-3-1,2-2 1,-19-9 0</inkml:trace>
  <inkml:trace contextRef="#ctx0" brushRef="#br0" timeOffset="6361">12833 2834 28570,'2'-47'114,"-1"1"0,-1 3 0,4 12-503,10 24 786,3 17-254,6 17-190,1 20-15,-12-17 0,-2 1-303,-2 2 0,-2 1 158,-1 1 0,-3 0-1342,-2-1 0,-2-2 1522,-1 26-348,-2-12 209,2-16 260,1-17-26,3-21 241,7-21-301,9-23 11,-3 20 0,3-1-19,4-2 1,3 2 1407,4 1 0,2 3-1396,1 4 0,1 3-10,-1 5 1,0 4 298,21-2 52,-11 22 9,-11 16-221,-11 24-672,-12-14 0,-1 2 413,-1 15 1,-1-1-1,1 6 1,0 3-1</inkml:trace>
  <inkml:trace contextRef="#ctx0" brushRef="#br0" timeOffset="7061">274 3852 20597,'-42'-4'-1368,"-1"0"1,-4-4 853,66 6 454,21 1 0,5 1 43,10 3 259,-7 1 0,10 0 0,-2 1-1418,-12 0 1,-1-1 0,3 1 1354,6 0 0,4 1 0,2-1 0,-4 0-427,2 0 0,-2 0 0,6-1 384,-10-1 0,6 0 0,4 1 1,-1-1-1,-2 0 0,-5-1-524,0 0 0,-6 0 0,1-1 0,7 1 421,-2-1 1,7 1-1,3-1 1,2 1 0,0-1-1,-1 0 1,-3 0-200,-1-1 0,-4 1 1,0-2-1,1 1 1,3-1-1,7 1 183,-16-1 1,5 1 0,2-1-1,3 0 1,2 0 0,2 0 0,0-1-1,0 1 1,0 0 0,-1 0-1,-3 0 1,-2 0 0,-3 0-12,12 0 0,-4 0 1,-2 0-1,-2 0 0,0 0 1,2 0-1,3 0 0,5 0 2,-16 0 1,3 0-1,3 0 1,2 0 0,1 0-1,2 0 1,0 0 0,1-1-1,-2 1 1,0 0 0,-1 0-1,-3 0 1,-3 0-1,-3 0 1,-3 1-42,14-1 0,-6 0 0,-5 1 0,-1-1 0,1 1 1,3 0-1,5-1 47,-10 1 0,3-1 1,2 1-1,1 0 1,2-1-1,1 1 1,0 0-1,1 0 1,1-1-1,-1 1 1,0 0-1,0 1 5,-2-1 1,0 0 0,1 1 0,1-1 0,0 1 0,0 0 0,0 0 0,0-1-1,-1 1 1,1 0 0,-2 0 0,0-1 0,-1 1-15,3-1 0,-2 1 0,-1-1 0,0 1 0,-1-1 0,1 1 0,-1-1 1,2 1-1,1-1 0,1 1 0,2 0 2,-6 0 1,2-1 0,1 1 0,2 1 0,0-1 0,1 0 0,0 0-1,1 0 1,0 1 0,-1-1 0,1 0 0,-1 1 0,-2-1 0,0 0 0,-1 1 2,3-1 0,-1 0 1,-1 1-1,1-1 0,-1 1 1,-1-1-1,0 0 0,0 1 1,-1-1-1,0 1 0,0-1 1,-1 0-1,-1 1-8,4-1 0,-2 0 0,-1 1 0,0-1 0,-1 0 0,0 1 0,1-1 0,0 0 0,1 1 0,1-1 0,3 1-32,-4-1 0,2 0 1,2 1-1,1-1 1,2 1-1,-1 0 1,1-1-1,0 1 1,-1-1-1,-1 1 1,-1-1-1,-1 1 0,-3-1 1,-2 0-581,10 0 1,-3 0 0,-2 0 0,-1 0 0,-2 0-1,0 0 1,1 0 0,0 0 0,1 0 609,-2 0 0,0 0 0,2 0 0,0-1 0,0 1 0,-1 0 0,-1 0 0,-1 0 0,-3 0 0,-2-1 0,12 1 0,-2 0 0,-2 0 0,-4-1 0,-2 1 0,-4-1 0,11 0 0,0 0 0,0 1 0</inkml:trace>
  <inkml:trace contextRef="#ctx0" brushRef="#br0" timeOffset="7661">14700 2684 15956,'1'-9'2663,"6"-24"0,-1-5-1341,-4 7-1081,4-6 0,-3 1 492,-13 9-604,1 16-112,-7-1-6,2 18 6,-2 8-6,2 5 0,0 13-5,9-3 33,10 15 23,7-10-17,6-5 223,12-13-38,-7-16-135,4-4 118,2-22-90,-11-2-5,1-15-34,-12 6-51,-13 3-49,-11 8-68,-11 10-308,-8 13-202,6 9-6592,-9 34 7186,22-7 0,-2 5 0,16-20 0</inkml:trace>
  <inkml:trace contextRef="#ctx0" brushRef="#br0" timeOffset="7927">14801 3204 24738,'33'-20'487,"-4"1"-296,-2 6 33,-6-8-168,-11 6 28,-2-10-56,-7 10-78,-7-3-314,-7 8-1838,-13 6 2202,-13 16 0,16-7 0,0 7 0</inkml:trace>
  <inkml:trace contextRef="#ctx0" brushRef="#br0" timeOffset="9178">3285 5527 15037,'0'-9'3436,"-2"-27"0,-1-8-2254,-1 6-824,1-9 1,0 2 22,1 16-269,2 12-101,1 11 6,4 16 22,7 43-28,-4-15 0,-1-5 1,-2 1 10,-1 13-22,-1 4 11,-1 10 6,0-10 22,-1-13 292,-1-18 117,1-12-240,0-17-147,3-14-33,4-20 0,9-16-482,-6 24 1,2-1 470,2-1 0,2 0-3,0 2 0,0 1-50,0 4 0,-1 2 42,13-14-3106,5 16 3083,-11 15 12,12 15-18,-4 13 1,12 18-9,-19-13 0,1 2 45,0 4 1,-1 3-343,0 2 1,-1 2-353,-2 2 0,0 2-374,-2 0 1,1 0-132,-2-2 1,1-1 72,0-4 1,0-4-587,20 13 1071,-3-20 817,-3-23 1463,-2-31-679,-12 2 1171,-1-28-252,-10 15-414,1-12 2852,-2 5-3564,1 8-252,-2 9-212,1 10-191,-3 11 356,1 7-479,3 12 34,6 10-1,6 18-28,5 17 9,-13-19 0,-1 3-3,-2 4 0,-2 4-9,-1 15 1,-3 1-243,0-19 0,-1 1 249,0 2 0,0 3 0,0-6-9,2 9 13,1-8 1,-1-2 42,1-7 174,-1-4 0,-4-18-141,-14-31-67,3 1 6,-19-31 0,4 1-151,10 14 1,0-3 133,1-7 0,1-2 11,3-7 0,1-1 8,4-3 1,1-1 11,2 3 0,2 0-15,2 3 1,2 3-9,1 5 1,2 2-18,1 7 1,4 1-1580,6 4 0,2 3 1571,10-4-141,24 7 136,-5 20 13,-15 6 1,3 4-12,10 9 1,-1 6 13,-7 1 1,-3 5-195,3 8 1,-6 2 193,-3 17 6,-29 10 316,-30-16-325,5-18 1,-5-1-163,-16 1 0,-3-3 372,5-6 0,0-2-940,1 0 0,1-4 739,3-6 0,4-3 0,10-1 0,-8-3 0</inkml:trace>
  <inkml:trace contextRef="#ctx0" brushRef="#br0" timeOffset="9993">5062 5550 20890,'-19'-48'1262,"0"0"0,0-6 0,4 10-1105,11 23 11,0-15-140,8 26 0,18-3-34,-7 11 12,15 3 5,12 33-5,-15 0-12,10 15 29,-25 2-18,-10-21-3386,-14 30 3387,4-32 89,-16 20 12,15-35 229,-4-1-263,11-22-45,1-11-22,4-4 8,3-6 0,0-1 2,3-7-8,0-10 1,-1-2 30,-1-12 1492,-2 26 1,-1 0-1504,4-18-5,2 22-23,20-2 0,-6 16-9,7 12 1,2 4-3,3 7-6,13 11 0,1 10 14,-20-1 1,-4 7-1080,-2 9 1,-1 8 0,-4-5 1086,-5-6 1,-6-1 16,-12 22 1,-9-9 16,-1-31 196,-14 5 120,18-30-327,-1-3 11,11-23 6,9-7-26,2 4 1,3-2-12,1 4 1,2 1 1477,4-6 0,3 3-1486,-2 8 0,1 5 0,14-10 0,-5 16 0,-1 4-5,3 2-93,-2 3 0,3 4 87,-3 8 0,-1 4 16,3 1 1,-1 3-9,0 0 0,-2 5-36,2 13 0,-5 5-297,-11-8 0,-4 3-1528,6 14 1,-5 2 1863,-11-1 0,-4-3 0,1 5 0,-7-4 0</inkml:trace>
  <inkml:trace contextRef="#ctx0" brushRef="#br0" timeOffset="13114">5900 5169 20408,'22'-43'1070,"0"0"0,-3 3 0,-5 10-566,-11 21-291,-5 4-163,-5 10-11,-12 12 17,-16 19-31,10-9 1,-1 3-579,-7 7 1,-2 2 560,-3 5 0,-1 1-3,11-13 1,0 1 0,0 0-524,0 0 0,0 1 0,0-1 450,-12 15 1,1 0-196,3-5 0,3-2-620,4-5 0,3-3-1683,-14 15-352,15-21-364,12-20 1427,7-21 830,4-18 1042,0-19 232,0 19 1,0-2 1107,-1-5 1,-1-1 3,0-4 1,-1 0-26,-1-2 1,0 0-127,0 2 0,-1 1-314,0 2 0,0 3-190,-5-18 483,3-1-836,12 27-196,11-3-73,20 19-40,20 13-24,-17 7 0,3 4-292,7 5 0,3 4 283,5 7 1,0 5-256,-16-8 0,0 1 0,-1 2 253,1 0 0,-2 2 1,1 1-3,-1-1 1,0 1-1,-1-1-13,5 5 1,1 0-281,-3-4 1,3 2-1,-2-3-1246,3 0 0,1-1 1532,-1-1 0,3 0 0,-5-3 0,-10-6 0,-4-2 0,21 6 0</inkml:trace>
  <inkml:trace contextRef="#ctx0" brushRef="#br0" timeOffset="13397">6188 5009 24044,'-49'-8'28,"1"1"0,1 6 0,7 10-14,20 22 0,5 9-966,-5 4 1,-1 1 971,-3 6 0,0 0-12,4-9 0,-1 1 7,-3-1 0,-3 3 0,1-3-18,-1 1 1,-1-1-43,2-4 0,0 2 0,0-3-319,1 1 0,1-3-2468,5-6 1,2-3 2831,-1 4 0,9-13 0,8-14 0</inkml:trace>
  <inkml:trace contextRef="#ctx0" brushRef="#br0" timeOffset="13522">5459 5343 10646,'0'0'0</inkml:trace>
  <inkml:trace contextRef="#ctx0" brushRef="#br0" timeOffset="13821">5350 5161 23467,'37'-17'87,"1"-1"1,2 5 0,2 9-83,1 19 1,2 9-1158,3-1 0,0 1 1169,1 4 0,0 0 2,0 2 1,-2 0-26,-1 1 1,-2 0-216,-2-2 0,-1-1-736,-3-2 0,-2 0 957,-1-2 0,-3-2 0,3 3 0,-9-6 0</inkml:trace>
  <inkml:trace contextRef="#ctx0" brushRef="#br0" timeOffset="14071">6038 5102 19210,'-4'-6'4318,"0"2"-3982,4 4 28,0 0-336,-68 17 6,32 21-968,-11-9 1,-1 5 947,22 7 0,4 3 3,-6-1 0,-1 1-221,0-2 0,-1-1 150,-1-2 1,-1-2-526,2-3 1,0-2-1066,2-3 0,3-1 1644,3-2 0,2-2 0,-1 1 0,9-5 0</inkml:trace>
  <inkml:trace contextRef="#ctx0" brushRef="#br0" timeOffset="14531">5317 5212 11581,'-3'-4'6603,"0"1"-4407,3 3 258,-19-70-1900,16 43-476,-8-13 1,5 4 72,14 22-128,0 10-1,12 4 17,8 14 6,20 11-31,-17-7 0,4 3-772,18 9 1,3 3 782,-3-3 1,1 1-18,0-1 0,1 2-961,-9-6 0,1 0 1,-5-2 932,-7-4 1,-2-1-116,7 2 1,3 3-1,-4-2-2256,-3 0 0,-3-1-2525,-2-2 1,-2-1 4115,12 11 1,-29-19 0,-10-8 0</inkml:trace>
  <inkml:trace contextRef="#ctx0" brushRef="#br0" timeOffset="14757">6128 5118 14170,'-5'-7'4996,"0"2"-3585,5 5-1086,-66-49-252,42 44 724,-16-14 1,3 9-781,23 35 645,-11 31-632,5-12 1,-2 2-394,5-9 1,-3 2 382,-1 0 1,-3 3 0,-1-1-14,0-4 0,-1-2 1,1-1-81,-6 10 0,0-1-562,4-6 1,-2 0-1,5-2 214,5-4 1,4-3 0,-12 14 0,14-12 0</inkml:trace>
  <inkml:trace contextRef="#ctx0" brushRef="#br0" timeOffset="25138">8138 5390 13256,'1'-8'4262,"1"-29"0,-3-4-3119,-6 14-939,6-13 1,-3 3 378,-11 21-231,0 9-189,-8 2-118,1 7 11,-18 14 5,-3 14-254,13-6 0,0 3 212,-1 5 1,1 3-386,2 3 0,1 3 360,5 0 1,2 2 2,5-2 1,5 0-250,5-2 0,6-2 204,7-4 1,7-2-195,7-4 1,8-5-580,23-1 1,5-7-35,-16-4 0,2-3 237,1-3 0,4-2 0,-4-3-959,0-4 1,-1-4-1077,9-2 0,-3-2 832,-12 1 1,-4-2 1367,-3-1 1,-5 1-1,-8 2 1,-2 2-1</inkml:trace>
  <inkml:trace contextRef="#ctx0" brushRef="#br0" timeOffset="26780">8396 5600 23523,'-23'11'308,"5"1"-224,14 4 39,7 0 56,7-1 39,10-3-27,10-5-29,8-6-11,6-10-50,4-8-11,3-11 11,-3-6-194,-6-5 201,-13-4-30,-12 0 28,-11 1 29,-12 1-12,-7 2 73,-8 2 45,0 4-29,4 6-72,5 9 104,6 8-283,4 5-6,2 6 39,7 7 29,6 8-29,11 8-5,9 2 11,9-2-11,11-8-428,8-8 444,-27-9 1,-1-3 2,1-2 1,-1-2 19,-1-3 0,-2-1 5,19-16 46,-16 0 10,-16 0-55,-9 2 33,-12 2 17,-4 4 450,-4 3-416,2 5-68,3 4-67,4 5 6,2 4 34,1 13-18,0-1-61,1 21 28,3-2-3364,5 23 3387,0-15-35,9 17-110,-6-30-399,20 25-296,-8-20-494,16 7-761,-2-20-191,7-10 985,4-14 1054,0-9 622,-11-6 515,-15-4 3796,-18-1-3118,-13-1-92,-8 1-485,-4 1-269,0 3-224,3 2-140,4 6-152,7 4-161,2 4-63,4 3 18,12 12 10,2 1-5,23 11 6,-12-10 11,15-2-6,-20-8 17,24-10 5,-14-6-10,11-13 38,-17-7-10,-9-4 22,-8-3-17,-11 4 0,-5 3-12,-9 10-21,-4 9 10,-4 7-27,0 11-6,1 9 0,2 11-11,2 20 11,9-10-23,3 23 1,11-12 0,7 13 16,10 1-166,-4-30 1,5 0 78,16 4 1,2-2-271,-10-9 0,2-2 212,21 4 0,3-5-51,-13-10 1,0-5 21,11 1 1,3-5 98,-8-7 1,1-5 0,-4 1 80,-3 1 0,-2-3 14,9-7 0,-7-3 26,-14-11 32,-10-3 52,-3-12 38,-10 1 129,-16-3-201,1 19 61,-16-2-28,4 23 246,-7 1-347,1 9 628,2 10-639,1 8-11,1 12 0,2 8 12,3 6-24,5 3 1,7-9-6,10 19 17,4-32 6,16 15 28,0-31 38,17-13-38,-6-11 11,4-15-17,-17 4 95,2-27-78,-14 22-12,3-11 12,-9 25 106,-2 10-123,0 5-16,-3 4-7,-3 10 1,-3 9-17,-3 20 11,3 1-6,3 0-5,9 0 0,10-10 5,13 6 6,12-7 8,-8-19 1,3-3 13,25-6-5,1-9 11,-5-22-6,-12-6 14,-14 2 1,-1-4-9,-6 0 0,-2-3-143,1-13 1,-4-2 130,-6-1 1,-3 1-485,-2 9 0,-1 0 476,0-12 1,-4 1 19,-2 15 0,-2 1-213,-3-10 0,-3 2 232,1 16 1,-1 3 8,-11-14 11,9 30-72,6 13 224,1 5-202,-5 28-17,5-3-11,0 5 0,1 4 19,2-3 1,1 1-109,4 26 1,2 3 90,1-8 1,3 1-257,-1-12 0,3 2 0,1-3 214,6 11 1,4-4-158,3-1 1,2-4-6,-5-11 1,1-2-491,7 3 0,0-3-2176,14 10-2037,-19-20 1,0-2 3111,3 2 1,-11-12 0,-15-11 0</inkml:trace>
  <inkml:trace contextRef="#ctx0" brushRef="#br0" timeOffset="27289">10757 5254 20699,'-3'-3'3916,"1"1"-3306,2 2-582,39-39-4268,5 32 4228,-9-12 1,3 3-6,-4 16 1,-1 5 881,22-1-848,-5-2 5,-16-2 79,2-7 23,-19-1 38,4-6 0,-14 1 3309,-4 3-3202,-8-3-62,-1 7-179,-3-1 17,0 8-23,1 7-11,-1 2 12,-2 10-18,4 6 29,6 1 55,22 4-44,-1-16 11,16-4 84,11-18-22,-6-10-68,-12 4 1,0-4 66,10-18 18,-12-3 27,-13 2-84,-12 11 79,-32-2-118,6 16-1659,-19 5 0,-3 4 1648,6 5 0,-2 4 0,3 3-12,10 12-4,-1 21-12,15 3-256,8 3 250,11-5-3,10-11 1,3-1-20,8 9-303,1-11 1,6 3 0,-1-4-4586,5-4 1,0-4 4292,5 7 1,-1-4 0,6-2 0,-34-16 0</inkml:trace>
  <inkml:trace contextRef="#ctx0" brushRef="#br0" timeOffset="30076">11622 5298 23489,'48'-19'1098,"5"0"-970,1 4-44,5-1-11,2 1-22,-7 3-7,-11 3 7,-14 4 22,-14 2 5,-9 2-44,-6 1-856,0 0 1,0 0 0</inkml:trace>
  <inkml:trace contextRef="#ctx0" brushRef="#br0" timeOffset="31093">12160 5339 25618,'15'29'414,"8"-4"-280,14-12 12,7-5-23,6-7 0,0-9-11,-4-9 34,0-19-101,-20 7 39,-5-22-23,-23 10-38,-8-10 27,-8 3 23,-4 8-11,1 9 50,4 11 22,5 6-61,5 7-73,4 5-39,3 2 39,4 4 11,6 4 6,10 4 27,11 2-44,11-1-22,12-6 22,-6-6 0,2-3 5,-12-3 1,1-1 5,11-1 1,-2-3 60,10-16-27,-25 8 146,-10-8-147,-18 16 40,-5-8-39,-5 8-6,-3 1-33,0 4 0,0 2-12,2 6 6,0 7 17,2 9-23,0 11 1,6 9-7,5 4-32,6 4-12,6 0-157,4 0-459,4-3-823,7-3-2481,-7-21 0,1-3 1741,14 6-286,-8-13 1,1-4-555,10-9 3758,5-8 2700,-18-9 572,-18-6-1138,-18-3-862,-9-1 2770,-6 1-3851,0 1 28,-1 2-678,9 11 78,-1 2-173,9 10-129,0 0 6,8 8-6,5 5 5,20 13-5,-6-6-11,22 6 11,-6-13 0,13-3 0,0-10 22,1-16 1,-20 2 10,-1-18 57,-25-17-68,-4 16-3386,-17-22 3376,1 39 10,-14-7 0,1 16-5,-9 2-11,-2 14-12,-7 15 6,9 8 0,4 3-5,11 5-7,9-3-21,4 21 10,8-15-249,10-4 1,4-1-401,7-2-650,3-2 0,4 0-418,-4-10 0,2-3 1740,4 3 0,-2-2 0,13 3 0,-18-10 0</inkml:trace>
  <inkml:trace contextRef="#ctx0" brushRef="#br0" timeOffset="31517">14353 5225 24945,'-12'-49'444,"1"0"1,-1 5-1,-7 11-175,-36 27-213,14 9-17,8 4 1,1 5 4,-11 15-33,17-9 1,0 2-7,0 7 1,4 3-17,-7 19 11,9-1 5,29-1-10,3-25 10,32 16 7,-9-28 4,19 1 24,-10-21-12,-10-2 44,13-30 1,-19 3-241,-9 10 0,-2-2 285,2-23 40,-8 4-62,-6 14 157,-2 4-16,-3 16-91,-1 2-66,-2 10-74,0 10 421,-2 1-420,-2 15-17,-3 16 5,3 6-50,0 16-547,14-4 329,2-10-1008,19 7-1715,11-12 2997,-6-17 0,0-1 0,5 3 0,4-7 0</inkml:trace>
  <inkml:trace contextRef="#ctx0" brushRef="#br0" timeOffset="32000">15059 5234 17820,'0'-6'5647,"0"0"-4169,0 6-290,-23-63-785,9 43-336,1-15 0,-2 4 185,-8 27-145,4 12-23,-12 10-28,0 16-6,-3 14-418,6-5 373,12-13 1,2 0 5,-1 20-11,9-15 0,5 0 0,17 18 25,1-26 1,5-3-29,5-7 0,3-5 6,11-1 0,2-5 2,-5-5 1,0-4 13,8-4 1,-2-5-1055,-5-6 1,-3-4 1053,-7 4 1,0-3-3,6-11 0,-2-4 13,-6-1 1,-2-2-20,-3 4 0,-1-2 1,0-2 1,-1-1 0,-1-1 0,-1-1-215,-2 0 0,-1 0 1,-2 1 234,3-18 1,-3 2 36,-5 6 0,-4 3 42,-5 8 0,-3 2 123,-8-21-67,-4 22-84,4 16-50,5 12 252,1 14-286,-2 15 2025,1 5-2034,-3 19 1,0 6-6,5-11 0,0 0-16,-3 15 0,1 1 5,6-4 0,2-2-65,5-6 0,2-1-36,-2-1 0,4 1-621,5-2 1,5 3-1,1-5-1177,4 0 0,3-2 1924,-1-2 0,2 2 0,-3-6 0,16 9 0,-9-13 0</inkml:trace>
  <inkml:trace contextRef="#ctx0" brushRef="#br0" timeOffset="32143">15310 5213 23838,'43'-22'-392,"1"0"0,0 0 0,8-8 0,-11 9 0,-21 17 0</inkml:trace>
  <inkml:trace contextRef="#ctx0" brushRef="#br0" timeOffset="32527">16034 5160 26990,'-1'-43'67,"14"6"-213,34 25-753,-16 6 0,3 0-233,9-2 0,-2 1 0,8 0 0,-2-1 0</inkml:trace>
  <inkml:trace contextRef="#ctx0" brushRef="#br0" timeOffset="33194">16873 5269 19160,'27'-54'1758,"-1"0"1,-3 4-1,-5 3-878,-3-13-264,-13 9-196,-13 12-201,-13 13-91,-12 11-49,-9 16-51,-3 14 0,-3 16-20,25-10 1,1 3-4,0 4 1,2 1-162,1 2 0,2 1 145,3 0 0,3 1 5,0 27 6,22-7-6,19-10 40,18-13-6,9-14-6,2-17 17,-5-16 12,-5-17 22,-11-13-6,-8-7 45,-11-3 50,-9 2 23,-5 8-3184,-2 7 3043,0 20 180,-1 7-235,-2 17 9,-3 12 8,-5 15-6,-5 14-12,-1 12-10,9-25 0,2 0-382,2 3 1,4-1-392,5 1 0,5-1-1572,7-1 0,3-1 2367,3-5 0,0-3 0,12 7 0,-13-16 0</inkml:trace>
  <inkml:trace contextRef="#ctx0" brushRef="#br0" timeOffset="33660">17394 5430 21433,'0'-7'2523,"-1"-29"1,1-7-1841,2 9-423,-2-12 1,1 2 109,3 17-141,-2 9-122,-1 10-91,0 29-4273,-2 33 4257,-2 2-8,-4 5 0,-3 1 72,4-31 0,-1 1-57,-2 9 1,-1 4 0,1-3-6,0 1 1,1-2-134,-1 9 0,1-1 125,2-9 1,1-3-103,-3 18 125,3-28 2843,-3-20-2848,0-27-18,-2-19-16,0-23-398,6 7 1,0-2 419,2 17 0,0-2 2,3-3 0,1-3 0,0 3-263,3-2 1,1 1 271,2-11 0,3 1-8,-1 6 0,2 3-9,1 7 1,2 3 39,1 6 0,3 4-34,27-15-14,-18 27 0,3 3-143,4 3 1,2 3 147,3 3 1,2 3-9,8 9 0,-2 4-8,-12 0 0,-3 2 16,-2 1 1,-6 3-20,-11 23 1690,-32-8-1678,-23 9-29,-6-18 0,-5-4-35,13-5 1,-1-3-24,-3-2 0,-4-1 1,2-2-254,-2-2 0,0-2-655,-7 0 0,1-1 969,9-5 1,5 0 0,-3 1 0,21-5 0</inkml:trace>
  <inkml:trace contextRef="#ctx0" brushRef="#br0" timeOffset="34194">17980 5208 27981,'49'-3'44,"-21"21"1,-7 9-580,-13 25 542,-4-13 1,-1 7 0,-3-3-356,-5-3 0,-3-1 364,-2 16 1,-3-1-9,-2-16 1,-2-4-2784,-15 17 2831,10-21 196,0-13-190,15-16 187,-7-22-221,11-10-1808,0-28 1780,5 8-3,4 1 0,1-1 1945,3-10-1942,-1 13 0,2-8 0,0 7 0,-3 13 0,1 1 0,1-8 0,2-4 0,0 5 0,-1 7 0,3 2 0,13-14 0,5 3 0,-5 16 0,2 5-256,4-3 1,1 6 255,18 9 0,-17 9 0,1 3-327,9 3 327,-4 3 0,1 4 2767,3 18-2773,-19-1 0,-4 3 0,3 13 3,-32-2 1,-10-2 2,-15-5-510,-5-9 0,-10 0 1,4-3 498,7-8 0,-2-2-185,-4 0 0,-7 2 0,-1-2 0,5-2-1623,-7-1 1,2-1 1818,6-2 0,-1 1 0,6-2 0,-15-1 0,31-3 0</inkml:trace>
  <inkml:trace contextRef="#ctx0" brushRef="#br0" timeOffset="34633">19600 4698 23119,'2'-9'1703,"5"-23"0,1-3-1138,-4 13-467,3-11 0,-1 3 143,-8 21-230,-2 14 12,-5 11-29,-5 17-33,-2 18-258,9-20 0,1 1-1588,1 4 1,3 1 1205,3-4 1,1-3 0,0 11-1,4-19 1</inkml:trace>
  <inkml:trace contextRef="#ctx0" brushRef="#br0" timeOffset="35483">20142 5453 18975,'9'-62'2029,"0"0"0,-2 1 1,0 3-1602,-2 5 1,-2 3-521,0 4 0,-1 3 316,-1 8 0,1 2 321,-1-12-433,-1 22 43,0 14-138,0 16-3285,2 12 3268,-1 5 119,2 8 0,-1 3-124,-1 5-1,0 9 1,-1 1 10,-1-6 6,-2 0 1,-2-1 10,-2-4-11,-3 4 135,1-22 3388,4-15-3422,-2-4 32,2-10-116,0-7-17,0-1 6,3-17-11,3 13 10,5-27-4,1 17-1,4-16 6,-2 6-23,-3 7 28,2-12-10,-4 23-7,2-14 18,-3 21-1,0-1 0,-2 6-22,0 4-22,-1 3 28,0 2-253,0 0-262,2 7-824,0 2-1619,1 9-5416,0 3 8368,0-1 0,-1-7 0,-1-5 0</inkml:trace>
  <inkml:trace contextRef="#ctx0" brushRef="#br0" timeOffset="36100">20317 5138 13905,'6'-5'5406,"-1"1"-2976,-5 4 141,0 0-1899,8-66-178,-6 33-287,1-11 0,-1 1 135,-8 8-68,-8 1-67,-4 4-72,-6 5-63,-7 8-21,-8 8-18,-8 13-16,-6 12-11,-1 12-4,14 2 1,1 3 3,14-12 0,2 0-182,-9 10 1,1 2 175,-5 15-1635,15-15 0,2 1 1635,3-6 0,1 1-9,-1 8 1,6-1-1280,13 16 1288,4-11 17,24 2 17,11-30-18,18-3-22,-26-13 1,0-3 58,1-4 1,-3-2 2,17-16 50,-20 0 1,-3-3 27,1-21-70,-9 13 1,-2-2 10,-8 5 1,-4 1-1,0 1 1,-2 0 2694,-2-24-2647,-3 15 1849,0 16-1904,-1 13-80,1 8-10,2 10 496,0 11-490,0 17 16,0 18-6,1-18 0,0 1-2,-1 1 0,2 3-79,4 16 0,3-1-25,-4-20 0,2-1-240,4 10 1,4-3-1935,20-1-2838,13-10 5124,7-3 0,-17-14 0,-16-8 0</inkml:trace>
  <inkml:trace contextRef="#ctx0" brushRef="#br0" timeOffset="36616">20705 5119 22139,'3'-54'1327,"1"0"1,-2 12 0,0 5-718,0-1-28,-2 23-464,-1 5-101,0 4 16,-1 16-3374,-3 25 3341,0-1-1135,-2 13 1,0 2 1146,-3 6-336,-2 3 0,-1 3 324,0-14 0,0 0-4,1-7 0,0 2 1,0 0-1,1-1 0,0 0 0,1 0-437,4 4 0,1 0 0,1-3 441,1 0 0,4-1 3,8 6 0,5-6 1331,8-9-1188,1-5 1919,-11-23-2015,-12-34 975,-3 2-1003,-2-4 1,-1-4-15,0 5 1,0-2 1233,-1-13 0,0-3-1237,2-4 1,1-2 5,4-3 1,3-2 2,2 1 0,2 1-3,3 2 0,3 1-8,1 5 0,2 2-9,2 5 0,2 3-298,2 4 1,2 4 297,3 5 1,1 4-18,1 4 1,1 4 0,26-1 22,-4 13-17,-11 14 11,-6 13 23,-8 24-6,-17 1-16,-11 2 5,-29-1 410,-15-12-407,15-15 0,-5 0-70,-15 2 0,-1-1-359,17-9 0,1-1-1254,-7 0 0,7-2-8151,13-6 8535,16-5 1,5-1 0,0 0 0</inkml:trace>
  <inkml:trace contextRef="#ctx0" brushRef="#br0" timeOffset="37100">21327 5063 25892,'-7'44'287,"0"0"1,1-4-1,-1 0-161,-2 12 0,-1-3-5724,-3 12 5631,4-28 1,0-1 67,-6 11 1216,-9 11-1261,8-15 140,-11 4-118,19-36 889,-4-1-855,6-14-28,-1-18-62,0-12 12,3-23-32,4 25 1,2 1 2835,3-28-2824,1 19 0,3-2-39,9-11 0,2 0 33,-2 7 1,1 2-392,3-5 0,1 5 394,7 1-6,3 13-85,3 7 80,11-2-28,12 14-6,-9 12 0,6 16 420,-22 4-409,1 22 35,-18 13-7,-2-7 0,-18-8 1,-7-1-17,-16 1-3,-4-8 0,-4-2-165,6-11 0,-2-4-756,-7 2 1,1-3-338,-11-3-5638,-6-5 6910,24-8 0,5 4 0,13-3 0</inkml:trace>
  <inkml:trace contextRef="#ctx0" brushRef="#br0" timeOffset="37693">22126 4910 26015,'-31'48'112,"-1"-1"0,1-3 0,6-7-22,9-8 173,-14 3-179,14-19 375,-13 4-140,19-17-207,-1-3 45,9-23-134,1 5 33,8-32-23,2 20 1,2-1-9,2-2 0,0-1-25,1 1 0,0 0 39,3 2 1,0 3 32,3 0-83,7-5-17,-10 24 28,-3 7-5,13 19-1,-5 9 12,12 20 16,-7 8 0,-6-7-22,1 13-16,-2-2 10,0-2-5,1 1 39,-11-31 61,-1-8 1,-5-19-45,4-12-17,4-16 0,2-18-26,-6 17 1,-2-1-254,4-26 253,-6 20 1,0-1-3,0 3 0,0 0 8,-1 2 1,1 2-9,2-26 0,-3 37-39,-1 10-12,1 10-553,16 2-813,12 9-1591,25 6 3008,-20-1 0,-2 0 0,8 1 0,-4 2 0</inkml:trace>
  <inkml:trace contextRef="#ctx0" brushRef="#br0" timeOffset="38867">23114 4800 19826,'-2'-3'4671,"1"0"-2044,1 3-2571,-57-52-11,16 44-26,-3-15 1,-3 5-2831,13 30 1,3 6 2821,-13 6 612,18-3 0,4 2-600,3 12 861,1 11-884,9 1 0,15-2 11,13-4 28,15-8 22,7-12 68,2-10-62,-11-13 62,10-25-39,-17-3-23,8-20 6,-13 3 5,-8 1-55,-5 10 3407,-3-4-3363,-1 21 196,-1-4-263,-1 17-17,-1 5 0,0 8 0,0 9 17,-1 11 6,-2 12-23,-1 6 17,-1 3-84,2-1-235,7-1 106,2-13-733,24 3 156,1-22 348,20 0 346,-4-23 147,-3-12 33,-6-14 61,-10-11 96,-6-8 73,-3-3 50,-2 2-23,-2 9-49,-2 9-74,-3 12-89,-2 10-68,-3 8-55,-1 6-12,1 9 18,3 9-12,4 15-12,0 10 7,0 7-1,-5 3 23,-4-5 5,-4-6 1,-4-12 89,0-12 17,0-9-40,2-13-38,2-8-18,-1-13 1,5-8-17,4-8 16,7-2-27,7 3 16,8 3-22,-8 16-39,7 4 33,-11 14 6,5 2-28,2 5 23,2 6 10,3 8-16,0 8-6,-5 6 17,-7 3-16,-7-1-12,-7-2 39,-3-8 6,-1-7-1,1-8 24,-1-5-18,4-5-28,7-8 12,6-6-12,8-7 6,3-1-16,-1 0 32,-4 5 24,-7 7-63,-6 5 12,-4 5 0,1 2 0,6 5 11,6 3 0,27 9-12,-14-6 12,16 1 0,-8-6 17,1-3 6,8-2-18,-9-8 12,-9-7 5,-5-7 18,-6-6 10,-5-5 23,-6-1 28,-6 2-40,-6 6 75,-4 5-136,1 9 0,-1 2 0,6 8 0,1 0 0,1 20 0,0-6-220,3 26-973,4-4-3752,3 13 4097,0-6 0,-4-15 0,-2-13 0</inkml:trace>
  <inkml:trace contextRef="#ctx0" brushRef="#br0" timeOffset="39714">24788 4552 21136,'0'-4'3949,"0"1"-3747,0 3-191,18-21-151,-15 33-269,12-19-3422,-26 49 2983,0-12 0,1-5 0,4-10 0</inkml:trace>
  <inkml:trace contextRef="#ctx0" brushRef="#br0" timeOffset="125447">15869 2235 15154,'15'-61'2414,"-1"0"0,-1 8 1,-5 8-1687,-13 14-482,-5 19-33,-7 22 129,-12 21-174,6-2 0,-1 3-570,2-2 0,-2 4 444,-6 11 1,-2 6 0,3 1-826,6-10 0,3 0 0,-1 3 798,-1 2 1,-1 4-1,1 0 1,3-1-3,1 8 0,3-1 0,4 0-339,5-5 1,3 0-1,7-2 204,6-5 1,5-2 0,6-4-305,8-4 1,5-5 0,4-3-963,8-2 0,4-5 1,3-2 1387,-6-6 0,3-3 0,-1 0 0,-5-2 0,12 3 0,-4-2 0,-2-5 0,-1 1 0</inkml:trace>
  <inkml:trace contextRef="#ctx0" brushRef="#br0" timeOffset="126562">16660 2380 18302,'-7'-2'4039,"2"1"-3395,5 1 347,0 0-828,-45 51 133,42-28-178,-18 8 0,5-1 122,28-14 124,-5-7 259,-3-4-58,-2-6-352,2-9-146,2-11-5,4-16 16,3-14-42,-5 20 1,0-3-6,4-12 0,-1-1-17,-3 15 0,-1 0 19,5-13 1,-1 3 61,1 2 0,0 2-72,-5 17-35,-4 16 35,-2 18-12,-1 18-11,1 27-471,-3-18 1,0 3 442,-1 9 0,-1 2 36,-2 5 1,-2 1-7,3-18 0,-1 1 0,0-1 3,-3 18 1,-1-1 5,2-5 0,-1-3-6,3-10 1,0-3 39,-2 14 50,6-26 90,1-15-28,6-16-129,7-13 6,10-19 16,8-16-36,-12 22 0,0-1-6,1 0 1,0 2 2,15-23 11,-7 16 891,-9 17-974,-6 11 44,0 10 28,4 8 0,5 10 28,6 12-44,5 9 5,5 7-1708,-6-20 1,1-1 1702,16 9-1,-11-15 1,2-4-138,10-7 132,7-3 44,-11-18-27,-13-12 16,-7-16-10,-5-13-7,-3-8 3,-9 30 1,0 0-37,6-26 56,-5 13-17,-3 14 3305,-11 15-3294,-9 13 136,-16 14-170,-10 12 7,-4 9-4,18-3 1,4 1 8,-4 8-6,4 15 12,23-22-28,13-2 33,10 3-6,17-11-5,6-11-3347,8-18 3353,-19-1 22,2-23 17,-23-2-40,-3-14 23,-7-4-17,-11 0 12,-4 7 10,-9 12-38,-3 11-12,-2 11 17,-1 7-28,0 11 22,8-2 3404,-1 11-3398,9-4 6,-2 5-12,0 0-11,0 0 40,0-2-23,0-3-6,2-2 0,2-2 6,2 0 12,2 1-24,1 4 1,2 3 11,3 4-5,2 2-1,9 6 0,-4-8 12,6 4-3404,3-8 3410,-4-4-7,18 5-16,-2-6-68,1-3 1,2 1-213,15 4-833,-7-4 1,1 1 1123,-9-4 0,-2 0 0,15 3 0,-7-1 0</inkml:trace>
  <inkml:trace contextRef="#ctx0" brushRef="#br0" timeOffset="127580">18016 2821 19468,'21'-51'1506,"1"1"1,-2 2-1,-4 4-1119,-6 1-46,-3 4 298,-5 5-140,-4 5-124,-16-4-274,-11 17-23,-20 13-44,8 11 27,-16 20-5,14 7-20,12 4 1,3 3-31,-1 11-4,14-9 1,9-1-25,23-1 0,3-1 33,30-3 25,-16-26 1,1-4-7,-2 0 1,1-2 19,4-5 1,-2-6 50,6-17-28,-16-4 16,-6-19 6,-12-15-61,-2 12 50,-8 8 0,-3 3-17,2 14 23,-7-12-1,7 29-66,1 4-18,1 3 23,0 7-33,5 16-12,1-3 6,11 20-6,7-9 3,-2-7 0,2 0 14,16 12-56,5-1-6,-19-20 46,-11-8-24,-3-14 35,-6-3-6,8-29 39,-1-6-17,0 0-6,-1 6 23,-3 19 6,-1 2-34,0 4-6,-1 5 6,0 13-5,1 2 5,13 23 0,-6-9 5,5 7 1,2 0-6,0-1-3,5 1 0,3-1 9,5-3-12,14 4 12,-22-19 56,-1-13-29,-12-11-16,2-15 11,-9-10 17,-3-17-23,-4 17 6,-6-16-22,1 38 5,-3-10-33,5 21-18,1 1-189,9 6-544,12 9-1126,18 7-2386,19 10 4081,-19-7 0,-1-1 0,5 3 0,-2 0 1</inkml:trace>
  <inkml:trace contextRef="#ctx0" brushRef="#br0" timeOffset="127921">19265 2676 19344,'0'-5'6246,"0"2"-4947,0 3-1282,-18-27-12,17 33 6,-6-16 1,30 39-7,12-3 6,-2-8 34,24-9-6,-19-20 17,14-11-3369,-20-18 3442,-8-9-12,-9 7 429,-7-19-176,-8 27-113,-3-7-183,-2 26-74,-1 10 0,-1 14 3388,0 16-3388,-1 25 0,3 1-392,3-8 1,2 5 391,3-6 0,1 2 0,2 1-502,-1 6 0,1 1 0,0 2 14,1-2 1,0 1 0,0 2 0,0-2-1971,-1-4 0,0 1 1,-1-2-1,0-2 1487,0 3 1,-1-1 0,0-4 0,-1 8-1,-1-10 1,-1-17 0</inkml:trace>
  <inkml:trace contextRef="#ctx0" brushRef="#br0" timeOffset="128630">20916 2605 20537,'-2'-59'829,"0"-1"0,0 0 0,-1 7 0,-1 2 0,-2 7-591,-2 10 0,-3 6 776,-7-8-998,5 19 236,8 21-224,7 20-45,8 28 0,0-13 0,0 1-278,0-3 0,1 3 278,1 6 0,1 6 0,-1-3-661,1 8 0,-1 0 263,-2-3 1,2 4 0,-3-3-888,1 9 0,-2-3-1747,-2-8 1,-1-3 3048,-2-14 0,-1-4 0,0-2 0,-2-23 0</inkml:trace>
  <inkml:trace contextRef="#ctx0" brushRef="#br0" timeOffset="128797">20803 2896 24139,'-20'-44'296,"0"-1"1,3 4 0,12 7-308,30 14-62,27 3-109,-14 9 0,4 2-1723,10 1 1,4 1 1034,-14 1 0,2 1 0,1 0-982,3 0 0,1 0 0,-1 0 1852,18-1 0,-6 1 0,2 0 0,-41 1 0</inkml:trace>
  <inkml:trace contextRef="#ctx0" brushRef="#br0" timeOffset="129097">21930 2483 12931,'0'-6'8373,"0"2"-6815,0 4-589,-49-61-353,20 44-404,-6-16 1,-2 6 39,-6 32-89,-1 9-45,2 10-57,6 7-10,12 5-29,15 4 6,21 3 5,9-14 1,6-1-23,3-1 1,2-2-260,2 0 1,2 0 250,4-1 0,0 0 2,-8-6 1,-1-1-1,5 4 1,-2 0 11,14 11 50,-26-10 17,-32-9-16,-29-8-46,7-4 0,-4-2 3,-19-4 1,-2-2-358,17 2 0,-1-1 315,-18-6 1,2-2-376,-2-8-2079,28 8 1,4-1 2470,-2-6 0,18 6 0,11 11 0</inkml:trace>
  <inkml:trace contextRef="#ctx0" brushRef="#br0" timeOffset="129814">22389 2965 25707,'-11'-61'319,"0"1"0,1 9 1,4 3-276,8 6 1,3 0-2830,3-16 0,1-2 2796,-1 12 0,0-3 11,2-7 1,0-6-1,-1 9 489,-3 18 1,-1 2-473,3-26 0,-2 4 983,-6 12-933,-6 2-94,0 24-29,-8 23 17,5 20 17,-1 7 12,1 27-18,7 5 1243,4-20 0,3 4-1248,9 13 0,2 0 2,-3-18 1,1 0 2,11 17 1,2-2-210,-8-21 0,2-2 209,5 6 1,2-1 5,0-6 0,1-4-9,0-6 1,3-5-20,5-7 0,0-5 22,13-4 0,-17-9 1,-3-6 16,2-17 11,-13 2 1,-1-3 11,4-21 44,-8-7-50,-15 28-5,-11 4 649,-8 14-678,-8 2 1007,-11 12-1013,6 9 12,3 4-11,6 15-6,11 15 23,2-7-17,15-2 0,6-1-12,4-3 9,14 1 0,3-3-3,3-7 17,0-5 0,1-4 40,9-8 21,8-15 29,-4-23-17,-18-13-34,-7-4-6,-17 13 1,-5-1-23,-7-15 3,1 16 0,-3 1-747,-20-13 750,2 17-69,-18 6 58,2 15 16,-13 3-42,14 14 1,1 4-3,-8 3-23,12 5 0,6 4-84,12 0-1030,2 33 1045,19-24-2829,14 6 0,7-2-2412,13-5 4693,-1-4 1,0-4 0,-9-10 0,1-1 0</inkml:trace>
  <inkml:trace contextRef="#ctx0" brushRef="#br0" timeOffset="130321">23575 2591 26665,'-31'-16'50,"6"12"-44,21 38 5,7 4 6,6 3 11,10-2 17,9-5 22,7-8 39,7-12-22,5-7-22,-8-10 38,-6-10 1,-3-4-61,-2-5-4,-1-4 0,-4-2 43,-7-8 5,-3-4-39,-7 13 55,-11 7-83,-5 15 0,-8 4-6,1 6-16,-7 17 10,14-6 1,9 39-1,13-28-5,8 2 0,7 0-472,5-11 1,5-2 473,14 5 1,4-1 5,-9-5 1,3-2 8,-2-3 0,3-2 0,-5-2 13,-4-3 1,-3-4 19,15-1 1,-6-8-121,-6-26 103,-29 7 1,-6-3-6,-6-8 0,-5 0-17,1 6 1,-4-2 18,-11-18 1,-5 0-569,4 19 1,0 2 556,-3-8 1,-2 0-15,-7 5 1,-2 5-92,-13-1-35,13 12 1,-1 5-1128,-18 10-3727,6 23 4975,12 7 0,14-4 0,11-7 0</inkml:trace>
  <inkml:trace contextRef="#ctx0" brushRef="#br0" timeOffset="130937">24927 2024 17210,'-16'-45'1366,"0"0"1,0 0 0,2 3 0,1 1 0,3 3-793,3-1 0,4 3 182,-2-25-291,4 18-22,1 17-382,4 14 51,10 19-56,22 24-28,-5-2 0,5 5-839,-5-2 1,3 3 0,1 2 821,6 7 0,2 4 1,0 1-8,-9-7 0,0 1 0,-1 1 0,-1 1-10,-1 3 1,-2 0-1,-1 2 1,-4 1-7,-3-1 1,-3 2 0,-3 0 0,-7 0-199,-5 0 0,-5 1 0,-5 0 0,-5-2-863,-9 3 1,-8-2-1,-3-2 1,-3-2 825,-1-2 0,-4-3 1,-1-3-1,1-2 0,-2-1 1,1-3-1,3-4 0,-3-4 1,1 1-1</inkml:trace>
  <inkml:trace contextRef="#ctx0" brushRef="#br0" timeOffset="133181">881 7916 19770,'-11'-61'1687,"0"0"1,3 15 0,-1 4-1408,-7-15 23,6 35-281,7 16-5,2 11-6,9 18-16,4 25 2,-3-13 0,0 1-176,-2-4 1,-1 2 155,0 24 1,-3 2-351,-5-18 0,-2 1 361,-2 19 1,-3-2 11,2-23 0,-3-3 28,-6 5 1,-1-4 150,-3-7-45,-8 0-94,13-31 60,0-36-77,7 5-1,3-18 1,2-7-677,5 12 0,1-2 663,0 1 0,1-5 1,1 2 4,0 5 1,2 2 0,1-1 2,0 1 0,0 1 0,0 2-9,2-5 1,2 1-74,6-7 1,2 5 42,11-3 293,-9 19 1,2 4-283,17 6 5,5 20 29,6 20-21,-22 0 1,0 4 0,1 7 0,-1 6-481,1 7 0,-3 4 472,-3 7 1,-2 3 22,-10-17 0,-2 2 1,-1-1-102,2 21 0,-3-1-214,-1-3 1,-2-1-680,-1-5 1,0-3-892,1-5 0,-1-2-3048,0-8 1,-1-2 3812,2 7 0,-3-18 1,-3-17-1</inkml:trace>
  <inkml:trace contextRef="#ctx0" brushRef="#br0" timeOffset="133370">917 8082 23724,'9'-49'289,"1"0"1,3 2-1,7 8-261,11 18 0,6 7-722,4-4 1,1 2 452,5 2 0,0 2-879,2 2 0,1 1-3796,-1 4 1,-3 1 4470,-12 2 1,-4 1-1,10 1 1,-30 0 0</inkml:trace>
  <inkml:trace contextRef="#ctx0" brushRef="#br0" timeOffset="133704">1545 8240 24879,'26'-36'229,"-1"0"1,1 0 0,-1 0 0,1 1-1,-2 2-148,4-3 1,-1 0-931,1-6 0,0-2 902,0-5 0,-3-3-490,0-4 1,-4-1 467,-3-2 0,-2 0 16,-4 3 1,-5 2 131,-5 6 1,-5 3-113,-4 9 0,-5 3-1261,-9 7 1,-3 5 1226,-11-2 542,-14 14-569,22 21 5,-2 16-11,4 22 180,16-17 1,2 3-178,1 6 0,4 2-15,5 5 1,4 1 0,5 4 0,5 1-6,5 3 0,4 0-206,-6-19 0,2-1 0,1 0 47,1 0 1,1 0 0,1-2-294,1 0 0,0 0 1,2-2-673,-1-2 0,1 0 0,1-2 1141,2 0 0,1-1 0,-3-3 0,-4-3 0,-1-2 0,20 11 0</inkml:trace>
  <inkml:trace contextRef="#ctx0" brushRef="#br0" timeOffset="134187">2658 7825 11159,'6'-52'1150,"0"1"1,0-1-1,-2 5 1,0 1-1,-2 1 185,-1-19 1,-3 4-908,-3 15 1,-3 4 1335,-12-12-1557,4 27 555,7 18-745,8 23-12,9 21 1,-1-6 0,1 5 218,5 10 1,0 5-240,-2-10 0,0 3 0,-1 1-19,2 7 0,-1 1 1,-1 1-18,0 4 1,0 1 0,-2 1-439,-1 0 0,0 1 0,-1-1 226,-2-3 0,0 0 0,0-2-290,-1-5 1,0-2-1,-1-2-1758,1 12 0,-1-5 2311,0-15 0,-1-4 0,-1 2 0,0-21 0</inkml:trace>
  <inkml:trace contextRef="#ctx0" brushRef="#br0" timeOffset="134956">2579 8142 13426,'-47'-32'788,"0"-1"0,5 5 0,12 1 1855,25 6-2631,38 0 1204,1 9-1230,7 5 0,7 2 235,-3 1 0,5 2-384,3 0 1,5 1 0,-2 0 1091,3-1 0,0 1-1213,-6 0 0,3 1 1,-4-1-376,-2-2 1,-4 1 523,-7 0 1,-1-1 114,1-1 1,-7-2 316,-14-3 72,-8-4 420,-22-3 1,-13-1 420,-11 1-577,-4 3 901,1 5-1215,4 5-167,8 10-63,11 5-16,7 9-34,12 4 51,12 1 22,16-5-28,12-5-11,7-9-11,1-8-1,-2-9 7,-5-8 32,-7-9 24,-11-6 21,-14-12-38,-17 9-74,-5 2 12,-18 14-23,-3 13 34,-13 1 6,1 11-51,5 5-5,6 21 5,13-6 0,0 20-5,13-8-3370,10 24 3353,4-18-1,13-5 1,3-3-437,8-2 439,2-2 1,3 0-1,-8-11 1,-1-1-3,7 4 0,0 1 16,-3-3 1,-1-2-71,23 11 59,-23-14 12,-1-19 5,-15-17 20,-1-10 0,0-5 8,4-23 1169,-7 23 1,-2 0-1170,0-7 606,-1 7-550,1 7 229,2-5-279,-3 17 16,5 0 51,11 7 705,-2 2-767,21-3-5,-4 6 0,15-1-14,-17 6 0,0 3-43,12 8-16,0 14-369,-45 22-102,-11-11-1285,-4-6 1,-4-1 1783,-8 3 0,9-10 0,8-15 0</inkml:trace>
  <inkml:trace contextRef="#ctx0" brushRef="#br0" timeOffset="135946">4591 8154 22212,'-16'-51'1191,"-1"0"0,3 5 1,1 6-929,1 11-5414,6 2 5235,5 18 1392,9 1-1470,-1 12 864,13 15-870,-7 0 17,9 23 28,-8 1-37,-7-6 1,-2 2 5,-4-5 0,-1 0-17,-3 5 0,-2-2 3,-6 12-5,1-18 441,5-14-273,6-22-113,3-4 79,9-23-56,6-9-45,0-3 5,-1 4 1,1 0-17,10-14-121,-9 16 0,1 1 93,10-8 3283,-5 15-3261,8 13-11,-9 10 39,28 21-39,-25-3-25,-1 5 0,0 3 8,6 16-5,0 1-12,-13-4 1,-2 2-91,7 13-462,-6-13 0,0-1 446,8 5-48,23 1-254,-10-25 240,10 2-83,2-23 234,-23-5 1,1-3 55,0-3 1,-1-1-164,4-7 0,-1-2 186,-10 2 0,-3-1 86,12-25 127,-14 2 22,-14 8 766,-9 15-749,-26 2-145,2 17-51,-14 0-6,1 20-61,16-2 385,-7 20-385,15 0 27,-3 12-39,8 6-27,9-2 28,14-3-6,3-13 39,25-4 28,-10-19-28,8-4 45,-5-18 39,0-21 1,1-7-587,0-11 530,-15 17 196,-6-6-95,-7 23-78,-1-4-45,-5 18-51,-1 7 12,-2 10 596,0 11-624,3 1-353,2 28-28,6-22-1283,4 7 0,4 0 1686,19 11 0,-7-4 0,-2-18 0</inkml:trace>
  <inkml:trace contextRef="#ctx0" brushRef="#br0" timeOffset="136755">6305 8061 18260,'-3'-48'802,"-1"-1"1,0 0 0,1 1 0,-1-13 0,1 1 0,0 4-347,1-2 1,2 4-87,-1 7 0,2 4 167,-1-17 368,-1 27-866,-1 21 210,-1 26-232,-3 21-15,3-4 1,1 3-703,-1 10 1,1 3 696,0 9 0,1 2-3,0-15 1,1 0-1,0 1-54,1 2 1,2 2-1,-1-1-147,2 2 0,0 0 0,1-1-182,1-1 1,2 1-1,0-2-147,1-3 1,1-1-1,1-2-676,5 11 1,0-5-198,-2-13 0,0-4-483,4 1 1248,-14-31 660,-12-23 404,-9-22-48,5 17 1,-2-2 739,-2-3 1,-1-1-293,-1 0 1,-1 1-76,-2 1 0,0 2-23,2 2 0,-1 2 247,-17-18-314,9 11-341,10 12-241,10 9-51,18 8 536,18 4-603,26 2 22,-16 0 1,3 0-376,6-1 0,1 1 345,2-1 0,1-1 25,-3-1 0,-1-3-119,-6-1 0,-3-2 237,20-14 44,-22-6 107,-18-5 280,-11-2 151,-9-3 826,-2 1-988,-4 0 182,2 5-401,0 6-84,2 8-84,2 8-95,2 7-28,2 15 6,5 14-12,8 36-368,-2-14 329,-2-9 0,0-1-358,5 14-166,-6-20 1,0 0-2356,10 26 2924,-5-7 0,-5-24 0,-5-9 0</inkml:trace>
  <inkml:trace contextRef="#ctx0" brushRef="#br0" timeOffset="136946">6829 7582 24374,'29'23'-5203,"-7"-5"1197,6 26 4006,-8-8 0,-10-17 0,-1 0 0</inkml:trace>
  <inkml:trace contextRef="#ctx0" brushRef="#br0" timeOffset="137262">7062 7812 19524,'1'-6'5326,"0"2"-4346,-1 4-308,7-62-336,-5 45-229,5-45-68,-7 74-39,6 13-17,9 21 14,-3-17 1,3 1-4,4 2 0,1-1-19,3 1 0,3-2 5,4 2 1,0-2 19,11 7-17,4-1 34,-29-26 5,-3-4-5,-9-15-17,-3-11 6,-2-14 10,1-10-16,1-17 0,1 18-5,7-13-236,2 32-521,7 3-980,6 14-4246,22 19 1497,-11 1 4491,17 9 0,-41-16 0,-3-2 0</inkml:trace>
  <inkml:trace contextRef="#ctx0" brushRef="#br0" timeOffset="137595">7934 7924 25942,'-23'18'460,"15"3"-382,23-9-39,6-1 40,10-6-12,2-7 90,21-20-45,-17-4-73,-1-11 22,-25-8-27,-9 16 33,-8-19-11,-7 15-3325,-24-3 3348,8 18 117,-23 7-501,11 16 367,7 0 5,-2 13-45,19 16-27,2 9-40,4 18 0,10-13-498,17 13-1692,17-7-82,-5-20 1,4 0 2316,1-4 0,-1-4 0,3 2 0,-22-19 0</inkml:trace>
  <inkml:trace contextRef="#ctx0" brushRef="#br0" timeOffset="138681">3651 8278 11054,'-5'0'7181,"2"0"-2117,3 0-4325,-34-4-162,25 3-174,-25-2-224,34 3-140,0 0 45,0 4-39,1 1 90,5 10-73,-1-6 111,12 10-27,-4-11-51,4 2 219,13-9-197,-2-8-27,16-6-40,-11-2 73,12-18-78,-24 15 101,11-28-62,-24 18-11,-4-14-23,-11 10 12,-14-1-51,3 14-6,-5 0 12,-2 8-17,4 3 0,-7-1 6,9 6-6,8 1 28,-3 2-28,5 0-6,0 1 6,1 2-28,5 0 6,0 2 22,1-1 22,5 1 6,12 0-22,9-1 22,20-1 0,7-8-28,-5 1 5,-12-3 1,1-2-304,12-5 298,-13 3 0,-1 0 11,11-9 57,-8-1 10,-17 6-44,-9 3-6,-9 7 16,-3 3-38,1 1 0,-2 0 291,2 1-302,-2 0 44,1 3-33,0 1 10,1 7-10,1-1-1694,0 23 1,0 5 1676,0-2 8,0 11 0,-1 4-276,-2 9 217,1 0-2632,2 1 0,1 0 2694,4 1 0,-3-16 0,0-6 0,2-16 0</inkml:trace>
  <inkml:trace contextRef="#ctx0" brushRef="#br0" timeOffset="139386">9294 7381 20158,'14'-45'1181,"0"-1"1,0 0 0,4-17 0,-3 11-645,-8 24-408,-4 11 202,-19 36-135,-9 23-87,0-3 0,-1 7-614,7-9 0,-1 3 0,2 1 536,-2 8 1,1 1 0,1 1-21,2 5 0,1 0 1,3 2-12,1 0 0,3 1 0,3-1 0,4-1 0,4 0 0,3-1-36,3-4 1,4 0-1,5-2-134,5-2 0,6-2 1,3-3-569,7-2 0,5-2 1,4-3 737,-3-8 0,4-2 0,1-2 0,-6-2 0,12 6 0,-3-4 0,2-6 0,1 0 0</inkml:trace>
  <inkml:trace contextRef="#ctx0" brushRef="#br0" timeOffset="140145">10471 8122 20673,'-1'-52'1135,"0"0"1,0-1 0,0-4-1,1 5-771,0 9 1,2 7 135,0 7-293,2 5-133,1 16-29,4 24-23,6 22 9,-4-8 0,-1 4-389,2 6 0,-1 1 369,0 2 0,-1 1 3,-1 0 0,0-1-156,0-3 1,-1 0 149,0-6 1,1-1 35,9 19 63,-2-21 111,0-19-89,0-25-62,6-23-22,-7 8 0,0-3 165,2-7 0,1-2-182,1-3 0,1 0-176,-1-2 0,-1 0 153,-1 2 1,0 2-1,-4 5 1,0 1-6,4-16 6,-7 21-45,-3 16-264,0 18 28,6 11-1120,7 17-800,7 10-701,4 6-1103,2-1 48,0-4 1189,-4-8 3021,-8-8 2939,-8-10 1131,-8-10 1581,-1-16-4202,-2-1-1087,1-6-105,-1 7 257,-1 4-342,0 3-224,-1 1-156,1 18-51,0-8-17,6 21-196,1-8-6405,11 13 2445,-4-12 3606,7 3 0,-15-20 0,0 0 0</inkml:trace>
  <inkml:trace contextRef="#ctx0" brushRef="#br0" timeOffset="140330">11252 7628 24262,'37'-25'-1621,"-14"-2"1,-13 38-1</inkml:trace>
  <inkml:trace contextRef="#ctx0" brushRef="#br0" timeOffset="140580">11658 7358 24172,'0'-8'2868,"0"2"-2465,0 6-196,0 0-173,13 5-28,-6 18-29,15 36-175,-14-18 0,-2 6 174,2 9 0,1 6 0,-1-2-526,-1-14 1,0-3-1,0 3 253,2 13 0,1 3 1,-1-7-80,0-10 1,0-4-1185,2 5 1,0-4-2735,0 3 4294,2 9 0,-10-36 0,0-4 0</inkml:trace>
  <inkml:trace contextRef="#ctx0" brushRef="#br0" timeOffset="141097">11591 7894 23915,'-18'-46'477,"0"1"1,9-2 0,11 9-439,30 22-33,-3 6 0,3 3-784,21 1 741,-14 6 0,1 1-11,-6 2 1,1 0-2086,23 4 1,-1 0 2059,-23-2 0,-1 1-45,12 1 1,-6-1 945,-14-3-811,-2-1 84,-9-4 240,-12-4 304,-6-1-124,-6-3 3437,-7 5-3521,-4 2-90,-3 5-95,-1 4-95,5 6-79,6 5-39,10 4 0,15 4-33,4-4 11,37 9 39,-5-15-39,11 1 33,2-13 62,-9-22-56,-10 3 11,-18-8 0,-6-3-44,-8 0 55,-6-36-11,-18 28 23,-14-11-40,-1 23 51,0 13 0,-2 3-6,-12 5-43,-16 7-52,28 6-3392,8 35 3392,18-18 0,5 24-82,18-6 25,4-12 1,4 0-143,0 2 0,2 0-871,6 4 1,2-1-2404,-8-10 1,-2-3 3472,14 14 0,-18-17 0,-11-13 0</inkml:trace>
  <inkml:trace contextRef="#ctx0" brushRef="#br0" timeOffset="142064">11199 8080 8629,'2'-4'8497,"-1"1"-359,-1 3-7532,9-53-214,-9 37-224,7-37-96,-12 50-60,1 6 32,-6 10-16,3 4-5,-4 11-1,3 0-27,3 1 27,1 0-5,1-5-12,2-6 96,1-7 146,0-6 10,0-6-145,0-6-22,3-8 11,0-8-34,2-7 39,-2-1 12,-1 0-1,-1 7 12,-1 6-56,0 9-51,0 5-16,0 5 0,2 7-6,2 7-6,2 11 23,2 8 5,-2 4-5,-2 3 17,-3 0-29,-3-11 102,-5 8 49,4-27-59,-3 4-97,7-37 0,1 4 0,3-27 0,6-10 0,-2 11 0,-2 10 0,0 2 0,1-3 0,-1-2 0,-3 12 0,-1 11 0,-2 9 0,-1 4 0,0 7 0,0 8 0,0 12 0,0 11-80,-2 12-1785,-2 11 1713,0-21 0,-1-1 0,0 5 1,-1-2-1</inkml:trace>
  <inkml:trace contextRef="#ctx0" brushRef="#br0" timeOffset="148812">13579 7878 21119,'-54'1'902,"0"1"0,0-1 0,-13 1 0,15 0-768,34-1 0,34 1-38,19 0-18,27-1-1050,-19-1 0,2-1 986,8-1 0,5-1-26,-5-2 1,4-1 0,-4 0 3,5-1 0,-1-1 6,-2-1 0,2-1 0,-5-1-12,-7 0 1,-4-2 29,4-1 1,-4-3 28,5-14-22,-40-1 27,-32-2 29,-26-1-205,19 19 1,-3 0 332,-1 2 0,0 0 8,2 2 1,2 0 1484,-17-6-1515,22 7 394,16 5-557,15 9-27,12 7 38,18 8-16,16 10-9,-20-12 1,1 2 51,1 3 0,-1 2-80,-2 1 1,-3 3-46,-3 3 1,-5 3-294,-4 3 0,-6 2-906,-7 4 1,-8 1 1263,-9 7 0,-4-3 0,-4 6 0,-9-5 0</inkml:trace>
  <inkml:trace contextRef="#ctx0" brushRef="#br0" timeOffset="150070">16297 7626 23567,'-34'-26'261,"0"1"1,0 0 0,-15-1 0,9 17-183,21 34-15,5 10 1,1 6-23,1 0 0,-1 6-1727,-2 7 0,-1 6 1,0-2 1678,4-14 0,1-3 1,-1 6-41,1 2 0,-2 6 0,1 2 0,1-2 0,1-7-108,2-4 1,1-4 0,0 4-129,0 2 1,0 5 0,0 3 0,0-2 0,0-3-487,0 9 1,1-4 0,-1 2 296,1-7 1,-1 1-1,-1 1 1,-1-2 339,-7 12 1,-3-1-1,0-6 246,1-1 0,-5-7 139,-11-5 1,-4-15 962,-15-33-931,19-6 0,2-8-9,3-11 0,5-6-25,4-11 0,7-4-391,4-6 0,8-3 230,5 18 1,4 0 0,3 0-49,3-1 0,2 0 0,4 2-32,5-1 0,3 2 0,2 1-13,3 1 0,2 1 1,3 2-14,2 1 0,3 2 0,2 1 274,1 2 1,1 1 0,2 1-270,-1 1 1,1 1 0,3 0-14,-7 5 1,2-1 0,0 0 0,-4 2 12,-1 2 1,-2 0 0,1 0-6,12-5 0,3-2 0,-4 2 604,1-3 0,-3 1-567,-3-1 1,-2 1 211,-6 3 0,-7 0-88,-2-13 1289,-22 16-1172,-8-1 2090,-14 10-1984,-12 7 191,-22 19-408,11-2 32,-14 21-88,22-5-40,-1 11 283,10 2-351,10 6 12,9-17 34,11 3 151,24-26-45,0-9-78,8-8 28,-14-10 201,1-6 84,-2-4-17,2-8 46,-10-3-186,-10 12-95,-9 4-72,-2 15-40,-2 6 6,0 7-1,1 8 7,-1 9-12,0 8-28,-1 7 6,3 3-28,0-1 44,5-1 7,5-7-7,13-4 12,-2-13 17,19-7-12,0-17 6,18-11-23,-24 6 1,-1-3 25,4-7 0,-1-3-1,-9 3 1,-2-1-158,-1-5 1,-4-1 205,-4-9 105,-10-6 136,-16 9-113,0 4-128,-7 7-79,8 19 0,6 5 0,3 3 377,3 9-377,2 8 0,4 17 0,2 14 0,2 11 0,-6-27 0,0 0 0,0 1 0,0 0 0,2 5 0,0-1-57,2 12-184,-2-13 0,-1-3-106,-2-8-1165,1 14-5120,-11-25 5784,1-3 0,0-5 0,3-5 0</inkml:trace>
  <inkml:trace contextRef="#ctx0" brushRef="#br0" timeOffset="150472">17712 8177 27186,'27'-52'186,"-1"0"1,-4 11 0,0 0-42,3-1 1,0 1-1874,-9 9 1,0 0 1749,7-12 0,0-4 40,-4-11 0,-3 0-83,-7 13 0,-2 2 32,4-10 1,-3 0 254,-5 4 1,-6 4-211,-7 0-39,-4-3 17,-8 29 5,0 18 1645,5 4-1639,-8 29 1015,16-7-1066,2 12 1,4 6 5,5-9 0,3 0-282,3 19 0,1 2 279,1-16 1,2 1-15,2 2 0,2 4 0,0-3-11,3 3 0,-1-2 0,5 11 0,0 0-392,3 0 0,0-4-456,-7-18 0,-1-1-164,3 6 0,1-1 1040,14 14 0,-23-34 0,2 2 0</inkml:trace>
  <inkml:trace contextRef="#ctx0" brushRef="#br0" timeOffset="150605">17756 7889 21024,'-3'-5'3031,"2"2"-2757,1 3-112,58-75-1038,-30 57 0,3 1 167,3-12 0,2-5 1,-3 8-1,21 8 1,-20 8-1</inkml:trace>
  <inkml:trace contextRef="#ctx0" brushRef="#br0" timeOffset="153870">19100 7051 11634,'-23'-51'1224,"0"1"1,2 7 0,-2 6 1793,-19 2-2615,10 13 1193,9 9-1534,11 5 816,8 6-872,38 24-4,-7-1 1,4 3-13,3 3 1,4 3 0,1 3-4,5 7 0,2 2 0,-2 0-340,-5-5 1,-2 0 0,0 5 341,-7-2 1,1 4 0,0 3 0,-3-1 0,-4-5-364,-1 0 0,-5-2 0,-2 5 286,-2 7 1,1 9 0,-4 2-1,-4 0 1,-6-7-816,-11 5 0,-9-6 0,-5 4 903,2-6 0,-3 4 0,-3 0 0,0-2 0,2-8 0,0-3 0,0-7 0,-1-1 0,-4-1 0,0 0 0,0-1 0</inkml:trace>
  <inkml:trace contextRef="#ctx0" brushRef="#br0" timeOffset="157146">2560 10788 18039,'4'-10'4190,"-1"2"-2476,-3 8-662,0 0-413,-9-66-157,7 39-303,-3-12 0,1 4-27,2 21-186,2 7 0,-1 11 57,1 10-12,2 12 11,-1 15-22,1 8 6,-4 5 28,-2 2-29,-3-4-10,-1-6 10,1-11 51,3-13 123,2-12 1,3-16-91,3-9 1,4-14 11,3-8-29,4-10 1,3-5-51,-5 23 1,2 0-339,3-1 1,3 1 343,4-1 0,3 2 0,3 1 0,3 3-17,2 3 0,1 3-71,0 3 1,-1 4 67,-3 3 0,0 4-13,21 8 10,-10 13-16,-9 15-39,-7 12-141,-8 10-570,-4 7-1074,-9-29 0,0 1 1835,1 4 0,1-3 0,0 4 0,3-5 0</inkml:trace>
  <inkml:trace contextRef="#ctx0" brushRef="#br0" timeOffset="158088">3521 10944 21035,'3'-45'1307,"0"0"0,0 9 0,0 4-556,-3-3-168,-2 13-158,-2-5-134,-2 3-55,-1 6-46,2 5-190,3 7-11,0 5 28,2 12 11,0 40-34,0-11-154,0-5 0,1 2 160,0-4 0,0-1-17,1 5 0,-1 1-439,2 11 0,0 1 419,1 0 1,1-1-96,0-1 1,2 0-287,3 3 1,0-2 235,-3-16 0,0-3-230,1 5 0,0-3-383,-5-7 174,-4-3 296,-6-14 246,-7-17 411,-5-12-220,-4-18 67,-3-17-258,13 19 0,0-4 233,0-5 0,2-5 36,4 7 1,0-4-1,1 3-117,0-3 0,2-1 22,1 6 0,2-3 1,1 4 17,4 2 0,2 1 23,2-1 1,3-4 0,0 3-95,4-1 0,2 3-421,2-5 0,1 6 401,9 5-83,6 12 55,7 8-5,18 4 5,-28 11 1,0 6-12,7 8 0,-2 5-966,-7 2 0,-4 3 974,0 0 1,-6 3-15,-9 2 1,-8 1 36,-20 21-14,-5-15 0,-7 0-11,-1-8 0,-2-3 192,-1-1 1,-2-3-221,2-5 0,-2-4-337,4-4 1,0-2-2190,-24 5-1427,11-10 3992,26-13 0,14 6 0,2 1 0</inkml:trace>
  <inkml:trace contextRef="#ctx0" brushRef="#br0" timeOffset="158738">4175 10599 26648,'16'52'70,"-7"-20"0,-2-2-70,0 8-5632,-1 20 5676,-5-36 1433,-2 15-1287,-4-22 871,-3-3-971,0-5 139,-4-15-162,5 1 73,-5-28-72,9-4-54,3 7 0,2-3 1536,4-1 1,1-2-1546,4-3 1,1 0-328,-2 8 0,2 1 338,2-5 1,3 2-224,2 6 0,1 3 240,21-21-27,7 10-1,-10 27 1,-7 8-17,23 20 16,-12 7-142,-12-2 0,-1 2 117,-7 1 1,-4 1-4,-4 3 1,-4 0 5,1 18 170,-17-12 0,-4-1-153,-10 11-9,5-16 1,-1-2 25,-9 3 429,8-15-413,6-12-21,4-23-12,4 3 39,1-28-17,7 3 17,6-15-16,2 11-23,3 14 0,2 3 11,12-4 11,17-8-16,-3 24-29,3 14 7,0 16-7,0 12 360,-6 13-376,-9 7-213,-10 6-946,-10 6-628,-6-9 1081,-1 4 0,-2-32 1,-1-1-1</inkml:trace>
  <inkml:trace contextRef="#ctx0" brushRef="#br0" timeOffset="160243">6819 10721 17266,'2'-6'3937,"10"-28"1,0-4-9234,-5 13 5444,5-13 1,-2 1 1753,-7 15-1482,-2 3 781,1-1-1000,-2 7-89,-1 8-78,-9 9 0,-12 14-12,-18 17 1262,15-12 0,-2 3-1268,-2 4 1,0 1-20,1 2 1,3 0 4,4-1 1,3 1-44,5-2 0,3-1-4,5 24 51,19-8-6,17-10-23,20-9-2,-18-18 0,1-1-6,5-3 0,1-1-167,1-2 0,0 0 186,-2-3 1,-2-1 16,-4-2 1,-2 0 22,18-10 34,-16-9 765,-16 6-771,-9-11 85,-13 8-45,-3-6 401,-3 3-351,1 4-12,2 7 12,3 5-74,2 4-116,2 2 44,1 5 16,5 9-27,0-3 17,14 11-6,6-9 5,17-2-16,10-5 0,9-10 11,-29 0 0,0-2-6,0-2 1,-2-2 16,25-16 23,-12-5-6,-12-5 22,-14-2 12,-9-2 5,-11 2-6,-8 4 40,-12 0-56,6 12 18,-3-3-63,12 14 0,3 1 0,3 4 0,2 5 0,0 1 0,0 11 0,3 0 0,1 10 0,13 1 0,-3-8 0,19 2 0,3-11 0,19-2 0,-23-3 0,1-3 0,1 0 0,0-2 0,27-8-3392,-13-7 3392,-23 7 0,-13-12 0,-11 14 0,-5-10 0,1 10 0,-3 1 0,3 5 3392,1 4-3392,2 2 0,0 5 0,0 9 0,0 10 0,0 10 0,2 18 0,0-14 0,5 20 0,2-18-533,10 12-755,10-1-1418,-6-22 1,0-3-2274,12 7 4979,9-1 0,-31-26 0,-2-2 0</inkml:trace>
  <inkml:trace contextRef="#ctx0" brushRef="#br0" timeOffset="161249">8247 10714 24979,'0'-40'806,"-1"0"1,1 1-1,-1 13-548,1 23-180,0 1-61,4 3-11,5 3 11,3 0 5,12 5-22,5-1-34,13 0 26,-10-7 0,0 0 19,9-3 11,15-10-5,-39 2 11,5-14 67,-13-7-50,-2 4 45,-8-14 5,-12 7-22,-3 4-40,-4 4 18,-4 16 10,0 9-10,-15 17-35,5 8 7,-4 17-18,16-6-5,7-4 0,3 0-11,2 4-20,3 5 1,5 1-82,22 6-343,1-13 0,4-3 382,0-10 1,4-5-152,12 0 0,7-1 0,-3-3-520,-5-3 0,2-1 587,10 1 0,8 0 1,-2-3 8,-9-2 1,-1-3-1,-1 0 114,-1 0 1,-1-1-1,0-2 42,21-2 1,-6-3 36,-5-8 151,-25-12 17,-22-1 0,-5-10 223,-17-23-329,2 24-7,-7-10 721,3 27-659,-9 4 1236,-4 5-1303,-8 8-73,11 8 23,-7 9 0,6 6-45,-9 17 34,11-2-34,4-1-6,15 4-3375,13-14 3376,2 5-23,25-7 39,-7-13-17,15-1 23,-10-13 11,-3-9 0,-8-3 112,4-21-106,-14 17 3503,7-27-3470,-13 29 146,0-13-189,-4 23-24,-2 1 0,0 9 0,-2 8 0,-2 6 0,0 10 0,3 14 0,4-12 0,12 13 0,12-20 0,17 0 0,16-9 0,-6-9 0,-7-10 0,1-6-321,-13 1 1,-1-4 320,15-10 0,-3-3 0,-17 8 0,-3-3 0,5-23 0,-6-4 0,-9 8 0,-4-1-541,-1 0 0,-1-4 0,-2 4 541,-1-4 0,-3 0 0,-3 6 0,-1-2 0,-1 6-90,-3-18 90,-3 10 0,-2 4 0,-2 17 0,-4-1 0,9 21 526,3 6-526,-1 19-1642,1 29 1642,-1 1 0,3-16 0,0 2-210,1 2 0,2 1 210,3 18 0,3 4 0,0 0 0,2 1-247,0-14 0,1 2 1,1-4 172,6 10 1,1-4-361,1-3 0,1-3-416,-2-5 1,-1-3-1190,-1-7 0,-1-4 2039,6 8 0,-10-19 0,-6-11 0</inkml:trace>
  <inkml:trace contextRef="#ctx0" brushRef="#br0" timeOffset="161776">9630 10539 22459,'-3'-2'3500,"0"0"-2856,3 2-610,59-38-29,-11 32-351,1-12 0,3 3 298,-14 17 0,-1 5-28,-1-3 1,-1 1-26,20 0-72,-20-2 1,-2-1 88,10-3 68,13-5 44,-21-6 56,-10-5 61,-10-3 573,-8 0-539,-11 5 225,-11 6-269,-4 6 391,-31 17-240,11 3-124,-16 15-67,25-2-5,14 0-29,19 0-5,14-4-33,16-5-51,16-6 50,11-7-279,-27-8 0,0-2 262,29-9-65,-15-11 122,-17-5 33,-16-3 0,-14 0 28,-11 3-38,-12 3 452,-7 6-537,-3 7 100,0 7-100,2 13 0,2 9 0,2 14 0,5 9 0,8 9 0,13-14 0,4 0 0,7 17-792,5-14 0,4 0-1034,1-11 0,1-3 1193,4 4 1,-1-2 0,8 8 0,-13-17 0</inkml:trace>
  <inkml:trace contextRef="#ctx0" brushRef="#br0" timeOffset="163495">11574 10587 25405,'8'-35'487,"0"1"0,6-20-453,-13 52-6,-1 2-6,4 6-33,0 1 22,7 16 0,4 9 9,-1-3 0,1 1 2,14 24-28,-10-22 1,0-1 16,7 6 6,7 3 16,-17-22 107,3 3 40,-11-19-46,-1-16-84,-1-1 51,6-24 34,5-17-35,2-5-333,-7 24 0,1 2 267,3-8 11,1 3-34,-7 20-67,1 3 0,-1 11-168,4 13-157,0 4-3549,17 22-5901,-5-7 7637,3 5 1,-13-14-1,-12-12 1</inkml:trace>
  <inkml:trace contextRef="#ctx0" brushRef="#br0" timeOffset="163703">12394 10599 21612,'-1'-5'4392,"0"2"-2729,1 3-1640,-8-49-12,5 47 6,-4-29-12,11 64-16,2 7 22,1 7-33,-1-8-443,-1 10-5590,-2-3 6055,-1-7 0,-1-9 0,-1-22 0</inkml:trace>
  <inkml:trace contextRef="#ctx0" brushRef="#br0" timeOffset="163879">12487 10220 24620,'-24'5'-538,"0"-16"1,32 37-1</inkml:trace>
  <inkml:trace contextRef="#ctx0" brushRef="#br0" timeOffset="164130">12913 10000 26687,'-33'28'174,"10"19"-166,25-3 1,6 5-636,-4 6 1,1 2 606,-2 5 0,0 0-554,-1-19 1,0 1-1,1-1-555,2 19 1,0 0-1292,3-5 1,2-2 2419,-1-11 0,1-5 0,3 9 0,-5-25 0</inkml:trace>
  <inkml:trace contextRef="#ctx0" brushRef="#br0" timeOffset="164637">12871 10625 20296,'-5'-5'4929,"2"1"-4783,3 4 95,0 0-230,92-57 17,-53 50 0,3 0-282,-2-11 0,3-5 0,-1 8 234,8 13 1,-5 6-26,4-2 189,1-1-144,-21 0-16,-15-1 83,-12 0 28,-16 1 107,0 2 318,-17 3-340,14 0 645,-4 4-702,13 0-62,1 3 46,12 5-62,3-5 55,19 4-66,8-9 16,16-2-16,4-6-23,-4-11 56,-11-9-5,-14-10-23,-14-9-5,-14-8 22,-12 0-11,-11 6-17,-10 14 22,-4 14 0,-3 19 1,6 11-6,7 12-17,10 6-6,9 6-28,8 5 12,11 5-6,10 7-233,-5-27 1,1 0-1541,3 1 0,1-1 1773,15 21 0,-12-20 0,-10-16 0</inkml:trace>
  <inkml:trace contextRef="#ctx0" brushRef="#br0" timeOffset="165622">14270 10536 18196,'34'-53'1945,"1"0"1,-4 5-1,-6 5-1250,-10-1-91,-7 1-116,-6-8-186,-15 22 1,-6 3-213,-6-4-6,-25 1 44,3 24-467,-6 11 364,20 1 1,-2 3 4,-6 11 1,0 5-17,2 7 0,2 3 0,2 3 0,3 2-1600,7-5 1,5-1 1591,-1 22 0,13 0-204,7 6 192,11-16 0,7 1-14,2-9 1,3-3-139,3 0 0,4-5 138,5-8 1,2-5 7,-1-7 1,0-5 17,-1-1 0,0-4-4,2-5 1,-4-6 20,13-22-12,-14-1 136,1-16-80,-13 0-45,-8 18 1,-2-4 5,-3-6 0,-2 0 1260,-2 7 1,-3 2-1256,-3-28 223,-13 20-228,-5 22 451,-12 2-468,-7 15 0,-17 20-11,17-1-1547,7 6 1,1 2 1546,7-1-32,0 5 1,2 0 25,8-3-136,5 4 1,3 0 130,9-2 22,12 22-11,14-21 0,-2-11 0,4-2 17,21 3 28,8-10 33,-20-21 1,-7-11-62,-10-3 525,0-15-407,-6-12-1891,-4-10 1846,-4 10-1,-5 14 102,-3 24-96,0 8-84,0 0 2285,0 9-2290,0 12 0,1-1 16,-1 19 3370,4-2-3386,11 22-18,0-15-215,10-5 1,5-4-401,5-3-2115,3-2 0,4-3 1894,10-1 0,-18-7 0,-20-9 0</inkml:trace>
  <inkml:trace contextRef="#ctx0" brushRef="#br0" timeOffset="166353">14812 10721 18836,'24'-44'925,"0"1"0,0-1 1,-2 2-1,-2 0 0,-4 2-572,-9 0 0,-4 0-607,2-5 0,0-3 436,2-3 0,0-2-20,1 0 1,2 0 19,0 3 0,2 2-31,-1 5 0,0 3-22,4-14 827,1 7-894,-10 31 325,0-1-393,-4 22 6,0 14 50,-3 22-28,-2-10 1,-3 4-326,-2 10 1,-2 3 330,-3 7 0,-1 3-213,5-17 0,-1 1 0,2 1 190,0 0 1,1 0-1,2-2 1,-3 8 0,4-1-486,10 15 1,6-2 490,1-24 1,3-2-256,10 15 0,4-4 191,-1-16 0,2-5 116,0-5 0,0-5-2433,27 3-7461,-6-17 9066,-19-6 1,-11-2 0,-16 5 0</inkml:trace>
  <inkml:trace contextRef="#ctx0" brushRef="#br0" timeOffset="167438">15560 10543 22671,'13'-50'935,"1"0"1,-2 3 0,-2 4-460,-5-7-101,-6 9-78,-7 12-124,-8 13-72,-8 10-6,-5 15-61,-8 10-1,-2 17 1,-1 11-23,22-20 0,3 2-403,-7 30 364,13 0 33,19-6-125,13-10 154,17-11 16,8-13 23,4-12-6,-4-17 29,-7-10 10,-9-13-33,-8-6 16,-9-4 439,-8 0-383,-8 3-61,-2 7 142,0 13-192,0 10-34,2 14-6,0 10 29,3 11-23,1 11-28,4 4 33,4 4 35,2-4-40,4-4-6,4-9 51,5-10-23,4-10-5,4-16 17,7-14-23,2-17-14,-19 14 0,-2-3-317,0-4 1,-2-4 361,-1-3 0,-3-3-28,-2-5 0,-3-1-3,-1-4 0,-3-1-551,-2-2 1,-1 0 561,-1 3 1,-2 2 2,0 5 1,-2 4-26,-4-21 0,-1 26 0,-1 19 0,1 17 0,-7 25 0,3-2 0,-9 35 0,11 1-12,3-18 1,2 3 11,4 4 0,2 1 0,2 3 0,3 1 0,2 0 0,3 0-37,1-2 0,1-2-238,3-2 1,1-2-849,4 0 1,1-2-696,-6-13 1,1-2-520,14 18 2337,-17-30 0,-12-11 0,-2-2 0</inkml:trace>
  <inkml:trace contextRef="#ctx0" brushRef="#br0" timeOffset="168245">16038 10364 25371,'35'-46'118,"-5"9"-121,2 35 0,8 5-174,13-2 1,3-1 36,-7 1 0,0-2-1058,6 1 1,-2-2 1113,3-2 212,-4-8-100,-23 4 511,12-8-404,-32 3 83,-2-4 253,-12-1 884,1 7-1013,-8 0 411,2 9-462,-3-1-67,-5 9-157,5 3-27,-1 15-12,9 0-17,2 2-6,5-4 12,12 4 6,4-5-12,4 2 39,3-11 23,-6-8-11,7-10 10,-1-8 1,-1-12 0,-5-6 56,-7-12-90,-9 14 17,-12-11-6,-19 17-10,-9 5-12,-13 7 11,3 19-34,13 2 7,1 15 10,11 11-5,6-5-17,4 22 33,25 2-21,-1-9 2,4-11 0,5-2-14,19 8 5,-3-11 1,2-2-6,-13-8 0,3-2 0,25 4 0,-1-5 11,-12-8 0,-7-3 0,0-5 40,6-22-18,-16 4 23,0-7 0,-3-4-22,-7-1 27,-2-8 1,-3-1-17,-5 4 84,-3-2 1,-1 1-130,-2 9 0,-5-15 0,1 23 0,0 1 0,2 8 0,2 5 0,4 4 0,11 4 0,10 5 0,19 9 0,-6 2 0,-7 2 0,-2 4 0,4 17-331,5 9 331,-23 6 0,-15 5 0,-3-30 0,-2 0 0,0-1 0,-4 0-838,-10 4 1,-2-1-3241,-12 15 3421,12-18 1,1-2-1,0 0 1,11-15 0</inkml:trace>
  <inkml:trace contextRef="#ctx0" brushRef="#br0" timeOffset="168646">17657 10595 22985,'3'7'4016,"0"-1"-3411,-3-6-29,0 0-256,23-79-203,-4 35-806,2-12 1,0-4 688,-5 25 0,-2 1 0,0-8 0,-1 0 168,-3 8 1,-3-3-169,0-22 0,-5 1-294,-2-2 294,-6 1 0,-4 1 0,-7 12 0,-8-9 0,12 35 1057,3 13-1057,6 9 0,-2 28 0,4-5 0,2 16 0,2 3 0,5 6-331,2-9 0,2 7 1,2-2 330,4 0 0,2 1 0,0-1 0,2 2 0,1-1 0,-1-8 0,0-1 0,1-1 0,12 17 0,1-2-259,-2-4 1,0-3-1071,-5-6 1,-1-2-3588,-7-6 1,-2-4 4192,3 8 1,-13-17 0,-7-15 0</inkml:trace>
  <inkml:trace contextRef="#ctx0" brushRef="#br0" timeOffset="168813">17681 10383 25235,'31'-37'285,"0"0"1,0 0 0,-1 3-1,-1 2 1,0 6-258,2 10 0,-2 4 87,18-5-485,-15 9 1,0 1-6224,10-1 5548,10-2 0,-28 5 0,-10 2 0</inkml:trace>
  <inkml:trace contextRef="#ctx0" brushRef="#br0" timeOffset="169553">17166 10318 14818,'0'-3'7484,"0"1"-4280,0 2-2796,8-62-100,-6 39-176,3-14 0,-2 2 36,-3 22-17,-1 2-56,0 5-73,-1 3-33,0 2 6,0 1 44,2 2-34,-2 2-44,2 6 50,0 4-11,1 5-5,2 5 22,2 5-12,3 4 18,4 4-35,5 6 1,14 2-269,12 1-407,-15-22 0,2-2-215,3 1 1,0-2-1163,0-1 0,-2-1 2064,19 19 0,-23-19 0,-15-5 0</inkml:trace>
  <inkml:trace contextRef="#ctx0" brushRef="#br0" timeOffset="169788">17241 10285 20476,'3'-3'4771,"-1"1"-4008,-2 2-713,3 7-22,-16 15-17,-5 14-571,0-11 0,-3 1 560,0 4 0,0-2 0,-4 5 0,6-5 0</inkml:trace>
  <inkml:trace contextRef="#ctx0" brushRef="#br0" timeOffset="172154">851 11100 18958,'-60'-11'1542,"-1"-1"0,19 4 0,5 1-1351,-7 2-68,39 5-39,2 0-6,9 1 62,16 2 11,25-1-92,-8-3 0,2-1-464,-4 0 1,4-1 430,9-4 0,7-1 0,-4 0-768,6-2 1,-1-2 756,-5 2 0,3-2 0,-5 0 29,1-3 1,-7 0 47,-13 1 1,-6-3 70,-5-13-96,-38-3-17,-30-2 28,10 16 1,-3 0 114,-4-1 0,-2 0-6,2 1 1,2 1-62,7 3 0,4 2 1576,-9-7-1651,23 10-34,18 7 11,16 2-6,21 3-16,21 8-4,-23-2 1,0 3-329,3 5 1,-2 3 319,-2 4 0,-2 4 9,-4 3 0,-4 4-23,-4 5 1,-5 2-105,-3 5 1,-6 3-1499,-7 7 1,-4 0 1621,-3-2 0,-2-5 0,1-12 0,0-5 0,-5 7 0</inkml:trace>
  <inkml:trace contextRef="#ctx0" brushRef="#br0" timeOffset="173246">1181 5744 18632,'-43'-16'1327,"1"0"1,2 2 0,13 3-1188,26 7-84,14 3 0,3 2 17,22 1 0,8-1-28,1 1 0,3-2-675,2 0 1,4-2 0,1-1 632,-1 0 1,1-2 0,0-1 12,4-2 1,-1-2 0,-1 1-8,-12 1 1,-2 0-1,1-2 37,10-3 1,1-2 0,-7 0-36,-11 0 1,-4 0 100,10-6 0,-9-2-45,-20-4-2651,-51-15 2646,2 19 150,-17-2 1,-5 1-346,18 11 0,1 1 262,-9-3 0,1 1 642,10 4 1,5 0-313,-1-3-201,7 2-213,13 4 2834,16 6-2868,10 6 12,18 8-23,18 11 352,-18-7 0,1 2-358,3 2 1,0 1 2,1 4 1,-1 1-7,-5 4 1,-3 2-1,-7-7 1,-6 4-508,-8 24 1,-13 4-1969,-14-9 0,-8 0 2036,6-5 1,-3 2 0,0-5 0,-4-3-1,0-5 1,-12 8 0</inkml:trace>
  <inkml:trace contextRef="#ctx0" brushRef="#br0" timeOffset="176165">2996 6565 8510,'-2'4'3271,"0"0"-2393,2-4-524,77 6-2443,-18-4 2144,-17 0 1,5 1-1,0-2 12,8-1 0,1-1-22,-13 0 0,2 0 0,0-1 17,5 0 1,2 0-1,0-1 40,5 0 1,0-1-1,1 1-584,4-1 0,0-1 0,1 1 576,-13 0 0,0 1 0,0 0 1,1 0-27,2-1 1,0 1 0,1-1 0,0 1-14,3-1 1,1 1 0,0-1-1,-3 1-22,6-1 0,-2 1 0,5-1 10,-9 1 0,6-1 0,1 0 0,-1 1 0,-3-1-16,-1 1 1,-4-1-1,1 1 1,4-1-256,-6 1 0,3 0 0,2-1 0,1 0 0,-2 1 0,-1-1 251,4 1 1,-2-1-1,0 0 1,-1 0 0,1 0-252,2 0 1,0 0 0,-1 0 0,2 0 0,-1 0 259,1 0 1,-1 0 0,1 0-1,2-1 1,1 1-120,-10 0 1,3 1-1,0-1 1,1 0-1,0 0 1,-3 1 0,-2 0 153,3-1 1,-3 1-1,-1-1 1,1 1-1,4 0-81,4-1 1,4 0 0,2 0 0,0 0-1,-2 0 1,-4 0 59,-6 1 0,-4 0 0,-1 1 0,1-1 1,2 0 1,1 0 0,1 0 0,2 0 0,0 0 1,0 0-1,0 0-16,-1 0 1,0 1-1,0-1 1,0 0-1,0 0 1,0 1-31,0-1 0,0 0 0,0 1 0,1-1 0,-1 0 0,0 1 26,0-1 1,1 1-1,-1-1 1,0 0-1,0 1 1,1-1-24,-1 1 0,1-1 1,0 1-1,-1 0 0,1-1 1,0 1 2,-1 0 0,0-1 0,1 1 0,-1 0 0,1 0 0,-1 0 80,1-1 1,0 1 0,-1 0 0,1-1 0,0 1 0,0 0-3,-1 0 0,1-1 0,-1 1 0,1 0 0,-1 0 1,0-1-1,1 1 0,-1 0 0,1 0 1,-1-1-1,0 1 0,1 0-7,-1 0 0,0 0 0,0 0 1,0 0-1,1 0 0,-1 0-11,-1 0 1,1 0-1,0 1 1,0-1-1,-1 1 1,1-1-6,-1 1 0,0-1 0,0 1 0,0 0 0,0 0 0,0 0 16,0 0 0,-1 0 0,1 0 0,0 0 0,-1 1 1,1-1-16,-1 0 1,1 1 0,-1 0 0,0-1 0,0 1-1,0 0-88,1-1 1,-1 1-1,0 0 1,0 0-1,1 0 1,-1 0 28,0 0 0,1 0 1,-1 1-1,1-1 1,-1 0-1,1 1 0,-1-1 1,1 1 0,-1-1 0,1 1-1,0-1 1,-1 1 3,1 0 1,-1 0 0,1 0 0,-1 0 0,0 0 0,1 0 31,9 1 0,0-1 1,1 1-1,-1-1 1,-1 1 35,0-1 0,0 0 0,0 1 0,-1-1 1,1 0-36,-2 1 0,0-1 0,-1 0 1,1 0-1,-1 0-76,-1 0 0,0 0 1,-1-1-1,0 1 1,1 0 48,-2-1 0,0 1 0,0-1 1,0 0-1,0 1-33,-1-1 0,0 0 0,0 0 0,-1 0 0,1 0 4,-1 0 0,1-1 1,-1 1-1,1-1 0,-1 1 65,0-1 0,0 1 1,1-1-1,-1 0 1,0 0 57,1 0 1,0 0 0,0 0 0,0-1 0,0 1-19,0 0 0,0 0 0,0 0 1,0 1-1,1-1-5,-1 0 1,1 0 0,0 1 0,-1-1 0,1 1 2,0 0 0,0-1 0,0 1 0,-1 0 0,1 1-13,-1-1 0,0 1 0,0 0 0,0 1 0,-1-1-2,0 0 0,0 0 0,0 0 0,0 0 0,0 0 11,-2 0 0,1 1 1,-1 0-1,0-1 0,0 1-87,-1-1 0,0 0 0,0 0 0,0 0 0,-1 0-55,12 0 0,0 0 0,-1 0 1,0 0 1,0-1 1,-1 0 0,1 1 0,-1-1-1,1 0 0,-1 0 0,1 0 0,0 0-4,0 1 1,0-1 0,0 0 0,0 0 87,1 0 0,1 1 1,-1-1-1,0 0 14,1 1 0,-1 0 0,1-1 0,-1 1-4,0 0 1,-1 0-1,1 0 1,-1 0-3,-1 0 0,0 0 0,0 0 0,-1 1-3,-1-1 1,-1 0 0,0 1 0,-1-1 0,-1 0 1,-1 1-1,0-1 1,-1 0-20,-2 0 1,-1 1 0,0-1 0,0-1 43,13 2 0,-2-2 0,0 1 3,-2 0 1,-2-1 0,0-1 4,-2 0 1,0-1 0,-1 0-137,1 0 1,0-1-1,0 0 7,2 0 0,0-1 0,0-1-2,2 2 0,1-1 0,-1 0-30,2 0 0,-1 0 0,0 0 169,0 1 0,1 0 0,-1 1 139,-2-1 1,-1 1 0,0-1-11,-2 2 0,-1-1 0,-1 1-21,-4 0 1,-1 0 0,-1 0 544,17 0 1,-2 0-400,-6 0 0,-3 1 597,-3-1 0,-1 0-586,-1 0 1,0 0-239,1 0 1,2 0-350,3 1 1,1 0-960,4-1 1,0 1 1066,-5 1 1,-3 0-1,-16-1 1,-4 0 0,5 2-1</inkml:trace>
  <inkml:trace contextRef="#ctx0" brushRef="#br0" timeOffset="177752">2456 12242 8030,'-3'1'5495,"0"0"-2762,3-1-2459,-53-14-358,40 11-240,-39-11 178,53 14 297,6 0 40,8 1-74,11 1-33,15 0-17,15 1-19,-20-2 0,2-1-417,7 1 1,4-1 412,9 1 1,4-1-824,-14-1 0,1 0 0,2-1 814,8 0 1,1 0 0,1-1 15,-10 0 0,2-1 0,0 1 0,1-1 62,5-1 1,1 0-1,1 0 1,0 0-455,-8 0 0,0 1 1,0-1-1,1 0 0,1 0 447,2 0 0,-1 0 0,2 0 0,1-1 1,2 1-20,-8 0 1,3 0-1,1 0 1,1 0 0,-1 0-1,-2 1 1,-3-1-340,5 0 1,-4 1 0,-1-1 0,2 0 0,3 0 309,-2 1 1,3-1 0,2 0 0,2 0 0,-2 0 0,-1 0 0,-3 1-157,6-1 0,-3 1 0,-1-1 0,1 1 0,3-1 131,-8 1 0,2 0 0,2 0 1,0 0-1,1 0 0,0 0 1,0 0-67,1 0 0,1-1 1,0 1-1,1 0 0,0 0 1,0 0-1,0 0 29,-6 1 1,0-1 0,1 1-1,0-1 1,0 1 0,0 0 0,0-1-1,1 1-3,0 0 1,1-1 0,1 1 0,-1 0 0,1-1 0,-1 1 0,1 0-1,-1-1-11,2 1 1,-1 0 0,1 0 0,-1-1 0,1 1 0,0 0 0,0 0 0,-1 0 24,1-1 0,1 1 0,-1 0 0,0-1 1,0 1-1,0 0 0,0-1 0,0 1 1,0 0 1,0-1 0,0 1 0,0 0-1,0-1 1,0 1 0,-1 0 0,1-1-4,0 1 0,0 0 1,0-1-1,0 1 0,0-1 1,0 1-1,0 0 0,0-1-1,-1 1 1,1-1 0,0 1 0,0 0 0,0-1-1,0 1 1,0 0 0,0 0-13,0-1 0,1 1 1,-1 0-1,1 0 1,-1-1-1,1 1 0,-1 0 1,1 0-9,-1 0 1,1 0 0,-1-1 0,1 1 0,-1 0 0,1 0-1,0 0 1,-1 0-5,1 0 1,0 0 0,-1 0 0,1-1-1,0 1 1,0 0 0,0 0 0,-1 0 14,1 0 1,-1 0 0,1 0 0,0 0 0,-1 0 0,1 1 0,-1-1 0,1 0-2,-1 1 1,0-1-1,1 0 1,-1 1-1,0-1 1,0 1-1,1-1 1,-1 1-1,0 0 1,-1 0-1,1 0 1,0 0-1,0 0 1,-1 0-1,1 1 1,0-1 0,-1 0 1,0 1 0,1-1 0,-1 1 0,1-1 0,-1 1 0,0 0 0,0-1 3,0 1 0,-1 0 1,1 0-1,-1 0 1,1 0-1,-1 0 1,0 1-1,1-1 16,-2 0 0,1 0 1,-1 0-1,0 0 1,1 1-1,-1-1 1,0 0-1,0 1 4,-2-1 1,1 1 0,-1 0-1,1-1 1,-1 1 0,0 0-1,-1-1 1,1 1 5,6 0 1,0 0-1,-1-1 1,0 1 0,0 0-1,0 0 1,-1-1 2,-2 1 0,0 0 0,0 0 0,-1 0 0,1 0 0,-2 0 0,1 0 14,6-1 0,0 1 0,0 0 0,-1 0 0,0-1 0,0 1 2,-4-1 1,1 1 0,-2-1 0,1 1 0,-1-1 0,0 1 10,-3-1 1,0 0 0,0 0 0,-1 1 0,0-1-1,0 0-30,7 0 1,-1-1 0,0 1 0,-1-1 0,0 1-8,-2-1 0,-2 1 0,1-1 0,-1 0 0,-1 0 8,11 0 1,-1-1-1,-1 0 1,0 0 1,-3 0 0,-1 1 0,0-2 0,-1 1-4,-3 0 0,0 0 0,-1-1 0,0 1-3,-2 0 0,-2-1 0,1 1 0,-2 0 1,12-2 1,-1 1-1,0 0 141,3-1 0,1 1 0,-6-1-158,2 1 1,-4-1 501,10 0 1,-6-1-1365,-15 0 857,-7-2 0,-22 4 0,-14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D7DDA-0534-9B07-952D-05E0F43864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A5A52B-8989-6979-248A-2D458222B6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6E039-2B91-A977-9622-1AC5E946E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B51D3-FC72-3146-B3B1-6784AE8C5D5C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68AA8-89AF-821F-2E4B-7E659B503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526B5-D8C6-F638-6D16-84D61E4B0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1A1DB-21DA-A94A-B4C1-C6C26606B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214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0E2F4-E402-FA24-CE8E-A08A42875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A4312-40BD-609B-C9B0-85BFF20A5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38F17-EAB9-D036-F9AD-029C03D13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B51D3-FC72-3146-B3B1-6784AE8C5D5C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2183E-1EC6-8021-D673-94AA83337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BDD92-21C2-8EE2-9AF0-A32DB27F2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1A1DB-21DA-A94A-B4C1-C6C26606B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44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BB6C1-E556-578B-57F3-55F7B6787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968741-4824-3981-29CC-BDBEB93E4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7A0E6-DAFC-6BF9-3005-57B2FE370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B51D3-FC72-3146-B3B1-6784AE8C5D5C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F4FA7-3A26-F06F-CB61-E5B4C17BC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02830-C19C-0315-EF42-FF428CEF4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1A1DB-21DA-A94A-B4C1-C6C26606B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9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EDC44-E003-8028-2754-1525935E9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D1AC0-2D66-D089-C68D-3E7AC65167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C3212B-4A01-0456-3BF3-B2EC5532FC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AE53E3-C268-1166-C99B-A35EFE642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B51D3-FC72-3146-B3B1-6784AE8C5D5C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DCFDB9-DA2B-B590-7B82-0C40E37AD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437C23-48A2-8C61-074C-FBDBE8278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1A1DB-21DA-A94A-B4C1-C6C26606B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321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0B25D-43FC-C8F3-02E9-B5CFAB90D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B8DFE1-3B4E-5D68-16C5-57759FB1C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14E9CD-0F62-C2B0-B623-493E50460E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9DC61A-CAEA-34A6-6192-B17D830C5E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51F9B1-E2D5-E6CD-73AF-BF61D0618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E81B75-FE4B-6D2F-BD60-5C6A709B5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B51D3-FC72-3146-B3B1-6784AE8C5D5C}" type="datetimeFigureOut">
              <a:rPr lang="en-US" smtClean="0"/>
              <a:t>1/9/26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7F6B4F-AB34-97A3-991D-AFF997EEC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56540B-9849-AB4D-4759-A1F3FEF55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1A1DB-21DA-A94A-B4C1-C6C26606B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488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1A012-23D7-AFBB-90EA-688198126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CCEF84-485F-B36E-1E8E-CC89724EE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B51D3-FC72-3146-B3B1-6784AE8C5D5C}" type="datetimeFigureOut">
              <a:rPr lang="en-US" smtClean="0"/>
              <a:t>1/9/26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053AB0-2067-C137-9BB4-DC83E842C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798DA9-ABE0-FB09-471E-25EDD7D67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1A1DB-21DA-A94A-B4C1-C6C26606B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253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209B8D-4BDD-6A44-127B-8DCA8C564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B51D3-FC72-3146-B3B1-6784AE8C5D5C}" type="datetimeFigureOut">
              <a:rPr lang="en-US" smtClean="0"/>
              <a:t>1/9/26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00AE04-6D58-0411-5143-FA18BDA3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B60A6-5227-CC28-DD7A-3F5C27C88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1A1DB-21DA-A94A-B4C1-C6C26606B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235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D1373-7AD2-F58E-34A6-6E3240747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492AF-CBBC-951A-CECB-42ECFD655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4AF21-2698-F4E9-6574-2BBFF4910B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19ED7-0A2F-618E-68CB-A0EB42744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B51D3-FC72-3146-B3B1-6784AE8C5D5C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D52515-6D60-8813-8DE8-2E60308E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F7A467-E832-E422-85C2-A3BD72285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1A1DB-21DA-A94A-B4C1-C6C26606B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659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DF6CE-058A-0078-8AC7-B61717C7B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12EFD8-DAAE-4B28-9494-9FFDF8D9E7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8CC407-0F24-8A0D-2FFC-69158AD396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BB47F6-9644-9470-1925-2D082CA7E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B51D3-FC72-3146-B3B1-6784AE8C5D5C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A71CD0-CD78-E918-9777-7B3ED05EE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8BE44-B864-77E8-BF23-0AA6AC258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1A1DB-21DA-A94A-B4C1-C6C26606B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073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ABBFD-74B8-7C15-1DEF-9922BFF56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432F31-8210-D1F6-1538-49B0168E18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AB0C9-8BCD-12CA-A7FE-63484D3A1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B51D3-FC72-3146-B3B1-6784AE8C5D5C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E99A1-08D9-9EF2-3C49-54927B98D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E6A26-7FA6-3B87-87DC-B395E4AF3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1A1DB-21DA-A94A-B4C1-C6C26606B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910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A735E0-E68D-2FB6-9D02-7E02B46DA6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923114-F4C8-B97D-2453-7DF67AA0F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E48E1-DFE6-7F43-DCBE-4A0E60313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B51D3-FC72-3146-B3B1-6784AE8C5D5C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11E82-58B5-0810-FCEB-F5AD220DE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BC3B2-DCB1-E024-E39D-1B40E2C99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1A1DB-21DA-A94A-B4C1-C6C26606B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827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E96B63-2F62-5093-5203-4A4086EE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D2BBE2-2574-9A6A-EF64-934A65C49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14C2F-F077-1DB2-98C5-38201F0BA3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FB51D3-FC72-3146-B3B1-6784AE8C5D5C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3E1FB-9A8D-FFE2-F04C-8C0A34AFC7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08E7C-0AED-7BB0-F30F-272148A0E9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81A1DB-21DA-A94A-B4C1-C6C26606B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489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2290B7-ABBB-74B6-F4FC-8D6662D76B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2282EB5-0C20-5B44-D22C-9728BA3E1284}"/>
                  </a:ext>
                </a:extLst>
              </p14:cNvPr>
              <p14:cNvContentPartPr/>
              <p14:nvPr/>
            </p14:nvContentPartPr>
            <p14:xfrm>
              <a:off x="788760" y="817920"/>
              <a:ext cx="3458520" cy="1404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2282EB5-0C20-5B44-D22C-9728BA3E128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9400" y="808560"/>
                <a:ext cx="3477240" cy="142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7662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ADEA18F4-DA7B-910C-DFEA-EC11D8730E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A6D8EC4-34F0-188D-47F9-8D166C647723}"/>
                  </a:ext>
                </a:extLst>
              </p14:cNvPr>
              <p14:cNvContentPartPr/>
              <p14:nvPr/>
            </p14:nvContentPartPr>
            <p14:xfrm>
              <a:off x="51120" y="558360"/>
              <a:ext cx="9123480" cy="3849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A6D8EC4-34F0-188D-47F9-8D166C64772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760" y="549000"/>
                <a:ext cx="9142200" cy="386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53702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AB0947-BBF3-BEEE-DB98-B8C4C10C8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A8571A-0D1C-B5A8-5C8F-BF4C8E3AB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A4B4789A-C7C6-67CF-90BF-7D676CF356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02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02F95E-C1E0-949B-78D4-2EAF56DB7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ED64ED0-7AF4-BBE2-FB94-DE5022421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41669A1D-960E-ED90-9710-DAEFBFF9A6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149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95E5AC-09DF-7A80-36DE-D15932269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2A6B302-B0A1-A3D7-BB98-FB3650263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5065B7AD-5796-C8E3-8AC4-7B8CEC9A23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893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AEAD8D-A9AA-52E0-E43D-2DD2854CC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855A0D7-9402-F99D-18FB-5BB2BB79F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79DBAE1E-BCD3-13F7-2692-BC6E8FA3CB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367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3F68D2-07C4-57DF-5BF9-457ECE97E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4BB60D-4F06-337B-C8E6-789AD9906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679F6435-0319-703F-88ED-6D0FC2E802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74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39135E-9886-6AD1-46A5-5CF1A6A9D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1AD0D0D-DEB6-B8B1-0A87-191870BCF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875AD466-587D-FDFD-8606-AA6B87E2B5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850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A39031-F84D-9F37-FCC6-F07D45A60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29FA068-FC62-F1E0-EE6E-804324F84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3AFA7BDD-6A56-2639-6E09-6964548292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695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9782B7-E2FA-0A66-FFCB-C9588488A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361272-EB70-0BB5-D2C7-91403C118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2673D42F-00E7-3ADE-7BEA-FCB1507A5D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175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DB4071-2871-5609-5111-4265AA161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00C32F-F100-2FB6-040A-08A5E3D2D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13061D64-A0C6-40B6-82E4-1F6D674D27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780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2B2421-0EE8-62EF-70DE-C864C2A83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1E80AF4-18FC-B92A-B196-104821444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F518A1A2-8354-F579-6677-B161DC01F2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641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68CC0E-C378-19EC-14BA-ADBBB7353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A686F4B-0DE6-19AF-D4B3-891D8C4B8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3A5B2F40-6FC6-55EB-40F9-081B18F43E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547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C42CF8-C433-5713-DA2D-0BC7EFE01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F7C3CB7-E0E6-370C-30E5-1ACEA7A4C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C400FAEF-08CF-B9E5-5753-094E7792EE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041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15761-D725-A3D4-D442-7A53C6212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33E65B1-9D36-56DF-970F-91D850629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27CADEE3-4560-5E3A-EF89-43733DBCB0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310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D759A4-C5A3-9A5C-EE23-17D8DE84B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6686A58-47AE-28A2-7EEC-B7676F0023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6DD5CA57-7614-44B0-51C5-1E6BB66DD2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374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A9C1B0-F9CF-20F9-5E12-16C06127C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AAAB146-E3C8-F548-4C04-3025467F6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1FD20A10-865F-C64C-94B9-391FF8E448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0791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D2EDD0-988E-2AE4-CA87-95FB3D57B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CBFB5FA-B050-F342-DE42-3D15F3B61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8A29B6FD-2632-CA00-6540-C6D48D8CA6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3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0</Words>
  <Application>Microsoft Macintosh PowerPoint</Application>
  <PresentationFormat>Widescreen</PresentationFormat>
  <Paragraphs>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2026-01-09T13:18:46Z</dcterms:created>
  <dcterms:modified xsi:type="dcterms:W3CDTF">2026-01-09T13:43:29Z</dcterms:modified>
</cp:coreProperties>
</file>