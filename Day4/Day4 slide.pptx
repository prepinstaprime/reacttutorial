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0T13:35:38.1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1410 2313 15855,'-47'5'1225,"1"1"0,0-1 0,-11 1 0,9 0-357,10-2-363,26-3-275,2 0-141,12-1 135,24-2-145,-1 0-29,9-1 1,5 0-7,2-1 1,4-1-469,-5 1 1,3 0 0,4 0 424,1-2 0,3 1 1,1-1-1,-3 0-650,-1 0 1,-2 1-1,3-1 650,1-1 1,3 0-1,0-1 1,-3-1 24,0-3 0,-3-1 0,-3 1-1139,8-2 0,-3 0 1172,2-3 0,-14-3 249,-32-7-235,-19 3-40,-20-10-10,-5 13-1,6 9 1,-3 1 299,3 3 1,0 2-214,-8-2 0,-1 0 157,1 3 0,3 1 31,-11-1 1269,16 3-1449,27 1-83,5 1 3226,1 0-3260,7 1 34,13 5-12,7 1-28,12 3 1,4 3 33,-7-2 0,2 1-994,3 3 0,3 2 0,-5 0 952,-2-1 0,-5 2-6,7 9 1,-9 4-543,-17 19-166,-7 2 728,-16-12 0,-3-2 0,2-10 0,-9 13 0</inkml:trace>
  <inkml:trace contextRef="#ctx0" brushRef="#br0" timeOffset="928">3325 2763 16644,'6'3'4867,"-1"0"-3583,-5-3-976,0 0 218,-11-81-212,7 27-814,0 7 0,0-9 0,1 4 539,5 2 0,1 1-17,2-14 1,2 2-12,-1 19 0,2 3 25,2-4 1,0 2-160,-4 7 0,-1 3 252,5-20 100,-7 2-38,-7 34-119,-1 2-105,0 9 1109,1 5-1160,1 8 1107,-2 14-1018,-2 18 1,2 21-6,3-25 0,2 4-6,9 16 1,4 0-279,-5-17 1,3 0 291,10 18 0,8-1-2,4-16 0,3-3-646,3 0 0,1-3 646,-1-3 0,4-4-392,8-8 1,1-8 390,-11-7 1,-1-4 2,1 2 1,-1-2 13,18-13-2474,-25-22 2480,-14 9 22,6-29 3,-18 13 19,-2-10 786,-11-1-802,-5 19-23,-11 7 543,-9 23-593,-7 21 34,3 10-17,8 6-6,13 17 1,11-22-1,11 24-16,11-23 33,31 7-6,5-16 1222,-17-14 0,0-3-1227,16-6 28,-15-9 0,-3-3 6,-2-6 255,-5-1 0,-4-4-138,-7-25-27,-6-2-74,-13 2 17,-17 6-5,-9 12 22,-22-5-39,6 15-34,-2 7-56,20 11 17,10 4 710,2 17-895,9-3-5668,-2 36 5881,12-19 0,-3 3 0,4-20 0</inkml:trace>
  <inkml:trace contextRef="#ctx0" brushRef="#br0" timeOffset="2217">4950 2301 19445,'-19'-43'915,"0"0"0,-6 1 0,-1 10-630,-5 25-156,-18 0-67,5 15-51,10 3 0,-6 18-17,20-4 1,2 4-1,0 2 1,1 2-380,1 10 0,4 1 363,6-3 0,7-1-23,7 0 0,6-1-14,5-1 0,7-3-45,9-3 1,4-4-387,-6-6 0,4-4 258,5-5 1,6-4-1,-2-3 56,6-3 0,0-3 128,11 1 0,1-4 44,-20-6 1,0-4-1,-4-1 57,-1-3 1,-4-3 35,14-7 1,-5-4-4,-19 6 0,-5-1 256,4-25 34,-15 3-34,-18 6-79,-11 7-2505,-17 9 2471,-11 11-77,-6 7 625,2 12-755,7 5-61,12 10 119,14-1-63,5 20-17,10-7 6,9 16 3386,3-18-3375,30 4 11,-2-18-12,22 0 18,-5-18 39,-3-10 44,-7-10 23,-12-6 17,-11-2 22,-9 2 17,-7 3 56,-7 7-95,-3 7-129,-6 9 11,-5 10 1,-5 9-24,1 11 24,3 6-35,9 4 1,14 1-6,11-2 11,13-5 6,1-9 2,-1-12 1,3-3 25,23-3 5,-16-5 1,1-5-113,-6-3 0,-3-3 119,15-13 29,-20-3 1,-4-5 8,-1-24-279,-8 11 0,-3-3 223,-8 0 0,-4-1-687,-3-4 0,-2-1 740,-3-2 1,-2 0 30,0 4 0,-1 1-99,0 7 0,-1 3 127,3 9 1,-1 3 236,-8-7-276,6 19 297,6 15-397,5 8 21,1 33 0,3 16 354,0-8 1,1 4-394,2 8 0,0 2-494,0-12 0,1 0 0,0 0 217,2 12 1,1 3 282,2-12 0,1 6 0,1-2 0,-2-9 0,-2-10 0,0-2 0,2 8 0,1-1 0,0 0 0</inkml:trace>
  <inkml:trace contextRef="#ctx0" brushRef="#br0" timeOffset="5621">7385 2551 17042,'5'-42'934,"1"-1"0,-1 1 0,3-10 0,-4 4 259,-15-11-689,-4 22-74,-5-5 79,-22 14-380,2 19-79,-9 2 0,11 15 1,0 5-23,-15 15-25,20-12 0,2 4-26,0 10 1,6 2 0,-2 17 16,10-19 0,3 1-8,8 2 0,5 0 14,11 5 0,3 7 28,35-20-5,-17-17 13,10-6 1,3-6 19,9-15 2,-10-2 1,-1-4-14,1-11 52,-19 7 0,-4-1 83,-1-11 38,-3-11 72,-7 7-21,-6 8 108,-3 11-221,-2 11-144,0 8-27,0 7 93,-3 17-40,2-2-7,-2 24-38,3-2-5,1 13 2,8 3-9,6-2 15,4-14-67,21 4 40,-6-24 63,15 0-8,-15-18 26,11-23 9,-17-4 15,9-21-72,-18 14 68,-6-20-32,-8 19-16,0-10 22,-3 20-74,0 12-39,0 7-3,0 5 72,5 7-6,3 3 12,8 10-6,-1 0 0,12 16 0,-12-14 0,15 22 5,-15-20-10,5 5 33,-4-13 11,-6-8 11,4-7-10,-2-10 4,7-8-27,4-6-6,-4 4 12,10-6-34,-12 14-12,7 0 1,-9 10 16,-3 10 1,-3 0-35,4 20 7,2 2-18,7 8-10,-1-8-85,10-4 51,-9-15-140,35 4 156,-9-12-201,-12-4 1,0-3 276,-4-3 0,-2-3 3,-1-3 0,-2-2 17,15-13-9,-17 6 0,-3-2 38,3-12-13,2-5 107,-16-2-89,-11 25 27,-7-12-5,-18 21 612,-9 5-330,-17 15 83,1 10 112,1 11-104,8 5-3768,9 2 3316,13 14-2262,29-15 2105,3-3-181,33-20-54,-3-20-82,13-10-87,-1-16 557,-30 11 1,-3-3 37,-4-4 0,-4-3 29,-3-4 0,-4-2 53,-5-5 0,-4-1-17,-4-5 1,-2 0 882,-3-1 1,-1 1-885,2 10 0,0 1 191,-4-8 0,2 4 3119,-2 2-3132,-3-7-181,10 33-183,4 12 911,3 15-648,7 16-124,1 5 23,3 8 1,3 4-255,-3-6 0,2 1 25,-1 0 1,2 3 0,1 0-985,0-3 0,0 0 0,1-1 1136,6 14 0,0-3 1,-6-16-1,-2-4 1,4 4-1</inkml:trace>
  <inkml:trace contextRef="#ctx0" brushRef="#br0" timeOffset="7356">10123 2275 13480,'0'-4'5887,"0"1"-3625,0 3-1567,-64-55-208,28 37-607,-7-12 1,-3 4 360,0 28-116,-2 11-19,-1 11-33,0 8-39,9 5-29,11 3-3199,20 11 3205,12-16-208,15-3 0,8-2 208,0-9 0,2-3-3,5 5 1,3 0-4,8-1 1,2-2-6,-8-4 0,0-2 5,6 4 1,0-1-12,-10-3 1,-2-1 83,6 10-5,-27-9 270,-29 2-276,-26-3-42,11-6 0,-3-1-62,-6 0 1,-1-2 39,-11-2 0,1-2-12,17 0 1,1-3-71,-9-3 1,4-3-672,5-10-1743,1-9 3263,19-2 0,11 13 0,5 1 0</inkml:trace>
  <inkml:trace contextRef="#ctx0" brushRef="#br0" timeOffset="8071">10425 2479 19389,'-5'2'3092,"1"-1"-2263,4-1-96,-12 21-520,16-16 202,9 14-247,15-26-73,6-1 95,-3-8-11,-10-2-38,3-6 44,-7-2 151,-7-3-235,-6 10 67,-7 0-34,-3 10-44,-6 1-57,-13 4-44,-1 8 17,-2 1-6,-1 12 5,10 1 40,-1 10-34,10 13-33,13-2 16,11 7-5,6-17-6,17 3 17,1-10 17,15 3-14,-18-13 0,1-2-764,26 1 767,-3-5-186,-8-16 208,-13-8 2,-13 0 1,-1-3-14,7-11 45,-1-22-1,-21 13 23,-2-11 62,-7 4 33,-11 2-145,2 18 201,-11 1-129,11 20-78,-1 0 0,7 6 734,1 1-734,0 10 196,1 6-247,0 13 18,3-3-7,4 11 12,5 0 3,0-7 0,1 0-9,7 14 9,2-6 0,2-2-3,1-4 0,1-2 0,1 0-11,14 13-6,-6-5 11,-9-6-72,-31-14-180,-18-9-83,-8 1-1497,-24-6-6305,7-5 7295,-3-2 0,22 0 0,16-1 0</inkml:trace>
  <inkml:trace contextRef="#ctx0" brushRef="#br0" timeOffset="8451">11514 2414 20408,'5'-9'4005,"-2"1"-3322,-3 8 505,0 0-718,-36-53-419,26 40-23,-10-16 0,3 6-11,14 23-34,1 3 17,-1 6 11,2 14-11,9 13 6,7 8-12,15 5 6,7-3-11,6-2-278,3-2 283,0-5-44,-6-4-1,-12-5-10,-15-1-191,-24-1-577,-19-1-969,-19-4 342,6-7 1456,-17-6 0,40-6 0,-10-1 0</inkml:trace>
  <inkml:trace contextRef="#ctx0" brushRef="#br0" timeOffset="8662">11497 2474 22071,'0'-43'1141,"1"0"0,-1 3 0,0 10-637,-2 19-308,0 5-168,2 5 0,-3 8-11,1 7 6,-4 14-12,-1 15 11,-4 13-16,1-6-18,3-17 1,-1 3-694,-1 0 1,0 2-1061,2-1 1,0 1 1764,0 5 0,2-3 0,1-5 0,5-9 0</inkml:trace>
  <inkml:trace contextRef="#ctx0" brushRef="#br0" timeOffset="8896">11958 2435 26726,'3'-42'34,"-1"9"-28,-2 65-29,4 1 34,1 22-67,5-3-285,3 1-1194,3-3-632,-3-14 1319,3 4 0,-10-27 0,2 4 0</inkml:trace>
  <inkml:trace contextRef="#ctx0" brushRef="#br0" timeOffset="9105">12177 2145 17949,'-3'-5'4610,"0"0"-4190,3 5-576,-34-29 139,25 32-39,-22-23-1983,42 62 2039,5 2 0,-3-6 0,-2-9 0</inkml:trace>
  <inkml:trace contextRef="#ctx0" brushRef="#br0" timeOffset="9506">12614 2462 24301,'-47'7'246,"6"4"-206,22 15-18,4 4-11,4 2 6,6 3 0,7 0 5,8 0-5,11 0 5,10-4-10,8-3-12,2-8 84,-2-8 112,-5-13 95,-7-14 40,-8-15-3337,-11-24 3079,-8 14-40,-4 8 1,-4 0 16,-11-9-5,-6-8-17,-1 11 17,3 10-23,6 12-44,5 7-18,7 6-256,2 1 3214,2 5-4324,1 6-2724,5 7 4130,9 8 0,-5-10 0,4 0 0</inkml:trace>
  <inkml:trace contextRef="#ctx0" brushRef="#br0" timeOffset="9880">12916 2482 26598,'18'-14'61,"0"16"-50,-10 29-11,3 14 0,-1-5 12,6 19-7,-5-23 12,5 11 5,-6-24-5,-3-11 190,2-8-61,1-13-51,8-11 17,10-27-61,-5 9 5,-7 8 0,0 1 84,8-10-51,7-4-38,1 8-12,6 11-45,-7 12 6,14 19-17,-15 10 29,3 9-57,-1 22-45,-14-20-439,-3 0 0,-1 1 529,2 16 0,-5-14 0,-3-3 0</inkml:trace>
  <inkml:trace contextRef="#ctx0" brushRef="#br0" timeOffset="10529">15224 2135 14257,'-57'-11'651,"0"1"1,2 2 0,5 5 1687,-8 16-2193,13 2-1389,-4 13 1293,29-13 1093,-4 26-1059,27-9 34,16 18-29,19 0 1302,2-8-1347,-10-15 1,3 0-12,0-1 1,1 0-186,-7-5 1,0 0 173,5 4 1,-5-1 3111,-13 3-2944,-18-1-128,-12-5 50,-37-7-40,-8-6-188,10-4 1,-2-2 126,17-2 0,0-1 6,-13-1 0,4-4-12,4-8 55,3-9-1012,21 7 952,36-16 0,-13 23 0,19-8 0</inkml:trace>
  <inkml:trace contextRef="#ctx0" brushRef="#br0" timeOffset="11290">15568 2190 26390,'-4'-59'40,"1"14"-18,11 98-28,7 3 3,-2-10 1,2 2-406,-4-13 1,2 0 398,8 22 1,1 0-20,-9-19 0,0 1-90,4 17 1,0-1-4,-9-22 1,-1 0-894,0 10 1,-1-3-169,-1-2-4120,10 23 1566,-5-46-4122,20-5 7858,-8-29 0,5-18 2615,-17-18-237,-13 23 0,-5-2-450,-4-1 1,-5 1-591,-6 1 1,-5 2-140,-12-1 0,-1 3-922,11 10 0,1 2 143,-11-2 0,2 3 185,5 3 374,4 2-856,16 5 47,11 3-154,27 1 1,-1 1-28,19 0 0,6 0-378,-10 1 0,2 1 377,20-1 1,2 0 2,-10 1 1,-1-1 0,-2 0 0,-1 0 10,-4-2 1,-3 0 8,16-2 243,-8-5-170,-34 4 11,1 1-50,-20 3-34,-3 1 90,-24 3 817,1 2-760,-17 7-35,4 11-106,15-5 11,0 13-23,20-8 7,7 7 10,15 1 0,5-6 12,7-8 0,4-1 5,20 1-169,-14-5 0,0-2 236,19-3 62,-12-14 11,-13-8-27,-14-12-102,-9 2 96,-17-21-74,-7 12-4,-14-13-29,-4 14-11,8 12 333,-10 3-361,17 11-6,-6 0-72,14 6-146,6 6-779,3 4-2789,11 8 3792,2 2 0,1-6 0,-4-6 0</inkml:trace>
  <inkml:trace contextRef="#ctx0" brushRef="#br0" timeOffset="11656">16528 2368 21948,'-4'-4'3479,"1"1"-2320,3 3-1164,-24-32 33,29 32-51,-10-15-5,41 48 34,7 13-20,-21-20 0,0 1 11,-1 0 0,-1 0-2,14 21 16,-11-12 0,-11-13 12,-13-11 49,-11-7-10,-8-8-17,0-3 67,-5-21-62,14-3 1,1-18-29,12 13 28,21-21-5,3 23-17,17-13-84,-2 20-565,6 10-6145,4 7 6766,-6 6 0,-15 2 0,-14 1 0</inkml:trace>
  <inkml:trace contextRef="#ctx0" brushRef="#br0" timeOffset="15226">17273 2520 8002,'9'-6'5769,"-3"1"-4487,-6 5 4174,0 0-4538,11-58-183,-14 36-427,10-41 403,-24 47-442,2 9-163,-11-1-11,-1 8 23,-6 9-34,-3 8-34,-2 9-33,3 6 0,5 4-17,8 1-17,10 5 12,7-14 5,15 4 33,9-18 40,14-1 0,13-8 16,6-14 3,-20-3 1,-2-3 14,11-9 167,4-17 34,-28 13-6,0-5-38,-9 5-3309,-5 8 3129,-4 8-5,0 6-107,0 5-17,-1 2 56,-1 6-5,-2 13-6,2 0-6,-1 18 1,4-5-57,4 11-145,6 1-359,11-1-560,12-2-526,12-8-449,11-11 2649,-23-16 1,1-4-1087,4-5 1,-1-5 447,1-1 1,0-5 436,5-9 0,-2-2-134,-13 7 0,-2-1 358,6-9 1,-3-1 133,-6 0 401,-6 2 1,-1-2 24,-6-8-95,-9-18-795,-10 28 151,-21-2-112,-3 19 57,-26 4 59,17 6-290,-19 11-67,31 5-33,-4 11-6,14 5 6,10 12-6,21 0 11,10-3 0,19-10-5,4-18 50,5-10 39,-1-11 11,-4-10 157,-1-13 230,-12 1-162,-8 4-40,-12 10-263,-8 11-34,-3 8 6,0 4 23,-3 20-12,-2 14-11,-3 2 0,-2 4-1696,0 0 0,-2 2 1690,1-5 0,-1 2 1,1-3-20,-3 5 0,0 1-317,2-5 1,-1 2-1,0 0 237,1-5 1,1 0-1,-2 1-50,-4 9 0,-1 1 1,-1-1 40,0-4 0,-2-1 0,-1-2 104,-3-6 1,-1-3 0,0-3 17,1-2 1,0-5 30,-30 2 6,41-49-28,14-13 0,7-9-9,8-8 0,5-4-380,-6 16 0,2-1 1,3-3 362,7-3 1,5-5 0,1 2-1,-4 4 9,5-5 0,2 0 0,-3 7 0,3-6 0,2 1 0,-4 5 3,-4 8 1,-3 3 0,2-1 3,8-10 1,1-2 0,-3 2 802,4-5 0,-3 1-805,-3 2 1,-5 0 472,-13 12 0,-5 1-400,0-11-10,-13 5-29,-9 23 1731,-18 10-1742,7 7 1208,-21 11-1180,11 10-45,1 1 17,12 1 0,4 4-14,9 2 0,3 0-2,-6 32-4,25-16 0,8-3-8,9-5-415,5-4 1,8-2-351,3-12 1,1-3-4152,1-1 1,0-2 3585,-3 0 1,-4-4 0,0-4-1,-32-5 1</inkml:trace>
  <inkml:trace contextRef="#ctx0" brushRef="#br0" timeOffset="256265">2058 2766 10231,'-1'-6'1400,"0"1"286,1 5-1400,68-41-1116,-34 33 1,4 3 883,2-9 0,4-3 0,1 4-7,17 9 1,1 4-24,-20 0 1,-1-1-1,3 1-420,4-1 1,3 0-1,-3 1 446,13 0 1,3-1 118,-14 1 1,5-1-1,1 0 1,-3 1 61,3-1 1,-2 0 0,4 0-381,-10 0 0,4 0 1,1 0-1,0 0 1,-2 0 265,7 0 1,0 0 0,-1-1-1,0 0-28,3 1 1,0-1 0,1 0 0,3 0-16,-13 0 1,3 0 0,1 0-1,0 0 1,-2 0 0,-3 0-39,7 0 0,-3 0 1,-1 0-1,5 0 6,-6-1 0,5 1 0,1-1 0,-1 1 0,-2-1 0,-7 1-9,9 0 1,-7-1 0,6 0-2,-4 1 1,7-1 0,3 0 0,1 0-1,-1 0 1,-4 0-357,-4 1 1,-3-1 0,-1 1-1,2-1 1,3 1 346,-3 0 0,4-1 0,2 0 1,0 1-1,1-1 0,-2 1 0,-1-1-148,3 1 1,-2-1 0,-1 1 0,0 0 0,1 0 0,0-1 143,2 1 1,0 0 0,0 0-1,0 0 1,1 0 0,0 0-81,0 0 1,1 1 0,-1-1 0,1 1-1,0-1 1,0 1 83,1 0 0,0 0 1,1 0-1,-2 0 1,0 0-1,-3 0-12,1 0 0,-4 1 0,0-1 1,1 1-1,4-1 9,-3 1 1,4 0 0,1 0 0,1-1 0,0 1 0,-2 0 0,-4 0-24,6 0 0,-5 1 1,-1-1-1,2 1 0,4-1 13,-12 0 1,2 1-1,3-1 1,0 0 0,1 1-1,-1-1 1,-1 1-1,-2-1-5,9 1 1,-2 0 0,-1 0-1,-1 1 1,0-1 0,1 0-1,0 0 1,0 1 0,0-1-1,0 1 1,-1-1 0,1 1-3,0-1 1,-1 1 0,1 0-1,-1-1 1,0 1 0,1 0-3,-1 0 0,0-1 0,0 1 0,0 0 0,0 0 0,0 0 9,0 0 0,1 0 0,0 0 1,-1 1-1,-1-1 0,-2 0 1,1 0 0,-4 0 0,0 0 0,1 1 0,4-1 5,-3 1 1,4 0 0,1 0 0,2 0-1,-1 1 1,-3-1 0,-2 0-3,4 1 1,-3-1-1,-2 1 1,2-1 0,4 1-9,-5 0 0,4 0 1,2-1-1,0 2 1,0-1-1,-1 0 1,-2 0-4,-1 0 1,-2 0 0,0 0-1,-1 0 1,0 0 0,0 0-1,0 0 1,1 1 0,-1-1 0,0 0 0,-1 0-1,-3 0-3,13 1 0,-3 0 0,0-1 0,5 1 3,-8-1 1,4 0 0,1 0 0,1 0 0,-2-1 0,-3 1-3,-4-2 0,-4 1 1,-1-1-1,2 0 0,3 0 6,-3-1 0,2 1 1,2 0-1,1 0 0,0 0 1,-1-1-1,-2 1 4,1-2 0,-1 1 0,-1 0 0,-1-1 1,0 0-1,1 0-4,1 0 0,0-1 1,0 0-1,0 0 1,0 0-1,0 0 5,0 0 0,1 0 0,-1-1 0,1 1 1,-1-1-1,1 0 1,0 0 0,2-1 0,-1 1 0,-1-1 0,0 0 0,-2 1 17,-1-1 1,-2 1 0,0-1 0,1 0-1,3 1-16,-3-1 1,3-1-1,3 1 1,0 0-1,-1-1 1,-1 1-1,-3 0 4,4-1 0,-3 1 0,-2 0 0,2 0 0,3-1-6,-3 1 0,3 0 0,3-1 0,-1 0 0,0 1 0,-3-1 0,-3 1-9,12-1 0,-5 1 0,-1-1 0,5 0 6,-7 1 0,4-1 1,2 0-1,-1 0 1,-1 0-1,-4 0 1,7-1 0,-4 1 0,0-1 0,4 0 36,-7 0 0,2 1 0,3-1 0,0 0 0,-1 0 1,-3 0-35,1 0 0,-2 0 1,-2 1-1,0-1 0,0 0 0,0 0 0,-1 0 1,0 0-1,-1 0 1,1 1 3,10-2 1,0 0 0,-1 1 0,0 0 8,-2-1 0,-2 1 1,1-1-1,-2 1-13,-3 0 1,0 1 0,-1-1-1,-1 1 39,-2 0 1,-1 0 0,-1 0 0,-1 1 93,11-1 0,-1 0 0,-2 1-145,-5 0 0,-1 1 0,-2 1 480,15-1 1,-3 0-548,-9 1 0,-3 2-818,-5 2 0,-4 2-1512,5 1 2397,-13 9 0,-26-9 0,-4-1 0</inkml:trace>
  <inkml:trace contextRef="#ctx0" brushRef="#br0" timeOffset="262191">958 4472 22875,'34'-3'-409,"0"0"0,20-2-38,-4 0 0,10 0 1,-4 0-573,-2 3 0,-6 1 477,-13 1 0,-4 4-864,4 21 1749,-53 4 208,-4-5 1,-7 0-708,-16 4 0,-5-2 595,12-5 1,-3 0-1,2 0-196,-11 5 0,-1 1 144,10-6 1,-2 2-1,2 0-169,-14 8 1,3 0-321,6-2 1,2 0 18,6-2 1,8-2-167,20 1-85,19-12 396,28-8-6,22-12-42,-5-5 0,5-5 230,-4 0 0,0-3-235,-12 2 1,2-2-1,-3 0 10,7-8 1,-5-1-3,-10 6 0,-2-2 61,-1-5 1,-3-4 488,-8 2 0,-4-2-338,-1 0 1,-4 0 61,-4-4 1,-5 1 312,-20-18-324,-3 14 33,-1 14 1,-1 2 73,-7-2-46,-10-7-206,22 21 1040,6 6-1197,10 4 310,2 3-294,12 8 68,16 10-119,22 15-70,-18-10 1,0 3-482,0 4 1,-3 4 131,-4 4 1,-8 4-1228,-11 5 1,-11 1 1709,-15 10 1,-5-4 0,10-21 0,-1-4 0,-6 0 0,1-1 0</inkml:trace>
  <inkml:trace contextRef="#ctx0" brushRef="#br0" timeOffset="263411">3583 4407 17176,'-3'-6'3467,"1"0"-3064,-32-20 1,-11-2-1543,4 12 1374,-11-14 1,-1 5 16,9 26 371,7 7-595,10 6 271,11 6-138,12 7 125,14 7-185,13 8-96,-4-17 0,3-1 25,4 3 1,2-1 138,4 1 1,1-1-131,1 0 0,-1-1-11,-2-1 1,-2-1-469,16 20 233,-26 4 139,-20-16 75,-35 13-24,8-29 1,-3-1-22,-12 4 1,-3 0-314,-5-1 0,-2-2 306,0-2 0,1-2 36,12-2 1,1-3 87,-6-2 1,3-5-394,2-12-1556,-2-13 2032,42-14 0,2 17 0,12 1 0</inkml:trace>
  <inkml:trace contextRef="#ctx0" brushRef="#br0" timeOffset="263675">3956 4205 25278,'-4'39'27,"0"-1"1,0 2 0,3 0 68,4 1 1,3 1-540,-2 1 1,1 0 245,1 0 0,0 0-148,1-1 0,0 0-403,2-2 0,0 1-664,0-2 1,0 1-2137,0-2 1,0-1 3517,4 22 0,-5-24 0,-5-18 0</inkml:trace>
  <inkml:trace contextRef="#ctx0" brushRef="#br0" timeOffset="264441">3986 5038 15468,'-14'-55'1525,"1"1"1,0 4-1,3 9-735,2 18-80,2 8-760,3 6-94,8 3 20,14 0-38,20-5-40,23-3 118,-25 6 0,4-2-10,0 0 1,4-1 0,-3 0-1574,-1 1 0,-2-1 1656,14-3 0,-2 0 17,4-4-81,-7 2 377,0 0 269,-21 5-134,-15 5-235,-17 3-6,-7 1 3371,-12 1-3102,-12 1-364,10 2 401,-9 5-446,15 3-45,-2 8-33,5 2-17,7 5 16,5 1 7,8-1 4,5-2 46,7-5 84,5-8 44,5-7-16,8-14-6,5-13 16,2-13 102,-3-5 145,-10 1 140,-12 11-32,-8 10-226,-6 11-110,-6 6 78,-5 8 268,-6 5 22,-2 10-97,4-1-30,1 10-416,11 7 0,11 3-63,15 7-140,18-13-295,13-8 243,-24-16 0,0-3-75,1-1 0,0-3-41,27-9 421,-7-13 6,-5-16 28,-9-14-25,-21 18 0,-2-2-463,-1-5 1,-3-3 459,-1-7 0,-2-1 0,-1-3 0,-2-1 22,-1 1 1,-2 1 66,0 6 1,-1 3 16,-1 9 1,-3 4 72,-3-10-106,-2 21-79,-2 12 155,-6 25-211,4 0 952,-12 34-957,10 5-3,6-16 0,2 3-535,1 5 1,4 2 466,4 2 1,3 0-67,3 0 0,5-1-233,11 5 0,3-3 185,-8-19 0,1-1-373,11 7 0,0-3-1513,6-1-2231,5 0 3567,-12-15 1,-14-11-1,-9-8 1</inkml:trace>
  <inkml:trace contextRef="#ctx0" brushRef="#br0" timeOffset="264956">5019 4633 23573,'29'-17'-155,"1"-1"0,11 2 0,4 4 34,-1 10 1,0 3-186,-1-2 1,-1 0 179,-8-1 0,-2-1-149,13-3 276,3-5 123,-7-4 135,-18 5 475,-6-4-538,-17 9 151,-5-1 247,-14 4-51,-7 3 133,-11 5-497,5 5-151,7 0 0,8 6-16,12 6-7,5-3 6,28 15 12,7-18-6,21 5-6,-13-14 11,-4-5 124,13-15-90,-24 3 145,23-27-33,-39 9-78,1-8 117,-17-2 45,-8 10-11,-11-2 117,-23 11-128,1 11-96,-1 9 24,5 12-42,15 5-70,-7 18-8,14-8-183,9 28-376,29-17-1003,9-2 1,6-2-1132,-8-12 1,2-3 2643,15 8 1,-4-5-1,-13-9 1,-2-2 0</inkml:trace>
  <inkml:trace contextRef="#ctx0" brushRef="#br0" timeOffset="270958">6973 4582 24970,'-6'-53'471,"0"11"-750,6 45 309,-1 6 56,3 17-115,0-3 20,2 18 22,-2-10-97,-1 9 149,-1-2 70,-4 0-51,1-14 158,-3-2 464,4-17 95,-1-2-245,-2-9-614,-8-21-74,2 2 30,-9-33-45,10 2-340,5 17 0,1-1 437,2-2 1,2 1-19,0 9 0,3 1-33,4-7 1,2 3 348,6 0-5,11-6 33,-1 27 95,7 14-199,8 14-181,-11 5 1,-1 3-106,13 12 289,-13-3 1,-1 3-450,7 16 103,-12-12 1,-2 0-180,6 12 107,-12-17 1,-4-4 28,-6-11 153,0 6 226,-4-20 163,0-7-229,-1-13 116,-1-19-32,1-1 451,-1-27-477,7 26 0,0 0-463,2-25 509,2 23 0,3 3 98,8-1 277,-2 7-117,7 9 237,15 29-525,-12 0-86,18 12-167,-20-1 0,0 2-126,-1-2 0,0 2-158,14 11 0,-1 0 209,-12-10 0,1 1-639,14 10 0,1 0-25,-12-12 1,1-2-377,13 9 0,0-3 401,12 0-4,-24-16-1,0-3 130,19-3 592,-13-9 0,3-5 290,-2-6 0,-1-3 9,-6 2 0,-2-3 16,0-8 1,-5 1 259,-7-2 1108,2-7-767,-11-4 517,-12 1-1058,-8-5-494,-8 16-3119,-31 13 3053,18 12 388,-6 6 1,-2 5-224,-1 10 136,12-1 1,4 2 82,-1 19-10,14 5-14,9-8-3,9 9-200,5-13 3298,3-1-3439,27-1 0,-6-19 12,13-2-3185,10-30 3363,-29 3-175,1-7 1,-3-2 587,-9 1-95,-2-2 1,-3-1 273,-7 0-43,-3-10-219,-6 21 92,-4 4-383,3 11 3064,-2-1-3374,5 7 1199,1 1-1025,4 22-22,3 1 27,6 20 15,3-3 4,4 2 0,-3-9-210,8 3-613,13-11 432,7-7 52,15-11 213,-2-21 277,-28 0 1,-1-3 106,-1-3 1,-3-3 220,14-25-67,-17 10 276,-14-14-197,-13 22-231,-1-7 328,-14 10-341,8 14-168,-2-1-129,8 9 60,4 8 20,1 2 34,1 25 28,0 0 15,3 19 11,0-4-30,3-1-25,1-7-28,2-9 81,-2-13 64,3-9 137,6-16-71,4-10-33,8-17 18,0-7-14,-2-3-27,-6 11 21,5-6-74,-8 19 8,8-2-87,-9 15 7,5 6-5,4 15-40,2 6-4,6 14-50,-4 4-56,2 4-100,9 1-494,10-5 628,-20-20 0,2-3 45,5-3 0,1-3 45,2-2 0,1-3 64,1-3 0,0-4 39,-2-1 1,-1-3 10,-3-4 1,-2-3 28,-4-1 0,-2-2 86,17-21 51,-12-5-68,-12 10 152,-7-8 179,-11 5-218,-8 3-90,-12 6-72,-11 19-29,-10 15 0,-9 14-28,-3 15-253,25-14 1,1 3 238,2 0 1,3 1 307,-6 23-333,15-4 11,21-10 17,13-11 28,13-12-17,-4-9 28,21-20 29,-18-7-15,-12 5 0,0-3 609,4-19-466,-11 1 138,-9 4-194,-7 10 291,-8 2-229,1 14-141,-2 0-61,4 11 12,3 9-12,0 13-6,2 18-22,1 18 3,0-22 0,0 1-545,0 6 0,2 1-324,-2 4 1,2 2 893,0 7 0,0-2 0,0 7 0,1-5 0</inkml:trace>
  <inkml:trace contextRef="#ctx0" brushRef="#br0" timeOffset="272031">9949 4544 9336,'3'-12'5456,"0"3"-3234,-3 9-456,0 0-446,3-70-295,-3 36-596,1-11 1,-1 0 613,-7 5-806,0 14 176,-7-3-131,2 17-151,-4 1-97,-3 6 43,-11 15-17,7-1 15,-17 23-9,7 4-32,10-10 0,0 4-4,-5 12 0,0 1-17,6-5 1,2-1-6,0-1 0,3 0-23,4 19-72,20-21 41,12 2 23,19-13 13,11-12 56,7-17 19,2-12 32,-5-14-190,-8-9 300,-12-7 34,-15-3 6,-9-1 50,-11 4 33,-3 9-38,-2 12-88,0 12-150,4 10-11,1 13 298,2 2-254,1 21-12,4 6-35,5 17-94,8 6-729,-6-28 1,2 1 222,4 0 1,1-1-820,3 1 0,2-1 1293,5 1 1,-1-3 0,4 4 0,-3-8 0</inkml:trace>
  <inkml:trace contextRef="#ctx0" brushRef="#br0" timeOffset="274291">10683 4541 16773,'-3'-4'4005,"0"0"-2706,3 4-425,-30-72-118,16 39-300,-6-15 1,-2 1 109,-3 18-393,-5 7-66,-9 15-39,-6 18-46,-4 12-11,0 15-8,27-14 0,3 1 2,-10 30-8,21-23 1,4-1-4,5 12 34,34 8-11,-8-35 14,11-3 0,2-5 25,-1-9 42,-3-2 0,1-5 148,2-15 68,3-11 206,-10-14-200,-16 7-192,-6 4 96,-9 12-112,-3 15-117,0 1-1,-2 20 17,0 18-5,0 8 2,0-4 1,0 3-4,-2 14-847,-1-1 0,-1 11 1,-1-2 820,2-14 0,1-2 1,-2 4-21,-1 8 1,-2 5-1,1 1 1,-1-6 2,1-5 1,1-3 0,-3 1-33,-3 12 1,-3 1 0,0-4-41,3-14 0,-1-3 0,-1 0 127,-4 4 0,-2-1 0,1-5 13,-2-1 1,-1-12 3,-16-20-45,25-58 11,11 24 0,4-4-630,7-15 1,5-7 0,1 3 626,-1 6 0,4-3-13,0 7 0,3-7 1,3-3-1,0 3 1,-3 7-8,8-12 1,2 3-22,1 2 1,5-7 0,2 1-1,-3 8-657,6 1 1,-1 4 677,-7 8 1,1-1 0,-1 4 423,8-1 1,-2 5-478,-9 9 1,0 2-49,11-6 1,0 2 75,-7 5 1,-3 3 14,24-9-35,-11 12 18,-25 10 1813,2 6-1735,-15 7 2048,-3 9-2036,-1 1 789,0-4-784,0 1 382,2-3-383,2-2 40,5-4 12,5-7-57,0-7 34,21-15-40,-14 2 14,2-9 1,-1-5-3,-2-13-12,-7 10 1,-3 0 17,-2-9 128,-13-4-67,-12 24-28,-16-4-22,-14 18-12,-6 11-39,11 4 12,-2 13-18,16 5-16,-2 24 5,14-11-19,11 2 0,5-1 3,6-3-96,12 5 0,7-2-86,0-18 0,3-2-197,15 8 1,3-2-250,0-8 0,1-5-95,1-2 0,-1-3 162,-2-6 1,-2-4 235,18-5 184,-27-10 1,-5-4 302,1-14 14,-12 7 0,-3-1 334,-4-22-169,-7 10 930,-5-12-801,-1 28 711,-5-15-682,3 29-315,-2-1-173,3 10 16,3 13 1,0-1 16,5 18-16,0 6 11,5 26-17,-5-16-11,-1 16 11,-4-34-6,0 8 168,0-22 230,0 0-319,5-33-28,1-3-23,8-23 6,4-1-33,8-2 10,4 4 23,3 9-28,-7 15-5,3 9 5,1 11 11,2 9-28,5 10-11,-12 13 34,-7-2-6,-7 26 0,-9-16 5,-4 12-16,-2-23 67,1-9 67,1-11-5,2-7-79,5-12-50,3-11 39,7-12 11,4-7-33,3-3 5,2 4-5,0 11-6,-2 11-6,-1 11 17,-5 5 0,19 9-44,-7 6 33,16 10 11,-10 8-11,0 8-336,-2 5 325,3 2-6,5-4 28,4-8-17,1-10 23,-4-10 62,-8-12-7,-5-12 1,-6-14-50,-5-2-12,-6-3 0,0-3 28,5-16-14,-6 14 1,0 0 394,1-14-314,-5 13 6,-11 12-22,-6 10-62,-3 7-11,-11 5-6,5 10-11,-6 7 0,9 2-11,1 23-1,10-15-30,2 7 0,3 2-142,8 12-35,0-12 1,2 1-107,9 9-179,3-15 0,5-4-107,20-4 204,-10-7 0,2-4 228,16-10 117,-13-10 0,-1-4 135,12-15-6,-16 6 1,-1-4 32,-10 3 1,-4-1 39,-2-1 0,-2-1 219,12-24 49,-7 9 40,-7 10-112,-6 11-235,-5 11-28,-3 6-79,-1 7 288,4 9-265,3 9 6,3 14-23,-1 13-5,-3 10-1,-3 3 6,-2-5 11,0-12-5,0-16 5,2-13 79,3-9-23,4-10-17,9-8 12,6-11 11,6-9-51,-6 4 17,14-14-22,-15 18-11,6-5-1,-15 20-5,-5 8 6,0 9-12,2 7 12,12 13 0,-4-8 5,17 10-6,16-12 3,-14-9 1,4-2-397,3-4 0,1-4 402,4-5 0,-2-5 0,-9-4 0,-3-5 2,-3-5 1,-3-3-9,-9 6 1,-2-4 8,0-24 0,-5-5-15,-8 14 1,-3-3 12,1 4 0,0-3 0,-3 2 38,-3-7 1,-4 3 13,1 6 0,-4 5 62,-16-16-17,-7 20-23,-3 16-33,1 12-33,3 13-6,6 14 781,4 17-792,6 19 5,8-23 0,3 3-363,4 4 0,3 2 332,5 2 1,5 1-32,6 1 1,8-1-83,3-11 1,5 1-1,-1-4 7,2 3 0,5-2-294,9-2 0,6 0 0,-6-6-344,-15-10 0,0-3-8,5 1 1,4 0 0,-5-4-6947,23-3 6997,-4-7 0,-28-3 1,-19-4-1</inkml:trace>
  <inkml:trace contextRef="#ctx0" brushRef="#br0" timeOffset="274481">13931 4219 20985,'-9'-3'3792,"2"0"-3164,7 3-191,0 0-118,61-52-210,-27 41 0,4 0-719,5-9 0,4-4 0,0 5 625,-2 10 0,0 5 0,1-1-17,-1 0 0,0 1 0,0 0-124,19-1 0,-2 2-1030,-6 1 0,-2 3 1156,-5 2 0,-5 1 0,4 0 0,-14 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AE3F9-FA76-AF75-65DE-255C2D653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CF0337-67BB-89C9-F874-BF20B4646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ED174-12C8-F566-74F1-AD4DAB653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FF66-26F1-8F4C-9A41-D09C9DA484BA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3669E-C7FC-70A6-3592-E2AF81822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11B0B-4E0B-8FDD-FAB9-21E2C2118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E37-5B81-3D4B-BF09-DFA89A216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356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571C-EBB9-9507-E5B6-2888BA78A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0700F-C7BF-8D05-6FED-60044D521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55B23-34D7-57D7-E394-BB9F7BCF1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FF66-26F1-8F4C-9A41-D09C9DA484BA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8AEFE-E56D-B156-C7F0-F311A4BBC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8ECBA-0725-FAE4-EABD-BD12B2E1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E37-5B81-3D4B-BF09-DFA89A216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6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D8B69-E0DC-71B6-318A-BD50A496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07CC5-FB97-8768-CBD8-975394B5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F1429-71F9-5B19-942D-DB92A216C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FF66-26F1-8F4C-9A41-D09C9DA484BA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E11CB-A74E-5155-9C3D-7252D366F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6A3E1-46A9-A9AF-1D21-920D1C16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E37-5B81-3D4B-BF09-DFA89A216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5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8A3E3-43AF-AB70-FD89-9FF621E83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E351C-3F77-347B-6E07-1E0357716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287FD-06EE-D011-1D20-58B79E739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D63AE-1514-E0C8-1F32-AE29B738D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FF66-26F1-8F4C-9A41-D09C9DA484BA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2150F-6C09-5B63-4CCF-3D3319B60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29D98-32E1-6CBE-EAA7-C250DBC6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E37-5B81-3D4B-BF09-DFA89A216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27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2A2F7-DF56-B753-07E1-9EB9D090A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7431F-8552-70ED-991F-6505BA627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EDE6F-5CB5-B5CA-345A-D78B84199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FFAB4-BEE2-0AF2-6695-8B6FE4067A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5C464E-2442-E982-3A15-087B4FB35B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D4DBED-69E9-06C4-F72E-509CA5C1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FF66-26F1-8F4C-9A41-D09C9DA484BA}" type="datetimeFigureOut">
              <a:rPr lang="en-US" smtClean="0"/>
              <a:t>1/10/26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E8582C-BA71-1D9A-AEB4-D4A90C890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CDB7D-9A73-A839-8C83-964F1230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E37-5B81-3D4B-BF09-DFA89A216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14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1EB8C-05CB-AD2C-FB44-307CD2F0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F227EA-F32B-4763-16D7-0155B2F1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FF66-26F1-8F4C-9A41-D09C9DA484BA}" type="datetimeFigureOut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C73E6-3868-0715-B914-016DE7224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8F48C-306C-AC1B-0E11-67C9A175C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E37-5B81-3D4B-BF09-DFA89A216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52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992F2E-84F1-5678-2F1D-72F67922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FF66-26F1-8F4C-9A41-D09C9DA484BA}" type="datetimeFigureOut">
              <a:rPr lang="en-US" smtClean="0"/>
              <a:t>1/10/26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E2C9FB-0119-57BC-BFB6-90936E5FF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031B2-6B27-5522-92DE-2203EF191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E37-5B81-3D4B-BF09-DFA89A216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8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FAC0-9CB1-935F-37DA-3C063D4A6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9948D-35BD-0067-F2FB-5A4BF6882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1F374-595D-66F0-1B52-ABD8B9CA3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AECD9-D444-FDD1-7F1B-60666D9F6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FF66-26F1-8F4C-9A41-D09C9DA484BA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9CE0C-1115-000D-6031-7CD602A77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D80F9-C26E-8659-024A-226BD317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E37-5B81-3D4B-BF09-DFA89A216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86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3B503-F33A-5114-B325-AFF61A716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6863C-5C32-BE17-3F78-D7FA5DAC09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F3976-17B9-6A92-16D3-6FB2D8F8D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53707-ED3D-6E06-0482-85C90CA55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FF66-26F1-8F4C-9A41-D09C9DA484BA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8B793-68FC-F514-FECD-F3645BDB6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42FFB-5A1B-A58B-B017-5A8D04181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E37-5B81-3D4B-BF09-DFA89A216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57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80D84-1501-F99D-EEF8-6D17838DD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D922D-D6A6-C2D9-65E8-7A7FFCB27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EDE77-348E-4085-C99A-948FEEF8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FF66-26F1-8F4C-9A41-D09C9DA484BA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E1B70-4C8E-E450-E79D-BC68D919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DCED4-8D4C-60EC-B434-FC9D6D033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E37-5B81-3D4B-BF09-DFA89A216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8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693F99-25D3-16A9-44FE-916F573E1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900B1B-0641-714F-AE76-0A7B6A17A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CA0F1-118E-CD40-8C64-E73C4F4AA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FF66-26F1-8F4C-9A41-D09C9DA484BA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E8A03-554C-0E65-3C2F-4223080A7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5F121-D1FB-986D-49BD-CC4F5579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41E37-5B81-3D4B-BF09-DFA89A216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95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026470-9E25-D359-3AE9-A610361DE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1891D-0BE7-069C-DC6E-5CEBDB458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CBDDC-B9C8-D319-FF5E-1D14B97A9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0FF66-26F1-8F4C-9A41-D09C9DA484BA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7A5FF-C4C7-43A3-8E51-66D5BD120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50A57-5F8A-FE4D-7A0A-2505D6411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941E37-5B81-3D4B-BF09-DFA89A216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57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F5C801-62E5-82D3-248F-E908422F52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720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13813221-A919-0C10-8494-F152FC46A0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B86107-022C-15E2-D9F9-7FC59C24ECBC}"/>
                  </a:ext>
                </a:extLst>
              </p14:cNvPr>
              <p14:cNvContentPartPr/>
              <p14:nvPr/>
            </p14:nvContentPartPr>
            <p14:xfrm>
              <a:off x="239760" y="611280"/>
              <a:ext cx="6970320" cy="1459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B86107-022C-15E2-D9F9-7FC59C24EC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400" y="601920"/>
                <a:ext cx="6989040" cy="147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2559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0474CD-8099-B85F-4E06-9308AA179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791C15-AC42-B969-90A5-9463D89BE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B826413D-4850-4236-E9E3-0139D9372A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41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E948E8-ECE3-8FB5-0830-05E8147FF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E87A59-8B9B-6A6A-4369-5BDDC6C46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CFCCA6C8-4BBD-6CC8-CE70-15A4342689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07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688A9-C5C5-BC5D-89B3-534055605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7799668-5576-0B56-8BCF-D72C57F32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8C386F8E-E19A-ADEA-474C-F32CEAE48C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317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AD86B2-80D3-8584-C637-54EDA8AF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442718-EDD8-4506-EFD9-8C5AA9641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2990819F-5710-ADA5-41A3-7CEB7B13F9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941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23CC6-D076-1453-A390-4FE927F23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4029ADE-3448-F75A-1D55-1A079366C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1DE73701-129F-13A6-CB15-2E4F881C42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146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C43A66-648B-2F2B-95F0-E2A73C694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AE2BE7C-8B81-C04F-A37D-9E1006724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E9EBAE85-0665-2CAE-37DC-AFF79B8578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95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4CB3F-5FA7-0999-DF34-06F26261A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295AFC-60CB-4157-B635-2FD3D0D40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B5217BE3-A532-3213-115B-6634A17DDC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293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366EDA-243D-4E54-5052-F728DC043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507040-FB70-6015-13E2-2B1F921A0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A7030274-F0D5-8A5D-A848-9691C9C2B3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847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B930A-BCEA-65BB-A1FF-C0FEE56FA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C07A6A-DF1C-F84F-8E26-96038B42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F99B6810-3175-D104-C3FC-239408B035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276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15BCEF-CF76-4777-5665-AF8F1FEA0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6E02F0-9C17-16A5-2EFD-53A54B37D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8A9602FA-1806-BE70-F4D1-51C9A0B8CE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78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81902-1E5C-6B80-E4ED-6D690DB3A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419B7B-84F1-EE7F-9305-1B13674CF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77BEF50C-539C-29D0-736F-815051E466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458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D9571-2542-BE88-1C9E-484605F91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DE354D-C2DC-6B20-E63B-F53A61E87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A6E1B674-E776-C05A-B4AD-0F46270161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405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6D0D7E-E355-5D44-43F7-21EBEDC79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DE6C05-12E1-FAFF-33A3-41AA7D2DF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3F0D2C88-C7C4-2E4B-5F20-AE76FFA220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96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1C4930-31F9-2F19-3C95-334F6DCE6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C1C87D-F2F3-1DA7-7C55-5B45AD515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9ABCDE33-96ED-C7C3-AE80-3656A89A32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59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E572BD-04B5-F6AC-9EE6-E61C790BA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0052C0-4BC5-C94D-38D3-A4E3ABC9E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901FF73E-CE04-1E05-C0AF-3EF02BF05F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241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3E170F-4511-DC0A-0568-F82C8F451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F41365-0AED-9102-6541-5FEC39412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3F9EB85C-15C5-3B12-E6B5-7E4DF747EA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79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67346-C5A1-1FD9-C9D3-54978107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891701-C6D4-F8D0-269E-AC7FC74CB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531D2080-9635-8C28-2CF0-37881E1861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64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9A0512-3988-FB62-F4C3-9345DB92F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08AE74-35EB-D180-7341-952A420AE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B7B892ED-B0E9-AC08-5729-58B6DE28A9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24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80179-FFD0-6AEF-CFD1-C58AE93DF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25F067-92C1-1E62-7C21-BF4C22260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D6F96A42-309E-D188-6CB4-849694ED69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43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17646C-ACA5-9F68-82F8-106B1E4E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7CE3D23-218A-A4D0-57CE-0B281037C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836709E0-1F99-B1ED-5E0F-82831C1EE7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97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7F9FEC-45AC-1DA5-ACE0-CDC46EE9C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3DADBA-01FA-7FBA-D104-DE4037C5F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FF9F6ED0-2021-592B-21CE-B82DD7B3B1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998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Macintosh PowerPoint</Application>
  <PresentationFormat>Widescreen</PresentationFormat>
  <Paragraphs>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2026-01-10T13:29:16Z</dcterms:created>
  <dcterms:modified xsi:type="dcterms:W3CDTF">2026-01-10T13:41:10Z</dcterms:modified>
</cp:coreProperties>
</file>