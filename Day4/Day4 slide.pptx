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0T14:40:22.96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2423 6433 15692,'-41'-16'66,"0"0"0,0-1 1,16 9 342,33 15-299,1 0 273,23 11 32,6-9 0,4-1-940,-7-1 1,5-2 673,7-3 0,10-1 0,4-2 0,-4-1-735,-8-2 0,-1 0 1,0-1-1,2 0 616,9-1 0,2 1 0,1-1 0,2 0-11,-7 0 1,2-2 0,1 1 0,0-1-1,-2 1-364,-3 1 0,-1-1 0,0 1 1,1 0-1,2-1 336,0 1 1,2-1 0,2 1 0,1-1 0,1 1 0,1-1-227,-9 2 0,1-1 0,2 1 1,1 0-1,-1 0 0,1 0 1,-2 0-1,-1 0 102,0 1 0,-1 0 0,0-1 0,-1 1 0,-1 1 0,2-1 1,0 0-974,3 0 0,3 1 1,0-1-1,-1 0 0,-1 1 1,-3 0-1,-5 1 1118,8-1 1,-4 1 0,-4 0 0,-3 0 0,0 0 0,-3 1 0,-10 0 0,-2 1 0</inkml:trace>
  <inkml:trace contextRef="#ctx0" brushRef="#br0" timeOffset="582">2025 7717 17867,'59'-16'369,"1"1"1,-15 4-1,2 0 1,2 1-259,7 1 0,3 1 1,2 0-1451,-7 0 1,3 0-1,1 1 1,2-1 1381,-5 0 0,1 1 1,1-1-1,1 0 0,1 1-36,-5 0 0,2 0 0,0-1 0,1 1 0,0 0 0,1 0-195,-5 1 0,1-1 0,0 1 0,0-1 1,0 1-1,1-1 0,0 1 146,2 0 1,0-1 0,1 1 0,0-1 0,-1 1 0,-1 0 0,-1 0-20,9-1 0,-2 1 0,-2-1 0,2 1 0,4 0-421,-7 1 1,4 0 0,2 0-1,1 0 1,-3 0 0,-2 1-1,-6 0 430,8 0 1,-7 1-1,-1 0 1,2 0-1,-5 0 1,3 0-1,-1 0 1,-4 0-1,-7 1 1,1 2-1,-1-1 1</inkml:trace>
  <inkml:trace contextRef="#ctx0" brushRef="#br0" timeOffset="3041">2103 9216 8629,'-4'-4'2638,"1"0"398,3 4-1905,70-36-1868,-36 31 0,3 0 940,9-6 1,7-4-1,0 4-565,-3 7 0,1 3 1,2 1 458,8-3 0,2 1 0,2-2-453,-12 1 1,2-1 0,1 0 0,0-1 358,5 0 0,0 0 0,2-1 0,0 0-38,-11 0 0,1 0 0,0 0 1,0 0-1,0 0-314,1-1 0,0 0 1,0 0-1,-2 0 1,-1 1 283,1-1 1,-3 0 0,0 0-1,3 0-762,-1 0 0,4-1 1,-1 0-1,-1 0 1,-6 2 826,1-1 0,-5 1 0,0 0 0,9-1 0,0 0 0,-9 1 0,7 0 0</inkml:trace>
  <inkml:trace contextRef="#ctx0" brushRef="#br0" timeOffset="9991">6664 6344 23035,'0'-4'381,"0"0"-131,0 4-813,-20-25 205,15 25 170,-12-20 152,30 44-19,5-5-192,15 6 269,10-12 123,19-17-821,-3-8 725,-17-4 1,5-7 0,-3 1-620,-6 2 1,3-3 574,4-4 1,9-6 0,1-1-1,-5 3-798,-5 2 0,-3 1 0,3-1 731,1-2 1,3-1-1,1-1 1,-2 2-109,4-2 0,-3 2 0,-1 2 31,-11 6 1,-1 1 0,0 1-1055,6-2 0,1 1 0,-6 5 1108,20-1 0,-25 5 0,-4 4 0,-11 11 0</inkml:trace>
  <inkml:trace contextRef="#ctx0" brushRef="#br0" timeOffset="10483">6017 7705 19692,'-4'10'918,"1"-2"-33,3-8-353,0 0-465,-3-9 6,15 14 90,6-6 89,23 10 89,12-12-596,-20-5 1,2-5 360,6-6 0,0-3-70,-6 2 1,1-3 0,3-4 1,3-3-1,-2 1-23,4-3 0,0 0-453,-3 2 0,3-1 1,-1 1 362,7-4 1,-2 2-592,-2 5 1,0 3 536,0 3 0,-4 2 0,6 1 0,-10 7 0</inkml:trace>
  <inkml:trace contextRef="#ctx0" brushRef="#br0" timeOffset="2.67121E6">2238 10546 24575,'34'0'0,"14"0"0,0 0 0,8 0-1944,-15 0 1,2 0 0,2 0 1943,8 0 0,2 0 0,1 0-622,-9 0 1,1 0 0,1 0-1,0 0 622,2 0 0,0 0 0,0 0 0,3 0 0,-4 0 0,3 0 0,0 0 0,-1 0 0,-1 0-588,2 0 1,-2 0 0,0 0 0,3 0 587,0 0 0,2 0 0,2 0 0,0 0 0,0 0 0,2 0 0,1 0 0,1 0 0,-2 0 0,-3 0 0,3 0 0,-4 0 0,0 0 0,4 0 0,-9 0 0,5 0 0,1 0 0,-1 0 0,-3 0 0,-7 0-429,2 0 0,-5 0 0,1 0 429,13-1 0,1 1 0,-1 1 0,-6 0 0,-2 2 0,-3 0 0,2 1 0,-2 0 490,17 3 0,-4 0-490,-4 4 2377,-5-1-2377,-13-2 4893,-4 0-4893,-5 0 2534,-4-1-2534,-4-1 1168,5-3-1168,-11-1 0,6-2 0,-9 0 0,18 0 0,-7 0 0,16 0 0,11-3 0,-10 0 0,14-2 0,-7 2 0,-14 1 0,-1 2 0,-18 0 0,-9 0 0,-2 0 0,-1 0 0</inkml:trace>
  <inkml:trace contextRef="#ctx0" brushRef="#br0" timeOffset="2.67314E6">6727 10504 24575,'45'-3'0,"-4"1"0,7 1 0,0 1 0,5 0 0,6 0-1639,-11 0 1,4 0-1,3 0 1,3 0 0,0 0-1,0 0 1426,-4 0 0,0 0 0,1 0 0,1 0 1,2 0-1,3 0 0,3 0 33,-10 0 0,3 0 1,3 0-1,2 0 1,1 0-1,1 0 1,1 0-1,0 0 1,-1 0-1,-1 0 1,-2 0-1,-2 0 180,2 0 0,-3 0 0,0 0 0,-2 0 0,1 0 0,-1 0 0,1 0 0,1 0 0,1 0 0,3 0-68,-5 0 0,2 0 1,1 0-1,1 0 1,1 0-1,1 0 1,0 0-1,-1 0 0,1 0 1,-2 0-1,0 0 1,-2 0-1,-2 0 68,7 0 0,-2 0 0,-1 0 0,-1 0 0,-1 0 0,0 0 0,0 0 0,0 0 0,0 0 0,0 0-203,0 0 0,-1 0 0,1 0 0,-1 0 0,0 0 1,0 0-1,1 0 0,0 0 0,0 0 0,0 0 203,-2 0 0,1 0 0,-1 0 0,1 0 0,0 0 0,1 0 0,-1 0 0,0 0 0,0 0 0,1 0 0,-2 0 0,6 0 0,0 0 0,-1 0 0,0 0 0,1 0 0,-1 0 0,1 0 0,1 0 0,0 0 0,1 0 0,-4 0 0,0 0 0,0 0 0,2 0 0,0 0 0,0 0 0,0 0 0,0 0 0,1 0 0,-2 0 0,1 0 0,-1 0 0,-3 0 0,1 0 0,-1 0 0,0 0 0,0 0 0,0 0 0,-1 0 0,1 0 0,-1 0 0,1 0 0,-1 0 0,1 0 0,3 0 0,1 0 0,0 0 0,0 0 0,0 0 0,0 0 0,-1 0 0,0 0 0,-1 0 0,-2 0 0,0 0 0,4 0 0,-1 0 0,0 0 0,-1 0 0,-1 0 0,-1 0 0,-1 0 0,-1 0 0,-1 0 0,5 0 0,-2 0 0,-2 0 0,0 0 0,-1 0 0,0 0 0,0 0 33,8 0 1,0 0 0,-1 0 0,-1 0 0,-2 0 0,-2 0-34,9 0 0,-2 0 0,-3 0 0,-3 0 473,6 0 1,-4 0 0,-4 0-474,8-1 0,-12 0 2833,-16-2-2833,-10-1 4237,-10 1-4237,-7 1 5433,-5-1-5433,-2-2 564,-3-2 0,0 4 0,0-2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0T13:35:38.11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1410 2313 15855,'-47'5'1225,"1"1"0,0-1 0,-11 1 0,9 0-357,10-2-363,26-3-275,2 0-141,12-1 135,24-2-145,-1 0-29,9-1 1,5 0-7,2-1 1,4-1-469,-5 1 1,3 0 0,4 0 424,1-2 0,3 1 1,1-1-1,-3 0-650,-1 0 1,-2 1-1,3-1 650,1-1 1,3 0-1,0-1 1,-3-1 24,0-3 0,-3-1 0,-3 1-1139,8-2 0,-3 0 1172,2-3 0,-14-3 249,-32-7-235,-19 3-40,-20-10-10,-5 13-1,6 9 1,-3 1 299,3 3 1,0 2-214,-8-2 0,-1 0 157,1 3 0,3 1 31,-11-1 1269,16 3-1449,27 1-83,5 1 3226,1 0-3260,7 1 34,13 5-12,7 1-28,12 3 1,4 3 33,-7-2 0,2 1-994,3 3 0,3 2 0,-5 0 952,-2-1 0,-5 2-6,7 9 1,-9 4-543,-17 19-166,-7 2 728,-16-12 0,-3-2 0,2-10 0,-9 13 0</inkml:trace>
  <inkml:trace contextRef="#ctx0" brushRef="#br0" timeOffset="928">3325 2763 16644,'6'3'4867,"-1"0"-3583,-5-3-976,0 0 218,-11-81-212,7 27-814,0 7 0,0-9 0,1 4 539,5 2 0,1 1-17,2-14 1,2 2-12,-1 19 0,2 3 25,2-4 1,0 2-160,-4 7 0,-1 3 252,5-20 100,-7 2-38,-7 34-119,-1 2-105,0 9 1109,1 5-1160,1 8 1107,-2 14-1018,-2 18 1,2 21-6,3-25 0,2 4-6,9 16 1,4 0-279,-5-17 1,3 0 291,10 18 0,8-1-2,4-16 0,3-3-646,3 0 0,1-3 646,-1-3 0,4-4-392,8-8 1,1-8 390,-11-7 1,-1-4 2,1 2 1,-1-2 13,18-13-2474,-25-22 2480,-14 9 22,6-29 3,-18 13 19,-2-10 786,-11-1-802,-5 19-23,-11 7 543,-9 23-593,-7 21 34,3 10-17,8 6-6,13 17 1,11-22-1,11 24-16,11-23 33,31 7-6,5-16 1222,-17-14 0,0-3-1227,16-6 28,-15-9 0,-3-3 6,-2-6 255,-5-1 0,-4-4-138,-7-25-27,-6-2-74,-13 2 17,-17 6-5,-9 12 22,-22-5-39,6 15-34,-2 7-56,20 11 17,10 4 710,2 17-895,9-3-5668,-2 36 5881,12-19 0,-3 3 0,4-20 0</inkml:trace>
  <inkml:trace contextRef="#ctx0" brushRef="#br0" timeOffset="2217">4950 2301 19445,'-19'-43'915,"0"0"0,-6 1 0,-1 10-630,-5 25-156,-18 0-67,5 15-51,10 3 0,-6 18-17,20-4 1,2 4-1,0 2 1,1 2-380,1 10 0,4 1 363,6-3 0,7-1-23,7 0 0,6-1-14,5-1 0,7-3-45,9-3 1,4-4-387,-6-6 0,4-4 258,5-5 1,6-4-1,-2-3 56,6-3 0,0-3 128,11 1 0,1-4 44,-20-6 1,0-4-1,-4-1 57,-1-3 1,-4-3 35,14-7 1,-5-4-4,-19 6 0,-5-1 256,4-25 34,-15 3-34,-18 6-79,-11 7-2505,-17 9 2471,-11 11-77,-6 7 625,2 12-755,7 5-61,12 10 119,14-1-63,5 20-17,10-7 6,9 16 3386,3-18-3375,30 4 11,-2-18-12,22 0 18,-5-18 39,-3-10 44,-7-10 23,-12-6 17,-11-2 22,-9 2 17,-7 3 56,-7 7-95,-3 7-129,-6 9 11,-5 10 1,-5 9-24,1 11 24,3 6-35,9 4 1,14 1-6,11-2 11,13-5 6,1-9 2,-1-12 1,3-3 25,23-3 5,-16-5 1,1-5-113,-6-3 0,-3-3 119,15-13 29,-20-3 1,-4-5 8,-1-24-279,-8 11 0,-3-3 223,-8 0 0,-4-1-687,-3-4 0,-2-1 740,-3-2 1,-2 0 30,0 4 0,-1 1-99,0 7 0,-1 3 127,3 9 1,-1 3 236,-8-7-276,6 19 297,6 15-397,5 8 21,1 33 0,3 16 354,0-8 1,1 4-394,2 8 0,0 2-494,0-12 0,1 0 0,0 0 217,2 12 1,1 3 282,2-12 0,1 6 0,1-2 0,-2-9 0,-2-10 0,0-2 0,2 8 0,1-1 0,0 0 0</inkml:trace>
  <inkml:trace contextRef="#ctx0" brushRef="#br0" timeOffset="5621">7385 2551 17042,'5'-42'934,"1"-1"0,-1 1 0,3-10 0,-4 4 259,-15-11-689,-4 22-74,-5-5 79,-22 14-380,2 19-79,-9 2 0,11 15 1,0 5-23,-15 15-25,20-12 0,2 4-26,0 10 1,6 2 0,-2 17 16,10-19 0,3 1-8,8 2 0,5 0 14,11 5 0,3 7 28,35-20-5,-17-17 13,10-6 1,3-6 19,9-15 2,-10-2 1,-1-4-14,1-11 52,-19 7 0,-4-1 83,-1-11 38,-3-11 72,-7 7-21,-6 8 108,-3 11-221,-2 11-144,0 8-27,0 7 93,-3 17-40,2-2-7,-2 24-38,3-2-5,1 13 2,8 3-9,6-2 15,4-14-67,21 4 40,-6-24 63,15 0-8,-15-18 26,11-23 9,-17-4 15,9-21-72,-18 14 68,-6-20-32,-8 19-16,0-10 22,-3 20-74,0 12-39,0 7-3,0 5 72,5 7-6,3 3 12,8 10-6,-1 0 0,12 16 0,-12-14 0,15 22 5,-15-20-10,5 5 33,-4-13 11,-6-8 11,4-7-10,-2-10 4,7-8-27,4-6-6,-4 4 12,10-6-34,-12 14-12,7 0 1,-9 10 16,-3 10 1,-3 0-35,4 20 7,2 2-18,7 8-10,-1-8-85,10-4 51,-9-15-140,35 4 156,-9-12-201,-12-4 1,0-3 276,-4-3 0,-2-3 3,-1-3 0,-2-2 17,15-13-9,-17 6 0,-3-2 38,3-12-13,2-5 107,-16-2-89,-11 25 27,-7-12-5,-18 21 612,-9 5-330,-17 15 83,1 10 112,1 11-104,8 5-3768,9 2 3316,13 14-2262,29-15 2105,3-3-181,33-20-54,-3-20-82,13-10-87,-1-16 557,-30 11 1,-3-3 37,-4-4 0,-4-3 29,-3-4 0,-4-2 53,-5-5 0,-4-1-17,-4-5 1,-2 0 882,-3-1 1,-1 1-885,2 10 0,0 1 191,-4-8 0,2 4 3119,-2 2-3132,-3-7-181,10 33-183,4 12 911,3 15-648,7 16-124,1 5 23,3 8 1,3 4-255,-3-6 0,2 1 25,-1 0 1,2 3 0,1 0-985,0-3 0,0 0 0,1-1 1136,6 14 0,0-3 1,-6-16-1,-2-4 1,4 4-1</inkml:trace>
  <inkml:trace contextRef="#ctx0" brushRef="#br0" timeOffset="7356">10123 2275 13480,'0'-4'5887,"0"1"-3625,0 3-1567,-64-55-208,28 37-607,-7-12 1,-3 4 360,0 28-116,-2 11-19,-1 11-33,0 8-39,9 5-29,11 3-3199,20 11 3205,12-16-208,15-3 0,8-2 208,0-9 0,2-3-3,5 5 1,3 0-4,8-1 1,2-2-6,-8-4 0,0-2 5,6 4 1,0-1-12,-10-3 1,-2-1 83,6 10-5,-27-9 270,-29 2-276,-26-3-42,11-6 0,-3-1-62,-6 0 1,-1-2 39,-11-2 0,1-2-12,17 0 1,1-3-71,-9-3 1,4-3-672,5-10-1743,1-9 3263,19-2 0,11 13 0,5 1 0</inkml:trace>
  <inkml:trace contextRef="#ctx0" brushRef="#br0" timeOffset="8071">10425 2479 19389,'-5'2'3092,"1"-1"-2263,4-1-96,-12 21-520,16-16 202,9 14-247,15-26-73,6-1 95,-3-8-11,-10-2-38,3-6 44,-7-2 151,-7-3-235,-6 10 67,-7 0-34,-3 10-44,-6 1-57,-13 4-44,-1 8 17,-2 1-6,-1 12 5,10 1 40,-1 10-34,10 13-33,13-2 16,11 7-5,6-17-6,17 3 17,1-10 17,15 3-14,-18-13 0,1-2-764,26 1 767,-3-5-186,-8-16 208,-13-8 2,-13 0 1,-1-3-14,7-11 45,-1-22-1,-21 13 23,-2-11 62,-7 4 33,-11 2-145,2 18 201,-11 1-129,11 20-78,-1 0 0,7 6 734,1 1-734,0 10 196,1 6-247,0 13 18,3-3-7,4 11 12,5 0 3,0-7 0,1 0-9,7 14 9,2-6 0,2-2-3,1-4 0,1-2 0,1 0-11,14 13-6,-6-5 11,-9-6-72,-31-14-180,-18-9-83,-8 1-1497,-24-6-6305,7-5 7295,-3-2 0,22 0 0,16-1 0</inkml:trace>
  <inkml:trace contextRef="#ctx0" brushRef="#br0" timeOffset="8451">11514 2414 20408,'5'-9'4005,"-2"1"-3322,-3 8 505,0 0-718,-36-53-419,26 40-23,-10-16 0,3 6-11,14 23-34,1 3 17,-1 6 11,2 14-11,9 13 6,7 8-12,15 5 6,7-3-11,6-2-278,3-2 283,0-5-44,-6-4-1,-12-5-10,-15-1-191,-24-1-577,-19-1-969,-19-4 342,6-7 1456,-17-6 0,40-6 0,-10-1 0</inkml:trace>
  <inkml:trace contextRef="#ctx0" brushRef="#br0" timeOffset="8662">11497 2474 22071,'0'-43'1141,"1"0"0,-1 3 0,0 10-637,-2 19-308,0 5-168,2 5 0,-3 8-11,1 7 6,-4 14-12,-1 15 11,-4 13-16,1-6-18,3-17 1,-1 3-694,-1 0 1,0 2-1061,2-1 1,0 1 1764,0 5 0,2-3 0,1-5 0,5-9 0</inkml:trace>
  <inkml:trace contextRef="#ctx0" brushRef="#br0" timeOffset="8896">11958 2435 26726,'3'-42'34,"-1"9"-28,-2 65-29,4 1 34,1 22-67,5-3-285,3 1-1194,3-3-632,-3-14 1319,3 4 0,-10-27 0,2 4 0</inkml:trace>
  <inkml:trace contextRef="#ctx0" brushRef="#br0" timeOffset="9105">12177 2145 17949,'-3'-5'4610,"0"0"-4190,3 5-576,-34-29 139,25 32-39,-22-23-1983,42 62 2039,5 2 0,-3-6 0,-2-9 0</inkml:trace>
  <inkml:trace contextRef="#ctx0" brushRef="#br0" timeOffset="9506">12614 2462 24301,'-47'7'246,"6"4"-206,22 15-18,4 4-11,4 2 6,6 3 0,7 0 5,8 0-5,11 0 5,10-4-10,8-3-12,2-8 84,-2-8 112,-5-13 95,-7-14 40,-8-15-3337,-11-24 3079,-8 14-40,-4 8 1,-4 0 16,-11-9-5,-6-8-17,-1 11 17,3 10-23,6 12-44,5 7-18,7 6-256,2 1 3214,2 5-4324,1 6-2724,5 7 4130,9 8 0,-5-10 0,4 0 0</inkml:trace>
  <inkml:trace contextRef="#ctx0" brushRef="#br0" timeOffset="9880">12916 2482 26598,'18'-14'61,"0"16"-50,-10 29-11,3 14 0,-1-5 12,6 19-7,-5-23 12,5 11 5,-6-24-5,-3-11 190,2-8-61,1-13-51,8-11 17,10-27-61,-5 9 5,-7 8 0,0 1 84,8-10-51,7-4-38,1 8-12,6 11-45,-7 12 6,14 19-17,-15 10 29,3 9-57,-1 22-45,-14-20-439,-3 0 0,-1 1 529,2 16 0,-5-14 0,-3-3 0</inkml:trace>
  <inkml:trace contextRef="#ctx0" brushRef="#br0" timeOffset="10529">15224 2135 14257,'-57'-11'651,"0"1"1,2 2 0,5 5 1687,-8 16-2193,13 2-1389,-4 13 1293,29-13 1093,-4 26-1059,27-9 34,16 18-29,19 0 1302,2-8-1347,-10-15 1,3 0-12,0-1 1,1 0-186,-7-5 1,0 0 173,5 4 1,-5-1 3111,-13 3-2944,-18-1-128,-12-5 50,-37-7-40,-8-6-188,10-4 1,-2-2 126,17-2 0,0-1 6,-13-1 0,4-4-12,4-8 55,3-9-1012,21 7 952,36-16 0,-13 23 0,19-8 0</inkml:trace>
  <inkml:trace contextRef="#ctx0" brushRef="#br0" timeOffset="11290">15568 2190 26390,'-4'-59'40,"1"14"-18,11 98-28,7 3 3,-2-10 1,2 2-406,-4-13 1,2 0 398,8 22 1,1 0-20,-9-19 0,0 1-90,4 17 1,0-1-4,-9-22 1,-1 0-894,0 10 1,-1-3-169,-1-2-4120,10 23 1566,-5-46-4122,20-5 7858,-8-29 0,5-18 2615,-17-18-237,-13 23 0,-5-2-450,-4-1 1,-5 1-591,-6 1 1,-5 2-140,-12-1 0,-1 3-922,11 10 0,1 2 143,-11-2 0,2 3 185,5 3 374,4 2-856,16 5 47,11 3-154,27 1 1,-1 1-28,19 0 0,6 0-378,-10 1 0,2 1 377,20-1 1,2 0 2,-10 1 1,-1-1 0,-2 0 0,-1 0 10,-4-2 1,-3 0 8,16-2 243,-8-5-170,-34 4 11,1 1-50,-20 3-34,-3 1 90,-24 3 817,1 2-760,-17 7-35,4 11-106,15-5 11,0 13-23,20-8 7,7 7 10,15 1 0,5-6 12,7-8 0,4-1 5,20 1-169,-14-5 0,0-2 236,19-3 62,-12-14 11,-13-8-27,-14-12-102,-9 2 96,-17-21-74,-7 12-4,-14-13-29,-4 14-11,8 12 333,-10 3-361,17 11-6,-6 0-72,14 6-146,6 6-779,3 4-2789,11 8 3792,2 2 0,1-6 0,-4-6 0</inkml:trace>
  <inkml:trace contextRef="#ctx0" brushRef="#br0" timeOffset="11656">16528 2368 21948,'-4'-4'3479,"1"1"-2320,3 3-1164,-24-32 33,29 32-51,-10-15-5,41 48 34,7 13-20,-21-20 0,0 1 11,-1 0 0,-1 0-2,14 21 16,-11-12 0,-11-13 12,-13-11 49,-11-7-10,-8-8-17,0-3 67,-5-21-62,14-3 1,1-18-29,12 13 28,21-21-5,3 23-17,17-13-84,-2 20-565,6 10-6145,4 7 6766,-6 6 0,-15 2 0,-14 1 0</inkml:trace>
  <inkml:trace contextRef="#ctx0" brushRef="#br0" timeOffset="15226">17273 2520 8002,'9'-6'5769,"-3"1"-4487,-6 5 4174,0 0-4538,11-58-183,-14 36-427,10-41 403,-24 47-442,2 9-163,-11-1-11,-1 8 23,-6 9-34,-3 8-34,-2 9-33,3 6 0,5 4-17,8 1-17,10 5 12,7-14 5,15 4 33,9-18 40,14-1 0,13-8 16,6-14 3,-20-3 1,-2-3 14,11-9 167,4-17 34,-28 13-6,0-5-38,-9 5-3309,-5 8 3129,-4 8-5,0 6-107,0 5-17,-1 2 56,-1 6-5,-2 13-6,2 0-6,-1 18 1,4-5-57,4 11-145,6 1-359,11-1-560,12-2-526,12-8-449,11-11 2649,-23-16 1,1-4-1087,4-5 1,-1-5 447,1-1 1,0-5 436,5-9 0,-2-2-134,-13 7 0,-2-1 358,6-9 1,-3-1 133,-6 0 401,-6 2 1,-1-2 24,-6-8-95,-9-18-795,-10 28 151,-21-2-112,-3 19 57,-26 4 59,17 6-290,-19 11-67,31 5-33,-4 11-6,14 5 6,10 12-6,21 0 11,10-3 0,19-10-5,4-18 50,5-10 39,-1-11 11,-4-10 157,-1-13 230,-12 1-162,-8 4-40,-12 10-263,-8 11-34,-3 8 6,0 4 23,-3 20-12,-2 14-11,-3 2 0,-2 4-1696,0 0 0,-2 2 1690,1-5 0,-1 2 1,1-3-20,-3 5 0,0 1-317,2-5 1,-1 2-1,0 0 237,1-5 1,1 0-1,-2 1-50,-4 9 0,-1 1 1,-1-1 40,0-4 0,-2-1 0,-1-2 104,-3-6 1,-1-3 0,0-3 17,1-2 1,0-5 30,-30 2 6,41-49-28,14-13 0,7-9-9,8-8 0,5-4-380,-6 16 0,2-1 1,3-3 362,7-3 1,5-5 0,1 2-1,-4 4 9,5-5 0,2 0 0,-3 7 0,3-6 0,2 1 0,-4 5 3,-4 8 1,-3 3 0,2-1 3,8-10 1,1-2 0,-3 2 802,4-5 0,-3 1-805,-3 2 1,-5 0 472,-13 12 0,-5 1-400,0-11-10,-13 5-29,-9 23 1731,-18 10-1742,7 7 1208,-21 11-1180,11 10-45,1 1 17,12 1 0,4 4-14,9 2 0,3 0-2,-6 32-4,25-16 0,8-3-8,9-5-415,5-4 1,8-2-351,3-12 1,1-3-4152,1-1 1,0-2 3585,-3 0 1,-4-4 0,0-4-1,-32-5 1</inkml:trace>
  <inkml:trace contextRef="#ctx0" brushRef="#br0" timeOffset="256265">2058 2766 10231,'-1'-6'1400,"0"1"286,1 5-1400,68-41-1116,-34 33 1,4 3 883,2-9 0,4-3 0,1 4-7,17 9 1,1 4-24,-20 0 1,-1-1-1,3 1-420,4-1 1,3 0-1,-3 1 446,13 0 1,3-1 118,-14 1 1,5-1-1,1 0 1,-3 1 61,3-1 1,-2 0 0,4 0-381,-10 0 0,4 0 1,1 0-1,0 0 1,-2 0 265,7 0 1,0 0 0,-1-1-1,0 0-28,3 1 1,0-1 0,1 0 0,3 0-16,-13 0 1,3 0 0,1 0-1,0 0 1,-2 0 0,-3 0-39,7 0 0,-3 0 1,-1 0-1,5 0 6,-6-1 0,5 1 0,1-1 0,-1 1 0,-2-1 0,-7 1-9,9 0 1,-7-1 0,6 0-2,-4 1 1,7-1 0,3 0 0,1 0-1,-1 0 1,-4 0-357,-4 1 1,-3-1 0,-1 1-1,2-1 1,3 1 346,-3 0 0,4-1 0,2 0 1,0 1-1,1-1 0,-2 1 0,-1-1-148,3 1 1,-2-1 0,-1 1 0,0 0 0,1 0 0,0-1 143,2 1 1,0 0 0,0 0-1,0 0 1,1 0 0,0 0-81,0 0 1,1 1 0,-1-1 0,1 1-1,0-1 1,0 1 83,1 0 0,0 0 1,1 0-1,-2 0 1,0 0-1,-3 0-12,1 0 0,-4 1 0,0-1 1,1 1-1,4-1 9,-3 1 1,4 0 0,1 0 0,1-1 0,0 1 0,-2 0 0,-4 0-24,6 0 0,-5 1 1,-1-1-1,2 1 0,4-1 13,-12 0 1,2 1-1,3-1 1,0 0 0,1 1-1,-1-1 1,-1 1-1,-2-1-5,9 1 1,-2 0 0,-1 0-1,-1 1 1,0-1 0,1 0-1,0 0 1,0 1 0,0-1-1,0 1 1,-1-1 0,1 1-3,0-1 1,-1 1 0,1 0-1,-1-1 1,0 1 0,1 0-3,-1 0 0,0-1 0,0 1 0,0 0 0,0 0 0,0 0 9,0 0 0,1 0 0,0 0 1,-1 1-1,-1-1 0,-2 0 1,1 0 0,-4 0 0,0 0 0,1 1 0,4-1 5,-3 1 1,4 0 0,1 0 0,2 0-1,-1 1 1,-3-1 0,-2 0-3,4 1 1,-3-1-1,-2 1 1,2-1 0,4 1-9,-5 0 0,4 0 1,2-1-1,0 2 1,0-1-1,-1 0 1,-2 0-4,-1 0 1,-2 0 0,0 0-1,-1 0 1,0 0 0,0 0-1,0 0 1,1 1 0,-1-1 0,0 0 0,-1 0-1,-3 0-3,13 1 0,-3 0 0,0-1 0,5 1 3,-8-1 1,4 0 0,1 0 0,1 0 0,-2-1 0,-3 1-3,-4-2 0,-4 1 1,-1-1-1,2 0 0,3 0 6,-3-1 0,2 1 1,2 0-1,1 0 0,0 0 1,-1-1-1,-2 1 4,1-2 0,-1 1 0,-1 0 0,-1-1 1,0 0-1,1 0-4,1 0 0,0-1 1,0 0-1,0 0 1,0 0-1,0 0 5,0 0 0,1 0 0,-1-1 0,1 1 1,-1-1-1,1 0 1,0 0 0,2-1 0,-1 1 0,-1-1 0,0 0 0,-2 1 17,-1-1 1,-2 1 0,0-1 0,1 0-1,3 1-16,-3-1 1,3-1-1,3 1 1,0 0-1,-1-1 1,-1 1-1,-3 0 4,4-1 0,-3 1 0,-2 0 0,2 0 0,3-1-6,-3 1 0,3 0 0,3-1 0,-1 0 0,0 1 0,-3-1 0,-3 1-9,12-1 0,-5 1 0,-1-1 0,5 0 6,-7 1 0,4-1 1,2 0-1,-1 0 1,-1 0-1,-4 0 1,7-1 0,-4 1 0,0-1 0,4 0 36,-7 0 0,2 1 0,3-1 0,0 0 0,-1 0 1,-3 0-35,1 0 0,-2 0 1,-2 1-1,0-1 0,0 0 0,0 0 0,-1 0 1,0 0-1,-1 0 1,1 1 3,10-2 1,0 0 0,-1 1 0,0 0 8,-2-1 0,-2 1 1,1-1-1,-2 1-13,-3 0 1,0 1 0,-1-1-1,-1 1 39,-2 0 1,-1 0 0,-1 0 0,-1 1 93,11-1 0,-1 0 0,-2 1-145,-5 0 0,-1 1 0,-2 1 480,15-1 1,-3 0-548,-9 1 0,-3 2-818,-5 2 0,-4 2-1512,5 1 2397,-13 9 0,-26-9 0,-4-1 0</inkml:trace>
  <inkml:trace contextRef="#ctx0" brushRef="#br0" timeOffset="262191">958 4472 22875,'34'-3'-409,"0"0"0,20-2-38,-4 0 0,10 0 1,-4 0-573,-2 3 0,-6 1 477,-13 1 0,-4 4-864,4 21 1749,-53 4 208,-4-5 1,-7 0-708,-16 4 0,-5-2 595,12-5 1,-3 0-1,2 0-196,-11 5 0,-1 1 144,10-6 1,-2 2-1,2 0-169,-14 8 1,3 0-321,6-2 1,2 0 18,6-2 1,8-2-167,20 1-85,19-12 396,28-8-6,22-12-42,-5-5 0,5-5 230,-4 0 0,0-3-235,-12 2 1,2-2-1,-3 0 10,7-8 1,-5-1-3,-10 6 0,-2-2 61,-1-5 1,-3-4 488,-8 2 0,-4-2-338,-1 0 1,-4 0 61,-4-4 1,-5 1 312,-20-18-324,-3 14 33,-1 14 1,-1 2 73,-7-2-46,-10-7-206,22 21 1040,6 6-1197,10 4 310,2 3-294,12 8 68,16 10-119,22 15-70,-18-10 1,0 3-482,0 4 1,-3 4 131,-4 4 1,-8 4-1228,-11 5 1,-11 1 1709,-15 10 1,-5-4 0,10-21 0,-1-4 0,-6 0 0,1-1 0</inkml:trace>
  <inkml:trace contextRef="#ctx0" brushRef="#br0" timeOffset="263411">3583 4407 17176,'-3'-6'3467,"1"0"-3064,-32-20 1,-11-2-1543,4 12 1374,-11-14 1,-1 5 16,9 26 371,7 7-595,10 6 271,11 6-138,12 7 125,14 7-185,13 8-96,-4-17 0,3-1 25,4 3 1,2-1 138,4 1 1,1-1-131,1 0 0,-1-1-11,-2-1 1,-2-1-469,16 20 233,-26 4 139,-20-16 75,-35 13-24,8-29 1,-3-1-22,-12 4 1,-3 0-314,-5-1 0,-2-2 306,0-2 0,1-2 36,12-2 1,1-3 87,-6-2 1,3-5-394,2-12-1556,-2-13 2032,42-14 0,2 17 0,12 1 0</inkml:trace>
  <inkml:trace contextRef="#ctx0" brushRef="#br0" timeOffset="263675">3956 4205 25278,'-4'39'27,"0"-1"1,0 2 0,3 0 68,4 1 1,3 1-540,-2 1 1,1 0 245,1 0 0,0 0-148,1-1 0,0 0-403,2-2 0,0 1-664,0-2 1,0 1-2137,0-2 1,0-1 3517,4 22 0,-5-24 0,-5-18 0</inkml:trace>
  <inkml:trace contextRef="#ctx0" brushRef="#br0" timeOffset="264441">3986 5038 15468,'-14'-55'1525,"1"1"1,0 4-1,3 9-735,2 18-80,2 8-760,3 6-94,8 3 20,14 0-38,20-5-40,23-3 118,-25 6 0,4-2-10,0 0 1,4-1 0,-3 0-1574,-1 1 0,-2-1 1656,14-3 0,-2 0 17,4-4-81,-7 2 377,0 0 269,-21 5-134,-15 5-235,-17 3-6,-7 1 3371,-12 1-3102,-12 1-364,10 2 401,-9 5-446,15 3-45,-2 8-33,5 2-17,7 5 16,5 1 7,8-1 4,5-2 46,7-5 84,5-8 44,5-7-16,8-14-6,5-13 16,2-13 102,-3-5 145,-10 1 140,-12 11-32,-8 10-226,-6 11-110,-6 6 78,-5 8 268,-6 5 22,-2 10-97,4-1-30,1 10-416,11 7 0,11 3-63,15 7-140,18-13-295,13-8 243,-24-16 0,0-3-75,1-1 0,0-3-41,27-9 421,-7-13 6,-5-16 28,-9-14-25,-21 18 0,-2-2-463,-1-5 1,-3-3 459,-1-7 0,-2-1 0,-1-3 0,-2-1 22,-1 1 1,-2 1 66,0 6 1,-1 3 16,-1 9 1,-3 4 72,-3-10-106,-2 21-79,-2 12 155,-6 25-211,4 0 952,-12 34-957,10 5-3,6-16 0,2 3-535,1 5 1,4 2 466,4 2 1,3 0-67,3 0 0,5-1-233,11 5 0,3-3 185,-8-19 0,1-1-373,11 7 0,0-3-1513,6-1-2231,5 0 3567,-12-15 1,-14-11-1,-9-8 1</inkml:trace>
  <inkml:trace contextRef="#ctx0" brushRef="#br0" timeOffset="264956">5019 4633 23573,'29'-17'-155,"1"-1"0,11 2 0,4 4 34,-1 10 1,0 3-186,-1-2 1,-1 0 179,-8-1 0,-2-1-149,13-3 276,3-5 123,-7-4 135,-18 5 475,-6-4-538,-17 9 151,-5-1 247,-14 4-51,-7 3 133,-11 5-497,5 5-151,7 0 0,8 6-16,12 6-7,5-3 6,28 15 12,7-18-6,21 5-6,-13-14 11,-4-5 124,13-15-90,-24 3 145,23-27-33,-39 9-78,1-8 117,-17-2 45,-8 10-11,-11-2 117,-23 11-128,1 11-96,-1 9 24,5 12-42,15 5-70,-7 18-8,14-8-183,9 28-376,29-17-1003,9-2 1,6-2-1132,-8-12 1,2-3 2643,15 8 1,-4-5-1,-13-9 1,-2-2 0</inkml:trace>
  <inkml:trace contextRef="#ctx0" brushRef="#br0" timeOffset="270958">6973 4582 24970,'-6'-53'471,"0"11"-750,6 45 309,-1 6 56,3 17-115,0-3 20,2 18 22,-2-10-97,-1 9 149,-1-2 70,-4 0-51,1-14 158,-3-2 464,4-17 95,-1-2-245,-2-9-614,-8-21-74,2 2 30,-9-33-45,10 2-340,5 17 0,1-1 437,2-2 1,2 1-19,0 9 0,3 1-33,4-7 1,2 3 348,6 0-5,11-6 33,-1 27 95,7 14-199,8 14-181,-11 5 1,-1 3-106,13 12 289,-13-3 1,-1 3-450,7 16 103,-12-12 1,-2 0-180,6 12 107,-12-17 1,-4-4 28,-6-11 153,0 6 226,-4-20 163,0-7-229,-1-13 116,-1-19-32,1-1 451,-1-27-477,7 26 0,0 0-463,2-25 509,2 23 0,3 3 98,8-1 277,-2 7-117,7 9 237,15 29-525,-12 0-86,18 12-167,-20-1 0,0 2-126,-1-2 0,0 2-158,14 11 0,-1 0 209,-12-10 0,1 1-639,14 10 0,1 0-25,-12-12 1,1-2-377,13 9 0,0-3 401,12 0-4,-24-16-1,0-3 130,19-3 592,-13-9 0,3-5 290,-2-6 0,-1-3 9,-6 2 0,-2-3 16,0-8 1,-5 1 259,-7-2 1108,2-7-767,-11-4 517,-12 1-1058,-8-5-494,-8 16-3119,-31 13 3053,18 12 388,-6 6 1,-2 5-224,-1 10 136,12-1 1,4 2 82,-1 19-10,14 5-14,9-8-3,9 9-200,5-13 3298,3-1-3439,27-1 0,-6-19 12,13-2-3185,10-30 3363,-29 3-175,1-7 1,-3-2 587,-9 1-95,-2-2 1,-3-1 273,-7 0-43,-3-10-219,-6 21 92,-4 4-383,3 11 3064,-2-1-3374,5 7 1199,1 1-1025,4 22-22,3 1 27,6 20 15,3-3 4,4 2 0,-3-9-210,8 3-613,13-11 432,7-7 52,15-11 213,-2-21 277,-28 0 1,-1-3 106,-1-3 1,-3-3 220,14-25-67,-17 10 276,-14-14-197,-13 22-231,-1-7 328,-14 10-341,8 14-168,-2-1-129,8 9 60,4 8 20,1 2 34,1 25 28,0 0 15,3 19 11,0-4-30,3-1-25,1-7-28,2-9 81,-2-13 64,3-9 137,6-16-71,4-10-33,8-17 18,0-7-14,-2-3-27,-6 11 21,5-6-74,-8 19 8,8-2-87,-9 15 7,5 6-5,4 15-40,2 6-4,6 14-50,-4 4-56,2 4-100,9 1-494,10-5 628,-20-20 0,2-3 45,5-3 0,1-3 45,2-2 0,1-3 64,1-3 0,0-4 39,-2-1 1,-1-3 10,-3-4 1,-2-3 28,-4-1 0,-2-2 86,17-21 51,-12-5-68,-12 10 152,-7-8 179,-11 5-218,-8 3-90,-12 6-72,-11 19-29,-10 15 0,-9 14-28,-3 15-253,25-14 1,1 3 238,2 0 1,3 1 307,-6 23-333,15-4 11,21-10 17,13-11 28,13-12-17,-4-9 28,21-20 29,-18-7-15,-12 5 0,0-3 609,4-19-466,-11 1 138,-9 4-194,-7 10 291,-8 2-229,1 14-141,-2 0-61,4 11 12,3 9-12,0 13-6,2 18-22,1 18 3,0-22 0,0 1-545,0 6 0,2 1-324,-2 4 1,2 2 893,0 7 0,0-2 0,0 7 0,1-5 0</inkml:trace>
  <inkml:trace contextRef="#ctx0" brushRef="#br0" timeOffset="272031">9949 4544 9336,'3'-12'5456,"0"3"-3234,-3 9-456,0 0-446,3-70-295,-3 36-596,1-11 1,-1 0 613,-7 5-806,0 14 176,-7-3-131,2 17-151,-4 1-97,-3 6 43,-11 15-17,7-1 15,-17 23-9,7 4-32,10-10 0,0 4-4,-5 12 0,0 1-17,6-5 1,2-1-6,0-1 0,3 0-23,4 19-72,20-21 41,12 2 23,19-13 13,11-12 56,7-17 19,2-12 32,-5-14-190,-8-9 300,-12-7 34,-15-3 6,-9-1 50,-11 4 33,-3 9-38,-2 12-88,0 12-150,4 10-11,1 13 298,2 2-254,1 21-12,4 6-35,5 17-94,8 6-729,-6-28 1,2 1 222,4 0 1,1-1-820,3 1 0,2-1 1293,5 1 1,-1-3 0,4 4 0,-3-8 0</inkml:trace>
  <inkml:trace contextRef="#ctx0" brushRef="#br0" timeOffset="274291">10683 4541 16773,'-3'-4'4005,"0"0"-2706,3 4-425,-30-72-118,16 39-300,-6-15 1,-2 1 109,-3 18-393,-5 7-66,-9 15-39,-6 18-46,-4 12-11,0 15-8,27-14 0,3 1 2,-10 30-8,21-23 1,4-1-4,5 12 34,34 8-11,-8-35 14,11-3 0,2-5 25,-1-9 42,-3-2 0,1-5 148,2-15 68,3-11 206,-10-14-200,-16 7-192,-6 4 96,-9 12-112,-3 15-117,0 1-1,-2 20 17,0 18-5,0 8 2,0-4 1,0 3-4,-2 14-847,-1-1 0,-1 11 1,-1-2 820,2-14 0,1-2 1,-2 4-21,-1 8 1,-2 5-1,1 1 1,-1-6 2,1-5 1,1-3 0,-3 1-33,-3 12 1,-3 1 0,0-4-41,3-14 0,-1-3 0,-1 0 127,-4 4 0,-2-1 0,1-5 13,-2-1 1,-1-12 3,-16-20-45,25-58 11,11 24 0,4-4-630,7-15 1,5-7 0,1 3 626,-1 6 0,4-3-13,0 7 0,3-7 1,3-3-1,0 3 1,-3 7-8,8-12 1,2 3-22,1 2 1,5-7 0,2 1-1,-3 8-657,6 1 1,-1 4 677,-7 8 1,1-1 0,-1 4 423,8-1 1,-2 5-478,-9 9 1,0 2-49,11-6 1,0 2 75,-7 5 1,-3 3 14,24-9-35,-11 12 18,-25 10 1813,2 6-1735,-15 7 2048,-3 9-2036,-1 1 789,0-4-784,0 1 382,2-3-383,2-2 40,5-4 12,5-7-57,0-7 34,21-15-40,-14 2 14,2-9 1,-1-5-3,-2-13-12,-7 10 1,-3 0 17,-2-9 128,-13-4-67,-12 24-28,-16-4-22,-14 18-12,-6 11-39,11 4 12,-2 13-18,16 5-16,-2 24 5,14-11-19,11 2 0,5-1 3,6-3-96,12 5 0,7-2-86,0-18 0,3-2-197,15 8 1,3-2-250,0-8 0,1-5-95,1-2 0,-1-3 162,-2-6 1,-2-4 235,18-5 184,-27-10 1,-5-4 302,1-14 14,-12 7 0,-3-1 334,-4-22-169,-7 10 930,-5-12-801,-1 28 711,-5-15-682,3 29-315,-2-1-173,3 10 16,3 13 1,0-1 16,5 18-16,0 6 11,5 26-17,-5-16-11,-1 16 11,-4-34-6,0 8 168,0-22 230,0 0-319,5-33-28,1-3-23,8-23 6,4-1-33,8-2 10,4 4 23,3 9-28,-7 15-5,3 9 5,1 11 11,2 9-28,5 10-11,-12 13 34,-7-2-6,-7 26 0,-9-16 5,-4 12-16,-2-23 67,1-9 67,1-11-5,2-7-79,5-12-50,3-11 39,7-12 11,4-7-33,3-3 5,2 4-5,0 11-6,-2 11-6,-1 11 17,-5 5 0,19 9-44,-7 6 33,16 10 11,-10 8-11,0 8-336,-2 5 325,3 2-6,5-4 28,4-8-17,1-10 23,-4-10 62,-8-12-7,-5-12 1,-6-14-50,-5-2-12,-6-3 0,0-3 28,5-16-14,-6 14 1,0 0 394,1-14-314,-5 13 6,-11 12-22,-6 10-62,-3 7-11,-11 5-6,5 10-11,-6 7 0,9 2-11,1 23-1,10-15-30,2 7 0,3 2-142,8 12-35,0-12 1,2 1-107,9 9-179,3-15 0,5-4-107,20-4 204,-10-7 0,2-4 228,16-10 117,-13-10 0,-1-4 135,12-15-6,-16 6 1,-1-4 32,-10 3 1,-4-1 39,-2-1 0,-2-1 219,12-24 49,-7 9 40,-7 10-112,-6 11-235,-5 11-28,-3 6-79,-1 7 288,4 9-265,3 9 6,3 14-23,-1 13-5,-3 10-1,-3 3 6,-2-5 11,0-12-5,0-16 5,2-13 79,3-9-23,4-10-17,9-8 12,6-11 11,6-9-51,-6 4 17,14-14-22,-15 18-11,6-5-1,-15 20-5,-5 8 6,0 9-12,2 7 12,12 13 0,-4-8 5,17 10-6,16-12 3,-14-9 1,4-2-397,3-4 0,1-4 402,4-5 0,-2-5 0,-9-4 0,-3-5 2,-3-5 1,-3-3-9,-9 6 1,-2-4 8,0-24 0,-5-5-15,-8 14 1,-3-3 12,1 4 0,0-3 0,-3 2 38,-3-7 1,-4 3 13,1 6 0,-4 5 62,-16-16-17,-7 20-23,-3 16-33,1 12-33,3 13-6,6 14 781,4 17-792,6 19 5,8-23 0,3 3-363,4 4 0,3 2 332,5 2 1,5 1-32,6 1 1,8-1-83,3-11 1,5 1-1,-1-4 7,2 3 0,5-2-294,9-2 0,6 0 0,-6-6-344,-15-10 0,0-3-8,5 1 1,4 0 0,-5-4-6947,23-3 6997,-4-7 0,-28-3 1,-19-4-1</inkml:trace>
  <inkml:trace contextRef="#ctx0" brushRef="#br0" timeOffset="274481">13931 4219 20985,'-9'-3'3792,"2"0"-3164,7 3-191,0 0-118,61-52-210,-27 41 0,4 0-719,5-9 0,4-4 0,0 5 625,-2 10 0,0 5 0,1-1-17,-1 0 0,0 1 0,0 0-124,19-1 0,-2 2-1030,-6 1 0,-2 3 1156,-5 2 0,-5 1 0,4 0 0,-14 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0T14:40:47.71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4429 2462 11166,'1'-8'3523,"1"-24"0,0-4-1853,-4 9-1116,3-9 1,-1 2 16,-4 19-610,0 8-51,2 7 124,-1 19 78,0 12-34,-4 27-31,2-16 1,1 0-405,-1 18 379,1-18 1,3-2 11,6 2 117,12 9-33,0-23 213,18-6 33,0-25-62,16-13-286,-22 1 1,-1-4 123,9-13 0,0-4-48,-7 4 1,-2-1-46,0 1 1,-3-1 55,-7 5 1,-2 0 64,1-8 0,-3-2-84,-7 12 165,-5 14-2400,-1 7-661,-1 20 2812,0-2 0,0 5 0,0-8 0</inkml:trace>
  <inkml:trace contextRef="#ctx0" brushRef="#br0" timeOffset="667">5080 2459 14913,'-3'-5'4504,"1"1"-2746,2 4-1713,-1 9 73,5 2 83,2 8 354,14-2-336,-3-7 358,21-6-437,-17-8 61,22-12-55,-12-7-43,-7 1 1,-1 0-9,6-10 309,3-19-136,-25 27-161,-1-5 50,-10 12-6,-4 8-129,2 3-33,0 3-45,4 3-246,2 0 296,0 2-44,0 5-74,0 2-805,0 7-8902,0 6 9772,0-2 1,0-3-1,0-11 1</inkml:trace>
  <inkml:trace contextRef="#ctx0" brushRef="#br0" timeOffset="1284">5416 2348 8444,'-4'-9'5988,"0"2"-3955,4 7 2638,0 0-3679,-7-25-219,4 15-202,-8-20-358,7 24 95,-4-1-45,-2 1-196,-3 1-27,-1 2-29,2 2 167,6 1-12,2 1 82,3 1-55,1 8-67,4 4-57,5 12-7,8 4-51,5 7-180,4 3 1,1 3-85,-1 1 89,-2-1 65,-2-1 53,-7-10-16,-1 13 61,-18-11-98,-18 15 35,-8-16-808,-10-10 0,-3-2-439,-4-1-3605,2-5 1,2-2 3698,12-5 0,2-3 0,22-4 0</inkml:trace>
  <inkml:trace contextRef="#ctx0" brushRef="#br0" timeOffset="1767">5686 2434 23075,'-3'22'156,"4"-1"-66,9-3 100,6-3 62,2-4 17,4-5-106,-5-3 402,4-6-184,-6-13-303,-2 0 51,-2-20-33,-6 3-46,0 0 202,-2-15 40,-5 23-63,-4-7-134,-3 20-78,-4 8-28,0 7-6,-5 9 12,4 3-12,-10 29 17,10-2-6,6-10 1,0 1-7,6 25-144,16 1-430,-1-30 1,5-1-2948,7 0 1,2-2 3532,1-4 0,0-2 0,10 5 0,-14-12 0</inkml:trace>
  <inkml:trace contextRef="#ctx0" brushRef="#br0" timeOffset="2892">6550 2227 8231,'3'-6'6705,"-1"1"-5871,3-24 1,-2-7 560,-8 8-801,5-11 0,-3 2 363,-16 17-363,-5 9-225,-6 8-66,-6 12 145,-5 11-49,-4 16-487,22-14 0,2 2 222,0 3 1,1 1-32,3 1 1,3 0 196,-5 30-56,11-17 31,20 10-405,10-23 38,20 7 83,10-19 14,8-9 22,1-9-83,-8-7 203,-13-4 604,-17-1-450,-14 1-180,-16 1-126,-14 4 27,-19 6-16,-16 11-1,23-2 0,0 1 8,-1 4 1,0 1-13,4 1 1,2 1-20,-17 18 19,17 3 35,13 2-51,12 2-23,15-1-28,2-9-29,36 5 4,-1-18 41,-11-7 1,2-2-127,-4-5 0,1-4 81,0-2 1,0-4 4,1-1 0,-2-3 30,-1-4 1,-2-3 65,-2-3 0,-2-1 33,-3-3 0,-3-1-8,-2-1 1,-3-2 34,12-26 75,-9 3 117,-8 7 52,-6 10-37,-8 12-80,-3 10-151,0 7-158,0 4 42,0 8 96,-2 11 216,-2 17-232,-1 17-13,4-19 1,0 1-118,1 4 0,1 0 121,0 2 0,2 0 1,1-3 1,3 0-21,0-3 0,1-2-44,9 20-29,1-12-33,-1-13 92,-4-11 90,-3-11-75,-3-17 14,-3-15 13,1-23-11,-3 14 1,0-2-198,-1-9 0,0-2 210,-1-7 0,-1-1 30,-1-1 1,1-1-409,0 3 1,0 2 391,0 7 1,-1 2-13,0 8 0,-1 4-23,-4-16 6,4 14-90,13 7-6,22 1-363,27 2-185,-17 13 1,3 5-2586,12 7 1,-1 6 3279,-14 1 0,-2 2 0,24 11 1,-44-5-1</inkml:trace>
  <inkml:trace contextRef="#ctx0" brushRef="#br0" timeOffset="3099">6771 2809 15414,'-3'0'7578,"0"0"-5135,3 0-2510,6-28-243,25 9 371,0-19-279,4 21 1,5 3-234,-6 0 1,1-2-1176,19-10 1,-1-1 217,-16 8 1,-2-1 1432,16-11 0,-7 1 0,-19 12 0,8-8 0</inkml:trace>
  <inkml:trace contextRef="#ctx0" brushRef="#br0" timeOffset="3476">7436 2337 31104,'-10'7'809,"0"12"-1764,4 21 547,1-5 1,0 3-108,-2 17-5,2-12 0,1-1 238,2 13 104,1-21 1,0 0-611,6 24-1527,11-5 433,7-22 775,3-8-594,6-19 551,0-24 988,-4-10 136,-7-25 455,-17 8-294,-7 12 1,-4 0 98,-1 3 1,-2-2 232,-7-17 1,0-4-121,1 9 1,1-1-1156,-1-8 0,2 2 895,7 19 0,2 2 110,3-6 1,4 2 202,12-15-143,2 18 0,2 1 277,10-6-255,-1 18 0,2 4 138,8 9-259,7 3-2552,6 16 2488,-1 15 0,-16-10 0,-2 3 0</inkml:trace>
  <inkml:trace contextRef="#ctx0" brushRef="#br0" timeOffset="3649">7507 2600 27834,'35'-36'-418,"0"0"0,0 3 0,0 5 0,-2 13 0,-1 4 0,12-4 0</inkml:trace>
  <inkml:trace contextRef="#ctx0" brushRef="#br0" timeOffset="4050">8101 2262 29556,'-53'33'1297,"20"-10"-815,69-32-402,-4-2 64,-5-4 0,1-2-67,8-9-43,10-14-10,-24 8-40,-12 9-290,-13 2-328,-20 9 195,-11 3-5,-5 7 567,-7 11 691,2 13 225,3 3-247,2 10-792,19-1 0,8 5 0,7 3 0,7-7 0,13 7-717,29 2-536,-18-21 0,4-2-1978,21 5 0,5-5-1685,-10-8 1,-2-4 3366,0 0 0,-3-3 0,2-4 1,-31-2-1</inkml:trace>
  <inkml:trace contextRef="#ctx0" brushRef="#br0" timeOffset="4583">8918 2212 25651,'-59'-1'1119,"-1"0"1,5 1 0,5 4-644,0 16 62,13-2-201,-1 8-703,14 0 20,-4 15 7,13 0 75,5-2-341,16 2-118,6-8-257,5 2-60,11-8 1,5-2-302,19 2 405,-7-7 0,3-3 585,-9-9 0,1-5 283,9-4 1,-1-3 236,-7-1 0,-3-3 87,-2 1 1,-3-3 781,16-13 345,-22 3-463,0-3-374,-12-1-292,-7 0-273,-2-3-111,-1-5 539,1 3-507,1-2 0,0-3-3675,4-25 3752,-4 24 0,0-3 83,-2-12 0,-1 0-208,-3 16 1,-1 0 250,-1-14 0,-3 1 17,-2 14 0,-1 3-2,-8-11 63,-5 7 76,-1 17-36,3 4 3125,0 9-2740,8 14 1036,5 12-1133,2 2-162,9 37-134,7-9-209,-3-13 1,2 4-96,6 3 0,0-1-113,-5-13 0,-1 0-146,4 12 1,-2 1-948,-2 11 486,-1-1-1002,-5-20 0,-1 0 1791,0 6 0,1 0 1,-4-23-1</inkml:trace>
  <inkml:trace contextRef="#ctx0" brushRef="#br0" timeOffset="4766">9205 2307 25992,'18'-38'-185,"0"0"1,3 3-1,6 9-2175,12 16 1,3 8 2369,-5-1 0,-3 0 1,11 1-1,-21 2 0</inkml:trace>
  <inkml:trace contextRef="#ctx0" brushRef="#br0" timeOffset="8783">3616 3656 14056,'55'0'-19,"0"0"0,0 0 0,-2 0 0,0 0 0,-2 0-933,5-1 1,-1 1 1046,-13-2 0,0 1 1,2-1-412,4 0 1,1-1-1,2 1 510,5-2 1,1 0-1,2-1-23,-10 1 0,1 0 0,2-1 0,0 1-15,6-1 1,1-1 0,1 1 0,2-1-387,-7 1 1,0-1-1,1 1 1,2-1-1,0 1 272,-5 0 0,1-1 0,0 1 0,1 0 0,1 0 0,0 0-273,5-1 1,0 1 0,2 0 0,-1-1 0,2 1-1,0-1 246,-6 2 0,0-1 1,1 0-1,1 0 0,0 1 1,0-1-1,0 0-105,-5 1 0,1 0 0,-1-1 0,1 1 0,0 0 0,1-1 0,-1 1 0,1 0 91,1-1 0,1 1 1,-1 0-1,1 0 1,1 0-1,-1-1 1,0 1-1,0 0-62,2 0 0,0 0 1,0 0-1,0 0 0,0 0 1,-1 0-1,-1 0 0,-2 1 49,8-1 1,-3 0 0,-2 0 0,1 0 0,2 1 0,3-1-83,-9 2 0,3-1 0,2 0 0,1 1 0,0-1 0,1 1 0,-3 0 1,-1 0-1,-4 0-616,9 0 1,-3 1-1,-3 0 1,0 0-1,2 0 1,2 0 709,-7 0 0,4 0 0,1-1 0,1 1 0,-1 0 0,-3 0 0,-3 1 0,-5-1 0,11 1 0,-6-1 0,-4 2 0,-4-1 0,9 0 0,0 0 0</inkml:trace>
  <inkml:trace contextRef="#ctx0" brushRef="#br0" timeOffset="13210">7733 4252 15208,'0'-10'2969,"0"3"-2229,-3-28 0,-3-5 1158,0 2-1761,0-5 0,0 2 480,-1 16-244,3 18-586,0 1-563,1 7 1075,-1 19-100,-3 16-135,2-6 1,1 4-7,-2 5 1,0 2-11,1 5 1,1 0-97,1-9 0,0 1 122,2 14 1,2-1 63,4 11-254,-2-21 0,0-2 62,3 5 1,-2-18 273,-4-8-124,-9-13-71,-9-6-48,-15-11-2,-11-10-18,5 0 74,-12-11 65,25 13 0,1 0 96,-15-14 87,12 7 1,3 1 32,5 3-108,-5-6-159,17 19 142,3 7-209,4 3 268,0 17-194,2-3 8,8 33-6,6-12-9,13 17-3,10-12 56,13-6-28,-6-11-42,-3-13 0,0-3 91,4-2 22,5-6 1,1-6-316,3-9 346,-16 1 1,-1-2 7,-10 0 0,-3-1 90,24-20-3310,-4 1 3165,-13 10-454,0 2-7041,-17 22 7341,-3 6 1,-7 3-1,-7 3 1</inkml:trace>
  <inkml:trace contextRef="#ctx0" brushRef="#br0" timeOffset="15518">7361 6279 13413,'-9'-46'1607,"-1"0"1,0 0-1,-3-18 1,2 4-1018,4 23 1,2 2-45,1-3 1,2 1-15,1-15-297,4 9 90,1 22-230,-1 13-67,2 6 129,6 22-39,2 10-79,2 7 28,0 17-11,-10-5-34,-2-13 1,-2 0 22,-5 19 78,-2-3 6,-3-29 195,1-8-44,-2-12-128,-4-9-24,-11-22-111,7 0 2,4 0 1,1-3-3,0-26-20,6 7 1,2-4 4,3 7 1,3 0-343,1-9 1,4 1 344,2 14 1,2 3-1,0 4 1,1 3 0,7-12-12,9 4-5,3 16 5,17-2-5,-11 16 0,3 3-1,-4 2 1,0 3 5,1 1 1,-2 4-6,-2 4 0,-3 4-12,10 19 6,-20 0 1,-4 2 5,-4 16 2,-16-8 1,-11 0 24,-16-3 1,-5-3-11,9-5 0,-3 0 7,-6-1 0,-5-1 0,3-4-263,8-7 1,1-3 271,-7 4 1,1-3-2889,-8-10 2889,29-8-1,-1-8-22,19 0 6,9 1-6,3 2 836,32 7-824,-3 5-12,12 1 1687,-24-1 1,1 2-1714,5 1 1,1 1-3,3-1 0,1-1-364,8 1 1,0-1 287,-6-3 0,-2-1 28,-8-2 1,-1-2-104,7-1 0,0-4-107,-4-5 1,-1-3 167,22-7 51,-24 3 0,-4-3-208,-1-17 309,-8 7 111,-7-9 197,-21 18-225,1 5 259,-26 3 495,5 13-731,-13 5 198,14 2-287,1 12-51,15-1 0,1 8 11,15-2 34,8 0-34,4-7 34,23-3-6,-17-8 28,33-11 11,-26-9 29,9-15-67,-21 3 105,-8-21-38,-15 15 10,-8-14-27,-13 21 5,-7 10-56,6 10-5,-5 9-17,6 15-17,3 7-12,3 17 12,13 3 17,4 5 11,11 0-22,8-1-12,4-14 17,2-12 1,6-4-24,3-8 1,3-2 14,-2 2 0,0-1-1,3-6 1,-1-4 20,23-13-131,-26 3 1,1-4 110,15-13 0,0-4-694,-7 1 1,-2-4 715,3-11 1,-4-2-4,-11 0 0,-5-1 0,-3-5 1,-4-2-12,-3-3 1,-4 0-4,-2 1 0,-3 1-297,-4 5 0,-2 2 320,-2 8 0,-3 3 2,-7-12 12,-10 12 0,1 23 134,-1 5-185,0 16 1366,7 18-1371,1 19-17,5 1 17,6 2 0,2 4 21,3-11 1,1 2-17,1 18 0,4 2-515,2-9 0,3-3 504,4 0 1,2-2 16,-3-12 0,3 0-26,11 9 1,5-3 8,1-12 1,1-4 10,-3 4 0,3-4 0,6-8 1,0-6-80,11-10 90,10-13 18,-7-13-1,-25 2 1,-3-3-12,9-10 0,-13 8 0,-3 1 12,0-4-12,-2 1 56,-5 2 583,-8 17-639,-1 1 1079,-3 8-1090,-3 9 108,-5 7-114,-3 11-16,2 1 5,1 24 23,6-22-12,7 5 0,5 0 6,12 2-3,-2-10 1,3-1 2,29 6-210,-22-19 1,1-2 209,2-2 0,0-2 28,30-4 11,-9-10-6,-18-3 57,-2-14 44,-11-15-50,-5-5-302,-8-14 291,-16 12-17,-10 5-17,-12 9-28,3 14 424,-15 8-407,-6 13-22,-2 8-28,-4 12-12,16 10-73,10 8-139,9 4-790,15 12 347,9-19-1629,26 6-5938,17-28 8256,10-2 0,-17-8 0,-17-3 0</inkml:trace>
  <inkml:trace contextRef="#ctx0" brushRef="#br0" timeOffset="15917">10451 5569 16476,'4'-9'6319,"-1"2"-5804,-3 7 1187,0 0-1472,-73-53-50,30 47-382,-8-17 1,-1 7 257,3 42-39,8 8 108,10 7-125,10 1-11,12-1 11,15-7 22,13-9 6,19-11 406,12-10-355,7-13 22,-1-10 33,-9-11 17,-10-4 73,-12 0 84,-9 3 51,-9 8-40,-4 7-101,-4 7-100,-1 4-85,-1 4-66,2 1-1,0 4-78,1 7-252,6 13-767,8 12-2252,15 11 3383,-4-17 0,0-1 0,3 3 0,3-2 0</inkml:trace>
  <inkml:trace contextRef="#ctx0" brushRef="#br0" timeOffset="16451">11264 5714 8595,'-7'0'6727,"1"0"-2873,6 0-392,0 0-2717,36-72-152,-23 34-338,8-9 0,-3 0 232,-16 7-78,-12 8-173,-14 11-74,-22 10-50,4 17 0,-1 3-446,12-2 0,-1 0 365,-7 7 0,0 4 5,5 3 0,4 3-406,-15 19 392,16-13 1,2 2-43,4 16 9,14-7 11,21-10 0,17-10 0,23-11 0,-18-11 0,1-4 45,5-4 0,0-4-31,2-5 0,-2-4 8,-1-4 0,-3-3 0,-5-2 0,-3-4 11,-6-2 1,-5-4 8,-4-4 0,-5-2-9,-3-5 1,-2-2 5,-4 1 1,-2 0 52,1 3 1,-2 2-1374,-2 4 0,0 3 1438,0-7 78,-1 6-89,6 29 339,-1 2-490,2 9 336,0 15-348,3 23-95,-1 11 0,0 6-20,0-13 1,0 3-233,0 6 0,-1 6 0,5-1-1370,5-5 0,3-1 1,5 1 1733,6 4 0,5-1 0,-2-2 0,1 9 0,0-7 0,5-21 0,-1 0 0</inkml:trace>
  <inkml:trace contextRef="#ctx0" brushRef="#br0" timeOffset="17252">12521 5525 18061,'-46'2'1327,"-1"-1"1,7 1-1,8-2-1299,22 0 119,14 1-18,4 0 78,22 0-84,17 1-435,-11-5 1,3-1 336,6-1 1,3-2-6,-6-1 1,3-1-1,-2-2-731,14-3 0,-3-1 725,0 0 0,-4 0 31,-8 0 0,-6-3-319,6-21 341,-10 5 3,-33 3 0,-9-1 9,-9 5 41,-6 1 0,-6 3 491,-27-1 41,11 4-182,-11 3 1651,33 11-2054,4 1 560,9 3-638,13 5 22,10 8 1,14 13-15,4 2 0,2 3-6,-8-8 1,1 2-110,19 24 1,-5 4-1000,-22-17 1,-3 1 827,7 6 1,-7 3-1224,-16 2 0,-11 1 1106,-8-1 0,-3-3 0,9-12 0,0-1 0,-4-2 0,0-1 0</inkml:trace>
  <inkml:trace contextRef="#ctx0" brushRef="#br0" timeOffset="17841">14384 5217 15804,'1'-48'1714,"0"1"0,0-1 0,1-15 0,-1 11-683,-2 18-477,-1 17-408,-1 9-96,0 15 6,2 13-28,1 21-45,0 20-104,1-23 1,-1 2-948,0 6 0,0 2-688,0 1 0,0 1 1756,-1 3 0,1-2 0,-1 6 0,1-11 0</inkml:trace>
  <inkml:trace contextRef="#ctx0" brushRef="#br0" timeOffset="18242">14461 4807 13200,'-5'-7'4671,"1"1"-3102,4 6-1603,0 0 118,-29-43 67,23 44 23,-17-27 95,36 56 257,16 3-369,-5-12 156,15-2-16,-12-16 33,5-4 74,-6-9 33,-8-7-22,-10-10-85,-14-3-39,-11-3-44,-12 3-85,-7 6-106,-9 6-73,16 10-89,-3 4-124,19 12-347,2 7-919,6 14-32,6-1 1528,13 1 0,1-2 0,-4-8 0,17 17 0</inkml:trace>
  <inkml:trace contextRef="#ctx0" brushRef="#br0" timeOffset="18526">15158 4718 20829,'-18'-44'938,"-1"-1"0,0 1 0,-1-8 0,-1 7-75,-11 4-807,20 33-15,-5 12-2,11 43-360,2-5 326,4 2 1,1 3-466,3-6 1,1 1 442,1 14 1,2 4-12,-2-18 0,1 1 0,0 2-582,2 8 1,2 2-1,-1-2 345,0-9 0,0-1 0,0 0-321,3 3 0,0 0 0,1-5-429,-1-4 1,1-4-3526,3-2 0,0-2 3971,2 0 0,-6-9 0,-9-15 0</inkml:trace>
  <inkml:trace contextRef="#ctx0" brushRef="#br0" timeOffset="18691">14821 5108 23299,'27'-41'-312,"1"-1"0,11 2 0,7 11-2374,1 21 1,3 7 2234,6-3 1,-3 0 0,-16 3-1,-4-1 1,7 0 0</inkml:trace>
  <inkml:trace contextRef="#ctx0" brushRef="#br0" timeOffset="19652">16866 4852 25422,'2'-33'229,"1"0"1,1-20-241,-5 55 44,-2 14-33,1 4 11,-2 15 1,6-9-12,8 5 0,20-6 28,7-3-12,-4-13 1,0-3 0,8-5-429,16-13 457,-34-2-131,12-28 126,-22 15-7,-4-8 1,-3-3-6,-7-10 0,-2-10 5,-10 12 35,-15 20-35,-30 9-27,5 12-554,7 14 0,1 4 553,-5 9-8,9-2 1,0 6-21,13 3 1,2 1 19,3-6 0,4 2 53,8 19 0,12 1-129,31 7-1390,-2-13 1,6-4 1350,-5-12 0,5-3-224,7-3 0,8-1 1,-2-2-651,7-2 0,2-2 476,-4-1 1,4 0 0,-2-4-156,-12-3 1,-2-3 0,-1-2-347,16-6 0,-4-2 633,-14 0 1,-3-3-85,6-16 1,-4-3 1043,-4-5-243,-6-9 1,-4-3 803,-6-7-320,-9 17 1,-1 2 6,-2-4 1288,-8 3-1564,0 23 610,-5-4-1024,3 15 2672,-1 2-2767,-2 13 1626,-13 24-1643,-4 9-14,5-12 1,0 1-218,0-2 0,-1-1 189,-2 1 1,-1-1-6,-1-2 0,-1 0 2,0-2 1,-1-2 50,-20 11 45,11-15-6,15-26 0,12-21-39,11-7 79,12-25 49,9 3-1580,-5 17 0,2 1 1550,-4 8 0,-1 3 442,16-19-517,-18 29-46,-4 12-10,-4 9 21,13 26-38,-5-5-3,5 11 0,4 4 1687,-6-12 0,0 0-1796,10 14 0,2 0-189,-2-7 1,3-3-811,3-1 0,3-2-259,3-2 0,3-3-2890,4-2 0,0-4 693,-10-5 1,-3-3 3588,27 5 0,-41-12 0,-9-1 0</inkml:trace>
  <inkml:trace contextRef="#ctx0" brushRef="#br0" timeOffset="21068">18371 4829 21263,'-36'-24'467,"1"-1"1,-1 0 0,-11-8 0,8 9-389,20 19 368,4 9-368,11 4 123,-1 7-78,12 4 5,1-2 56,24 8-67,-1-10-79,8 3 73,12-7-22,-16-9-6,17-7 39,-13-8 219,-6-10-191,-9-6-22,-11-1 0,-11 1-28,-5 8 145,-15 0-106,-3 13-17,-16-1-44,0 13-12,-3 5-17,3 8-33,3 6-11,8 6-17,7 6-1,9 7-10,11 3-34,16 4-34,16 0-42,-9-26 1,3-1-532,5-1 0,2-3 175,4-2 1,1-4-356,2-2 0,0-3-392,0-3 0,-1-4-98,24-4-437,-21-7 0,-1-4 577,15-13 1064,-18 6 0,-1-2 241,-9 3 0,-3 0 274,-2-1 1,-1 0 1153,15-21 532,-11 3-190,-12 1-375,-8 5-336,-13 1-331,-7 6-230,-12 5-173,-8 8 601,-6 5-876,-5 9-23,0 9-89,3 9-44,4 10-1,11-3-27,-2 24 0,16-10-18,-1 21 1,21-10-50,14-2-63,18-4-1701,-5-21 0,2-4 1741,17 6-9,-12-13 1,2-3-340,15-8 378,-20-4 1,0-1 58,-1-3 1,0-1 25,-1-3 0,-1-2 19,-2-1 1,-2-2 7,-3 0 1,-2-2 37,16-18 49,-16 2 40,-14 2 22,-11 5 34,-7 5 3314,-4 5-3409,1 6 482,0 2-392,5 5-169,0 0 39,3 3 348,0 1-376,-1-2-44,0 1 11,1-2-17,0 0 0,0-1 22,0-1 6,1 0-6,0 0-10,0 0-7,-1 1 6,1-1-5,0 1 11,0 0-17,1 0 0,-2 2 45,1 1 33,0 0-67,-1-1 17,3-1-22,0-1 5,1 0 0,-2 1 40,0 1-7,-2 2-38,-2 6-51,-1 4 40,-1 12 16,0 8-17,2 8 1,2 4-18,11 12 18,5-11-1,5-2 28,10-10-10,-1-13-18,2-2 51,3-13 0,1-7 16,12-10-36,-14 5 1,0-4 27,-7-4 0,-3-5 48,12-21-386,-17 12 1,-1-2 309,-4-1 0,-3-2-11,-3 1 0,-3 0 9,-7-29-116,-11 13 82,-8 11-84,-6 11-1148,-19 19 504,18 10-360,-10 15-4804,15 21 5903,5 0 0,2-5 0,8-11 0</inkml:trace>
  <inkml:trace contextRef="#ctx0" brushRef="#br0" timeOffset="21369">20182 4338 20505,'-32'-52'1230,"1"0"1,5 9-1,6 9-849,14 18-302,9 23 24,2 3-13,10 23-34,5 11-45,-7-10 0,1 3-272,1 5 1,-1 3 226,5 15 1,-2 1-423,-4-19 1,0 1 320,7 17 1,2-2-113,-4-21 1,1-2-303,6 8 0,3 0-683,1-4 0,2-2-1801,1-4 1,-1-2 3032,-4-6 0,-1-2 0,6 3 0,-16-13 0</inkml:trace>
  <inkml:trace contextRef="#ctx0" brushRef="#br0" timeOffset="22141">20345 4788 17787,'-2'-6'4991,"0"2"-3810,2 4-906,-1-65-303,15 43 14,-11-13 0,3 4-81,28 24 16,-12 7-486,39 4 178,-24-1-2485,10 1 0,1-1 1780,-2 0-278,8-5 0,-1-2 894,-8-1 420,-2-4 0,-3-2 353,-15 1 711,7-8 466,-28 8 816,-16-5-1164,-8 6 3146,-17 1-3589,-1 5-414,6 1 184,-6 5-341,21 3-50,-2 4 55,21 10-66,6-4 106,36 13-124,-13-16-8,4-1 1,2-2 30,16-3 11,10-1-27,-17-7 88,-2-16-83,-25-3-28,2-6 22,-19-11-22,-9 12 0,-4-5 5,-19 8-16,11 14 72,-31-2-5,19 12-34,-7 1 12,5 10-29,5 16-5,3 5-12,7 3 23,18 19-28,18-13 6,5 10 16,10-21 1,7-3-498,-6-8 1,2-3 454,16 9 1,3-3 22,-5-8 0,-3-4-6,-9-3 0,-1-2 6,6-2 0,0-3-301,-2-7 1,-1-3 308,-1-1 0,0-4 14,2-7 1,-5-6-15,-11-1 0,-6-4 3,-3-5 0,-5 0 3,3-23 22,-15 18 0,-4 0 73,-12-9-9,3 16 1,0 1 176,-13-7-11,9 11-129,9 12-101,7 10 864,7 6-891,7 11 667,11 11-690,10 16 11,-12-12 0,0 3-31,1 4 0,-1 2-363,-1 3 1,-2 2-30,-3 2 0,-4 1-605,-4 0 0,-5 0 1028,-9 3 0,-3-3 0,1 5 0,-10-8 0</inkml:trace>
  <inkml:trace contextRef="#ctx0" brushRef="#br0" timeOffset="23075">19181 4687 22032,'0'-53'729,"-5"7"-443,-11 41-12,-6-2-28,-5 5 51,-15 5-213,11 2 95,-20 10-100,23-2 24,-1 2 1,-1 3 2,-18 20-94,2-1 4,13 11-10,28-13-6,15 12-6,20 2 0,-5-24 1,3-3-405,6 1 0,1-2 345,3 0 1,1-2-169,-3-2 1,-1-2-622,-4-2 1,-1-2-6564,16 2 7417,-16-7 0,-15-5 0,-8-1 0</inkml:trace>
  <inkml:trace contextRef="#ctx0" brushRef="#br0" timeOffset="23375">19100 4662 24133,'-47'-13'259,"0"0"1,1 1-1,4 9-127,9 14 0,3 4-82,-12 7 23,-6 15-51,26-5-27,6 12-1,16 15 12,17-7-18,8-3-60,17-5-763,5-13-232,-15-12 0,4-2 1067,9-3 0,-1-2 0,5 3 0,0-7 0</inkml:trace>
  <inkml:trace contextRef="#ctx0" brushRef="#br0" timeOffset="28751">7547 5874 14630,'-52'-4'1966,"0"-1"0,6 1 0,9-1-1332,18 1-417,13 1-84,20-3 92,24-5-174,-5 2 1,5 0-761,13-3 0,2 0 726,-6 1 1,2 1-21,5-2 1,5 0 0,-6 1-21,-9 2 0,0-1 10,1 1 1,6-2-1,0 1 1,-5 0-10,4 0 1,-2 1-388,-6 1 1,2 0 0,-5 1 267,20-1-10,-36 9 114,-53 11 48,-4 0 1,-7 1-589,3-2 0,-4 2 1,-1 0 605,-8 2 1,-2 0 0,0 1 15,-3 1 0,-1-1 0,0 2-29,1-1 0,1 1 0,1 0 42,4-1 0,2 1 0,3-1-25,-13 8 1,5-1 282,14-3 0,6 0-322,-3 9 158,37-9-68,13-11-6,20-5 14,6-12 1,6-4-29,1 0 0,3-2 168,0-1 1,4-2 0,0 0-191,-2-1 0,0 0 0,0-1-33,1 0 1,-1 0-1,1-1-6,-4 2 1,0 0 0,-2 0 13,-5 2 0,-2 0 0,-2 2 69,5-4 1,-4 3 1419,5-3-1348,-38 10-47,-41 16-135,-1 1 0,-4 2 40,-16 6 1,-6 3-721,17-6 1,-3 3 0,-1-1 0,3 0 705,0-1 0,2 0 0,-2 1 0,0 1 1,-4 2 0,1-1 0,5-1 500,-8 5 0,5-1-506,-7 4 0,4-1-17,15-5 1,4-2-9,-2 5 84,21-12 39,21-15-27,23-15-17,-2 1 1,5-3 1036,14-8 1,5-2-1066,-10 6 1,1 0 0,1-1-592,6-2 1,1-1-1,0 1 566,1-1 0,-1 1 1,0 0 8,-3 1 1,-1 1-1,-2 1 6,-7 2 0,-2 1 0,-3 0-280,3-3 0,-7 0 181,1-6-152,-64 10 177,3 17 1,-7 4 57,-23 2 1,-6 3-194,15 1 1,0 1 0,-2 1 198,-6 3 1,-1 1 0,0 0 7,-2 0 0,-1 1 1,1 0 6,0 0 1,1 0 0,3-1-8,13-3 0,1 0 1,0 0 19,-6 0 1,0-1 0,6-1 1524,-19 3-1536,24-5 0,5 0 671,15-4-674,26-9-17,27-11 2,-2 2 1,5-2-497,15-7 0,5 0 497,-12 5 1,3 0 0,0 0 103,5-1 1,0-1 0,1 1-95,-1 0 0,0 1 1,-1-1 8,-5 3 0,0 0 1,-4 1 38,10-5 1,-6 2 41,-15 6 1,-6 2-31,0-1 42,-47 14-56,-27 16-16,5-3 1,-5 3 64,-8 3 1,-2 2-79,14-5 0,0-1 0,-1 1 3,0 0 1,0-1-1,-1 0-5,3 1 0,-1-1 0,3-1 499,-6 3 1,2-1-532,-4 4 1,5-1-112,4 1-17,-4 3 27,32-14 49,15-6 11,15-7-16,25-12 27,-10 2 1,5-3-74,12-5 0,2-1 105,-12 5 0,1 0 1,2 0-1,10-3 0,2-1 0,-4 1 2,2 0 0,-2 1 8,11-3 1,-9 4 561,-20 8-297,-16 8-34,-47 23-87,-3-1 0,-6 3-149,2-1 1,-3 1 0,-2 1-856,-6 4 0,-2 2 1,-1 0 864,-4 3 0,-1 0 0,1 1 2,1 0 0,0 0 0,2 1 209,1 1 1,1 1 0,4-2-359,-3 6 1,7-2 55,7-8 1,14-3-54,25-7 266,39-38-111,-9 1 0,6-4 1,-2 0-462,6-5 1,3-1 433,-7 4 0,3-2 0,2 0 0,-3 1 280,2 0 0,-2 2 0,1 0-273,7-5 0,3 0 0,-3 1-1,-6 4 1,-2 2 0,-4 2 141,6-5 0,-14 12-269,-24 16-811,-35 18 0,-21 8 935,11-6 0,-2 1 0,1 0 0,-9 6 0,4-2 0,10-9 0,1 1 0</inkml:trace>
  <inkml:trace contextRef="#ctx0" brushRef="#br0" timeOffset="33435">23187 4386 8382,'0'-11'9461,"0"2"-7299,0 9-650,-4-67-363,2 42-727,-1-14 1,1 4 37,1 23-427,0 7-100,0 8 73,1 5 100,-2 37-98,2-8 1,0 2-336,0-2 0,0 2 313,0 16 0,1-2-25,1 0-367,6 9 0,1-1-188,1-5-952,3-3 1,0-2 1545,3-7 0,-4-13 0,-3-11 0</inkml:trace>
  <inkml:trace contextRef="#ctx0" brushRef="#br0" timeOffset="33985">23409 3984 13928,'-1'-5'4424,"0"2"-3460,1 3-924,-31 0 88,24 6 208,-20 0 236,37 5 94,6-4-101,8-3-117,2-7-38,0-6-7,-2-10-44,-7-6-29,-5-5-5,-7 1-79,-9 3-145,-9 6-90,-10 8-72,-7 5-12,4 5-174,-6 11-509,1 19-404,0 13-425,17-11 0,2 2-8246,0 30 9187,8-17 0,4-15 1,2-21-1</inkml:trace>
  <inkml:trace contextRef="#ctx0" brushRef="#br0" timeOffset="34268">23924 4082 19164,'-11'-49'780,"1"0"1,-1 0 0,1 4 0,0 2 0,0 6-36,-9-13 368,3 16-889,4 16-44,5 12-180,3 19 11,2 21-11,1 29-277,3-18 0,3 5 211,2 0 1,2 4 0,1-2-577,1 6 1,1 1 500,2-2 1,1 4 0,0-4-221,-1 1 0,0-3-72,-3-11 0,0 2 0,-2-1-733,3 16 1,-3-2-1456,-3-7 0,-2-2 2080,-4-10 1,0-4 0,-1 6 0,-3-21-1</inkml:trace>
  <inkml:trace contextRef="#ctx0" brushRef="#br0" timeOffset="34435">23792 4580 21086,'-21'-55'321,"-1"-1"0,3 6 0,12 7-506,28 13-386,23 3-17,-12 15 0,4 2-1235,6 1 0,3 2 1823,8 1 0,-1 1 0,7 1 0,-6 2 0</inkml:trace>
  <inkml:trace contextRef="#ctx0" brushRef="#br0" timeOffset="34691">24365 4139 15950,'-4'-3'5477,"1"1"-2911,3 2-2549,-40-23 33,37 24-22,-22-10-11,60 36-28,-2-3 0,3 0-23,-2 0 0,1-1-228,0 1 0,0-1 141,-5-1 1,-4 0-367,0 11-476,-10 7-1788,-31-2 1942,-30-3 0,15-16 0,-4-4 0</inkml:trace>
  <inkml:trace contextRef="#ctx0" brushRef="#br0" timeOffset="34870">24328 4208 22862,'-10'40'-2700,"2"-5"2700,-5 13 0,8-28 0,0 0 0</inkml:trace>
  <inkml:trace contextRef="#ctx0" brushRef="#br0" timeOffset="35691">26147 4163 20448,'-6'-55'819,"0"0"1,7 9 0,-7 9-367,-44 17-358,21 18-55,-11 11-18,19 6 0,1 21 1,8 6-1736,7-4 0,2 1 1702,3 18-3,7-15 0,5-1-25,22 11 33,0-17 1,7-3 5,8-7 0,4-5-1121,4-2 1,0-5 1131,-6-7 1,-2-6 24,1-7 0,-4-4-274,7-8 299,-13 1 1,-2-4 1965,10-15-1901,-24 15 0,-3-3 378,-3-29-425,-15 24-12,-19 0 51,-15 23-12,-16 10-89,8 1 5,-18 22-22,38-8 3052,-9 26-3046,25-14 5,10 13 623,17-10-606,14-4 16,11-9 462,4-8-397,-19-16 1,-1-3-38,6-5 12,-12-10 0,-5-5-5,-12-12-6,1-18-40,-13 18 51,-16-10-67,3 27 17,-28-16-34,22 27-79,-22-1 18,28 13-163,-10 9-483,15 17 282,2-2-1944,21 31-1569,19-16 3758,0-7 0,2-2 0,3-2 0,4-4 0</inkml:trace>
  <inkml:trace contextRef="#ctx0" brushRef="#br0" timeOffset="36474">27662 4340 21299,'-39'-29'442,"0"1"1,0 0-1,0 3 1,0 1-1,2 7-274,-8 11 0,2 7-585,2 1 0,1 3 459,7 2 0,3 2 318,-15 18-321,19 15-28,13-10 190,16 16-173,19-16-17,22 6 8,-12-21 1,2-4-3,27 5 28,-13-13 0,-1-6-3203,-1-5 3267,0-10 0,-3-8 50,-5-22 182,-13 9 0,-3-5-166,-8-11 0,-5 0-354,-2 16 1,-3-1 348,-1-17 1,-3 2 142,-7-8-296,1 26 1,-1 2 266,-14-19-116,3 20 2829,-9 2-3007,16 21 70,-5-4-28,14 15 975,0 12-936,2 1-99,7 14 0,3 4-63,2-1 1,2 1-68,8 18 0,2 2-411,1-3 0,0 0 307,0 0 1,-1-2-29,-1-2 0,-2-3 149,-6-12 0,0-1-456,4 4 1,1-5-476,9-1 131,13 2 323,-7-23 344,2-16 271,5-13 149,7-14 838,-6 2-657,-6 7 0,1 0 528,8-6-318,-15 11 1,-4 0 445,-4-5-441,-20 7-404,-17 4 149,-10 7 116,-6 6 37,3 7 457,7 6-516,10 7-216,11 2-237,12 3 249,13-1-74,9-5-118,6-5-4,0-7-9,0-10 290,-4-7 196,-9-11 111,-9-5-254,-12-2-310,-14 3-253,-13 6 149,-15 8 81,-9 6 337,2 8 550,7 7 193,14 2-25,8 17-805,14-1-232,11 15-519,19 4-622,-5-19 1,5 0-2938,11 4 1,4-2 4001,0-2 1,-1-2 0,-11-7 0,-4-2 0,10 2 0</inkml:trace>
  <inkml:trace contextRef="#ctx0" brushRef="#br0" timeOffset="49551">9107 7130 16045,'-21'-39'707,"0"-1"1,1 7 0,-3 10-535,-23 28 107,-8 19 79,11 6-419,16-9 0,2 2 191,2 2 0,2 1-87,3 2 0,3 0-11,2 5 1,3-2-29,-1 11 210,13 4 65,10-29 493,24-3-383,5-19-131,16-18-637,-15-6 493,-15 4 0,-1-3-23,-6 2 1,-1-3 22,7-21 0,-3-3-37,-7 4 1,-3-2-1076,0-11 1,-4 2 1091,-6 19 1,-2 1 108,0-3 0,-2 1-2026,-5-21 1979,1 13 111,-4 6-223,4 32-106,1 2 253,2 13-203,6 11 1749,2 17-1708,5 20-15,-4-7 0,1 1 1521,-3-11 0,-1 1-1525,3 20 0,-1 1-18,-3-17 0,0 0-29,3 15 1,1 0-318,-1-11 1,1-2 269,2 1 0,1-4-11,5 2-100,5-8 100,-1-20 138,2-12 291,-1-10-253,7-37 2,-7 4 562,4-10-561,-13 21 1,-4 2-28,-1 0 138,-3-25-157,-7 37-6,-6-6-72,4 20-39,-1 2 55,6 11 29,5 7 5,7 9 0,10 2 12,22-1 98,1-10 10,0-5-24,-11-12 1,-2-3 126,-4-4 15,22-7 68,-26-19-96,-9 9-117,-5-7 1,-3-2-69,-5 1-35,-6-1 0,-5 1-97,-10 1-82,-18-8-7,9 23 49,-22 11 109,16 16 131,-18 18 45,25 9-26,7 2 21,14-3-43,7 4-74,15 16-116,7 3-344,-3-26 0,3-2 282,1-7 0,2-1-14,2-2 1,1-3-40,1-1 1,1-4 4,30 4 97,1-15 164,-3-19 54,-30 2 1,-1-3 18,-2-5 0,-3-2 81,10-17 13,-7-11 55,-18 5-216,-1 9 103,-14-5-195,0 29-205,-5 0 22,7 12 992,2 12-538,3 14-131,1 16 23,4 11-58,0-6-58,3-11 1,1 0-15,5 13 115,3 9-493,2 0-82,-6-24 165,2 8 43,-7-21 241,-3-9 57,-1-6 154,4-20-157,1-9-26,6-25-2,-5 12 1,0-1-25,0 4 1,0-1-1294,1-6 0,0 2 1318,4-9 31,0 6-17,-4 24 6,0 2-39,-3 12-23,5 11 17,18 17-45,7 10-17,-10-8 0,2 2-173,-2-1 0,1 1 460,2 2 1,0 0-5142,-2 2 1,0-1 4465,11 13 1,-16-13 0,-17-22 0</inkml:trace>
  <inkml:trace contextRef="#ctx0" brushRef="#br0" timeOffset="50493">10147 7238 20106,'-9'-44'952,"0"0"0,1 4 1,0 8-651,1 14 247,1 5-527,2 8-27,1 9 61,5 15-6,3 21-28,4 21-260,-2-21 1,1 2 248,0 5 1,2 2-710,0 3 1,1 0 699,0 1 1,0 0-6,-1-3 1,1-2-231,-3-3 1,0-2 238,-2-6 0,-1-1 27,0 19 62,-6-17 569,-5-18-384,-5-13 1262,-4-18-1469,-5-16 0,-3-22-37,10 17 1,2-3 28,-2-7 1,1-1-58,1-4 1,0-1-4,3 10 1,-1-2 11,-5-16 0,0 0-3,4 20 0,-1 1 0,-4-12 0,1 0 3,4 15 0,2 2-6,2-22-226,24 5 226,25 7-11,-10 23 0,3 3 5,7 3 1,3 5-1,1 2 1,2 5-218,-1 4 1,-1 5 219,-4 3 1,-2 3-2,-5 2 1,-5 4 21,-7 1 0,-5 2-10,1 24-19,-27 1 0,-19-2-37,4-24 0,-3-3 2,-3 0 0,-4-2-30,-11 1 1,-1-2-83,5-5 0,1-1-28,1-2 0,1-2-1131,-23-4-3163,25-11 4469,3-3 0,16 0 0,10 3 0</inkml:trace>
  <inkml:trace contextRef="#ctx0" brushRef="#br0" timeOffset="51676">10839 7140 21153,'10'17'1905,"8"-8"-1304,26-25-90,-13 1-51,9-17-178,-24 2-4359,-1-22 4127,-8 15 845,-13-21-755,1 38-118,-12-11-178,1 20-33,-9 3 23,-5 10 3313,-4 10-3221,2 12 29,6 12 311,10 9 158,10 5-119,16 2-275,15-4-65,1-20 0,3-2-430,13 7 406,-9-12 1,1-3-61,11-4-261,9-1-53,-3-15 185,0-21 251,-19 2 58,0-23 10,-22 9 59,-1-21-30,-6 9-22,-3-1 79,-2 23 139,-1 5-147,1 13 593,0 1-721,8 24 8,-1-5-63,13 26 11,1-7-74,4 8-77,3 5 75,-7-14 83,-3-2 19,-10-18 86,-2-5 210,1-8 584,-1-3-193,15-22-107,-2 0-83,6-9 62,4-1-96,-3 8-8,6-4-3,4 10-745,-7 10 279,-3 10-85,-2 14-264,7 16-155,3 7 26,9 12-258,-12-14 146,13 4-86,3-8 348,-14-13 0,5-2 72,10-1 1,2-4 276,-15-1 1,1-3 125,20-6 0,-3-6 338,1-10-199,-21 6 1,-1-3 348,8-23-77,-12-12-247,-6-3-145,-7-7-160,-23 20-347,-4 14-13,-40 7 121,17 14 223,-10 7 1,-3 4-1254,-10 12 1394,23-6 1,2 2 201,-13 24-28,25 6-14,15 8-73,11-9-399,29-5-156,6-22 126,4-3-18,17-7 70,-12-12 207,-13-4 1,-2-4 255,10-11-93,-18 0 0,-2-5 20,-7-7 0,-3-2-180,0 8 0,-2-2-8,1-27 1,-3-1 417,-6 27 0,-2 0-533,-1-13 0,-3 2-316,-5-5 113,-19 0-161,12 30 251,-10-7 5,18 22 359,0 11 44,6 14-199,3 19-1,3-1-16,0-7 0,3 4-54,2 11 0,1 4-87,0 3 1,3 4-312,-1-4 0,2 5 0,0-6-823,-1-1 0,2-3 543,3 7 0,3-4-1147,-1-16 0,2-3 1349,6-1 0,0-1 0,9 14 0,-2-14 0</inkml:trace>
  <inkml:trace contextRef="#ctx0" brushRef="#br0" timeOffset="52076">12872 7198 21752,'-24'-36'569,"0"-1"0,1 0 0,8 16-379,15 22 410,10 8-476,0-2 11,16 12-47,-8-10 4,21 11 131,-19-11 43,17 4 9,-21-12-147,5-9 236,-4-10-254,-1-14-66,-3-13-60,-5-7 10,-6-1-3,-9 5-76,-9 13-136,-12 14-23,-9 11 284,5 8 137,-10 12 104,7 18-74,5 11-67,8 3 24,15 11-82,16-7-214,6-10 0,4 0-388,2-5 1,5-1-2553,9 4 1,2-2 3037,-5-10 1,-2-3-1,11 5 1,-18-13 0</inkml:trace>
  <inkml:trace contextRef="#ctx0" brushRef="#br0" timeOffset="53166">13361 7051 13530,'-2'-5'5338,"1"2"-1277,1 3-3719,-6-53-331,4 39-62,-4-39-21,6 59 105,4 8 46,4 23-46,2 5-5,0 13 0,-3-9-11,-4-4 0,-1-8 5,-2-13 129,1-6 1216,0-10-1059,0-4-50,2-12-180,2-11-55,0-3 27,10-33-22,2 9-315,4-11 301,-7 30 0,2 0 70,20-21-33,2 6-23,11 7-34,-22 26 6,8 7-28,-9 13 10,21 17-2,-13-1-178,-6-1 1,-1 2-59,13 17-15,-14-15 0,1 1-179,-1 0 0,0-1-289,-1 0 1,-1-3-353,13 11-2066,-11-15 0,1-5 3157,16-2 0,-6 1 0,-11-13 0</inkml:trace>
  <inkml:trace contextRef="#ctx0" brushRef="#br0" timeOffset="53766">14610 6909 12713,'0'-6'6718,"0"1"-6023,-10-25 1,-7-5 385,-8 9-644,1-13 0,-3 4 171,-12 22-463,9 6 49,0 11-137,14 11-40,-3 13 28,6 15-27,4-5 5,3-3 1,1 2-51,2 17 6,3-16 1,2 1-61,13 19-75,14-10-67,12-10 53,-1-14-15,-11-15 1,4-3-33,7-6 0,2-3-291,2-2 0,1-3 518,8-5 1,0-3 8,-12-2 1,-3-3 16,-3 0 0,-2-2 47,-6 0 1,-3-2 165,13-21 65,-15 4 10,-12 5 26,-10 6 55,-5 6 54,-3 6 39,-1 6 759,3 5-1037,3 4-61,3 2 594,0 2-703,0-2 22,0-3-54,0 0 28,0-3 5,1 2-11,1 0-10,0 2 24,1 1-29,-2 2-44,0 1-4,-1 4 10,0 8-5,1 11 4,0 13 0,1 10-6,3 6-52,5 2-106,5-3-242,6-7-578,3-7-1701,-2-10 2699,-1-11 0,-11-8 0,-3-5 0</inkml:trace>
  <inkml:trace contextRef="#ctx0" brushRef="#br0" timeOffset="53966">15214 6623 22761,'-33'-3'-874,"0"-1"0,-10 8-5752,68 33 6626,5-2 0,-7-13 0,-9-9 0</inkml:trace>
  <inkml:trace contextRef="#ctx0" brushRef="#br0" timeOffset="54559">15500 6830 16112,'1'7'3826,"-1"-2"-1771,0-5 224,0 0-1949,-22 19 139,23-12-33,-10 13-164,34-20-132,10-8-34,6-9-16,-2-10-33,-5-7-17,-12-3-12,-10-2-12,-17 4 6,-12 6 29,-25 8-40,11 11 23,-18 4-1,19 9-5,-4 5-11,7 7 5,3 14-16,12-5 11,1 19 0,9-7-6,8 14 11,11 4 9,7-21 0,4-3-244,15 12 238,-1-17 0,2-5-367,-9-10 0,0-4 370,9 1 0,0-2-3,-1-4 0,-1-4 0,-2-2 1,-2-3 2,-1-4 0,-3-3-137,-2-3 1,-1-4 152,-3-2 1,-4-2-5,11-17 97,-19 3 0,-5 0 65,-7-5-113,-3-16-5,-13 35 219,-13 6-152,8 7 183,-5 0-278,14 9 691,5 3-719,3 4 268,4 9-296,7 11-11,15 17-14,4-7 0,2 1-527,-8-8 0,0 0 473,18 14 1,-1 2-104,-16-14 0,-3 1-461,2 6 1,-5 3-403,-8-4 1,-9 1 1044,-16 2 0,-4-3 0,1 4 0,-19-5 0</inkml:trace>
  <inkml:trace contextRef="#ctx0" brushRef="#br0" timeOffset="60451">17798 6670 11262,'1'-3'5601,"0"0"-1389,-1 3-3400,10-65-526,-10 45-48,-1-18 0,-6 5-87,-22 32-11,-23 11-84,22 2 0,-2 4-364,-3 5 1,0 5 326,-1 4 1,2 3-3,1 3 0,2 3-3,4 1 0,4 2-3,4-1 0,6 0 6,7-3 0,5-1 11,12 15-14,21-23 0,10-7-17,-3-11 0,5-4-481,0 0 0,3-1 0,0-3 480,-1-5 0,-1-3 0,0-3-7,2-1 0,0-2 0,0-3-8,-1-2 0,-1-3 1,0-2 12,-2-1 0,-1-2 1,-2-1-1,-3-2 1,-1-2-1,-2-1-17,-4-1 1,-1-1 0,-3-2-9,8-17 0,-5-2 37,-5 0 0,-3-1 22,-5 2 0,-2 1-294,-3 5 0,-3 1 316,-2 6 1,-2 2 500,-5-23-405,-7 17-85,-4 16-33,-2 17 1394,0 21-1405,-5 17-11,-4 19-1,10-17 1,0 1 0,-1 5 0,2 1-17,0 5 0,2 0 14,1 3 0,1 0 5,2 0 0,1 0-14,1-2 1,2 0 13,2-6 1,2-2-195,4 22 304,5-19 218,2-19-28,1-16-162,5-17-57,7-16-16,10-15 162,-15 18 0,2 0-219,1-2 1,1 1 17,16-16-12,-12 19 1,1 3-6,7 4 398,12-3-415,-21 22-17,-5 9-17,-4 12 29,1 10 5,2 7 0,5 4 61,8 0-66,11-4 7,-19-22 1,2-3-6,3-3 1,1-2 2,2-2 0,1-4 2,0-4 1,1-3-3,1-2 0,-1-4 0,-1-3 0,-2-4 8,-1-1 1,-3-2 5,-3-1 0,-3-1 31,14-21 11,-13 5 5,-13 10-27,-7 11 5,-18 6-22,-8 8-6,-23 5 0,-7 8-5,-3 9-6,6 7 284,6 13-290,20-4 6,6-1 0,15-3 0,13-12 6,9 2 16,14-10 18,8-10-6,4-12 22,-3-11 39,-6-9 28,-10-5 0,-10-1-22,-7 3 17,-6 5 39,-1 9-85,-3 9-32,0 6-52,-1 5 29,-2 6-22,-1 8-7,-2 13-4,-1 11-18,2 7-128,2 15 89,6-19-90,13 11-38,14-27-34,19-3 131,-19-15 0,4-3 11,14-9 1,1-3-91,-15 3 1,0-3 179,16-8 0,-3-4 43,4-13-10,-23 12 1,-1-2 64,12-21 17,-15 4 102,-10 2-153,-8 15 12,-4 3 112,-3 8-101,0 5-22,1-3 392,-1 7-443,1 1 376,-1 1-348,-1-2-28,1 0 17,-1-3 0,1 0 11,1 0 40,-1-2-62,1 3 11,-1 1-51,0 3-38,0 1 27,-2 9 51,-1-1-12,-11 31-10,3-14 27,-12 33-22,5-13-5,0 11-7,6 3-10,8-16 33,5-5 0,1-22 62,3-8 45,6-14-79,7-10 23,11-15-40,-3-1 0,13-18 12,-5 7-26,-9 13 1,1 0 24,7-7 18,4-2-29,-18 27-16,-3 2-29,2 5 23,-2 11-28,9 7-44,16 21-3343,-11-7 3378,-6-4 1,-1 0-59,10 11-773,13 7 764,-20-22 0,1 0-110,3-3 1,0-2 101,20 6-67,-4-13 0,1-4 145,-3-4 25,2-3 1,-1-5-1923,0-14 1947,5-12 1942,-12-6-1868,-12-5-51,-12 10 791,-10-9-768,-16 20 214,-16-4-231,-3 21 0,-4 5-28,-15-1 1672,10 6 0,2 3-1684,6 4 133,-15 18-138,29-11 6,-6 30-6,19-28 28,8 17 5,9-19 68,19 1-17,3-7 17,9-8 17,-2-14-12,1-9 17,0-8-39,-11 5 224,2-8-190,-20 19 100,3-5-179,-13 14-44,0 4-6,3 20 33,3 14-22,0-1 0,1 1-511,-1-3 1,1 1 496,6 18 0,1 0 3,-5-18 0,1 3-19,2 8 1,4 8 0,-1 3-1,-3-4-638,-3-2 0,-3-2 0,-1 4 617,3 5 1,0 6-1,-2 1 1,-7-5-4,-7 0 0,-7-2 0,-4-4-2,-3-4 0,-4-2 0,-5-6-849,-2-6 1,-4-4 0,0-5 761,-7 2 1,-4-10-839,-19-16 1,2-13-189,25-4 1,4-8-2075,-12-13 0,8-7 3243,19 4 0,8 0 0,5-16 0,7 23 0</inkml:trace>
  <inkml:trace contextRef="#ctx0" brushRef="#br0" timeOffset="61107">21527 6812 18448,'4'3'4033,"-1"-1"-1547,-3-2-2430,20-15-39,-13 11 56,31-13-11,-9 12-12,19-5 6,3-7 11,-1-6-39,-14 2 46,1-22-30,-20 12 35,1-10-1,-17 17-55,-7 10-23,-4 8 5,-5 5 1,-4 5 5,2 1-22,-12 19 16,10 0 1,-6 19 5,10 5 12,8 6-301,11 6 368,17-1-45,5-14 13,10-15 1,6-5-25,-9-10 0,3-3-475,15 5 1,3-4 476,-10-9 1,-1-5-1,-2-6 1,-3-3 2,18-12 25,-23-10 1,-4-4-37,-2-6 19,-4-12 1,-3-3-6,-13 25 0,-1 0-70,2-13 0,-2 1 252,-2-11 78,-4 16-22,0 11-84,0 12 184,0 8-357,0 5 948,0 5-955,7 10 178,7 13-211,14 20 8,-8-12 1,0 2-594,4 7 1,0 3 562,1 6 0,-2 1-79,-3 2 1,-3 1-306,-4-1 0,-7 0-972,-9-2 1,-10-1 1394,-17 2 0,-5-5 0,16-20 0,-1-3 0,-8-2 0,0 0 0</inkml:trace>
  <inkml:trace contextRef="#ctx0" brushRef="#br0" timeOffset="63258">4691 10021 20121,'0'-48'1044,"0"-1"0,0 6 0,1 6-692,0 13 308,0 6-705,0 4-79,-1 8 24,-2 22 59,0-1-274,-3 31 248,3 6 86,3-8 1,3 1-865,3-7 1,2-1 866,-2-1 1,5-1-200,12-4 0,2-5 267,4-3 27,-1-6 1,3-5 521,29-24-281,-9-11-367,-23 8 0,-3-5 279,4-31-170,-16 17-16,-5 4 0,0-4 0,-4 2 0,-1-1-36,0 0 0,-1 0-1,-1 0 1,0 2 1591,-2-6-1852,0 18 453,0 9-756,0 18 113,2 3-1076,5 19-1960,4 7-845,1 1 3494,3 5 0,-8-26 0,-1-1 0</inkml:trace>
  <inkml:trace contextRef="#ctx0" brushRef="#br0" timeOffset="63740">5828 9775 16028,'0'-4'5276,"0"0"-3085,0 4-1710,-62-44-419,45 32-62,-18-14 0,8 7 5,26 21 74,14 15-40,4 4-17,18 17-22,2 2-5,-7-6-1,2 12 6,-10 3-33,-3 2-96,-4 5-263,-11-15-431,-7-8 127,-5-11-2131,-24-4 1907,9-12-368,-26-7 919,8-22 638,1-10-23,8-6 412,22 8 0,5-2-24,0-2 393,6-5 1,1 1-418,2 8 438,5-21-208,-5 33-118,-1 1-615,-1 10-118,-2 8 39,-5 14 16,-5 14-49,-7 19-4,6-15 1,0 2-9,-1 4 0,1 2-368,-1 2 0,3 1 166,1-1 1,1 1-247,4-4 0,2 0-457,4-5 1,5-1-2680,18 16-51,4-20 2854,10-15 1,-23-12 0,0-1 0</inkml:trace>
  <inkml:trace contextRef="#ctx0" brushRef="#br0" timeOffset="64108">6147 9959 19809,'10'-45'1385,"0"1"0,0 4 1,-5 10-1095,-8 23 45,1 5-330,2 1 27,2 11-5,2-3 73,23 17-67,-10-14 39,25 5 33,-12-12 17,18-15-67,-15 1 67,10-19 29,-22 3-1,-2-8-16,-10 1-6,-11 5-73,-4 10 72,-9 4-4,-12 10-46,-3 3-16,-8 10-46,11 4 35,-8 24-40,16-1-11,-3 22-50,20-1-438,9-25 0,3-1 85,12 19-2994,12-11 0,5-2 3397,-13-16 0,0-1 0,4 4 0,-1-2 0,-3-6 0</inkml:trace>
  <inkml:trace contextRef="#ctx0" brushRef="#br0" timeOffset="65218">7137 9530 20425,'6'-49'791,"1"1"1,-2 4 0,-7 8-394,-19 17-146,-7 6-129,-13 9-112,12 6 6,-12 13-17,16 9-6,-1 11 12,5 8 0,10 2 22,9 3 5,11-4 29,12-4 44,12-8 17,13-9 1,7-9 21,2-8 79,-8-9 146,-12-2-29,-17-5-156,-10 0-106,-10 0-79,-10 2-5,-27 6 5,6 4-3,1 4 0,-1 2-3,-15 13-8,19-6 0,1 0-3,-19 19-5,14 0 5,16 1 11,14-2 1,17 0 27,17-5-39,20-2-185,-19-16 1,2-2 162,3-2 0,1-2-26,-1-1 1,0-2 8,-2-4 0,-2-3-98,26-9 142,-12-12 24,-11-7 21,-10-5 46,-9-1 5,-6 0 39,-2 3 45,-2 5 196,-1 4-196,-2 12 451,-2 5-546,-2 10-56,0 1-45,0 7 34,0 11-18,0 15-4,0 19 10,1-20 0,1 3-124,2 4 1,1 1 123,4 2 1,2 1-411,3-1 0,2 0 351,3-2 1,2-1-1690,6 3 0,0-4 1462,9 13-251,-15-23 0,-3-2-1109,-7-8-858,-3-4-1803,-12-23-2105,-5-20 3107,-6-23 3311,6 17 0,0 0 172,2 5 0,0-2-172,-8-18 0,-1 0 2001,2 15 0,-1 0 362,-8-13 1,-4-2 403,-3 4 0,-1 4-2078,10 13 0,0 0 406,-6-10 0,5 0 115,12-13-967,12 18 1,7-1-404,10 1 0,8 1 233,9 1 0,5 3-73,4 3 0,1 3-79,-1 6 1,-1 3-180,-7 4 1,-2 5-920,15 13-2540,-23 17 3717,-27 26 0,-1-22 0,-11 4 0</inkml:trace>
  <inkml:trace contextRef="#ctx0" brushRef="#br0" timeOffset="65651">7384 10046 22049,'33'-29'-183,"0"0"1,1-1-1,2 2 1,3 0-1,-3 7-198,0 10 1,0 4-164,8-3 1,0-1-1019,-7 2 1,-1 0 749,21-7 137,-23 5 0,0-1 686,18-8 337,-20 5 0,-2 1 861,10-7 359,-13 0-699,-20 12 1173,-6-1 109,0 2-1608,0 1 599,1 0-101,-1 5-838,0 0-63,-6 29-45,-1 8-233,-1-3 0,1 4 140,0 1 1,2-2-25,-4 27-12,6-24 1,4-1-158,11 21-179,4-19 0,4 0-1852,-1-10 1,3-2 1667,0-2 0,2-3-4846,19 3 5400,-17-15 0,-5-3 0,-11-5 0</inkml:trace>
  <inkml:trace contextRef="#ctx0" brushRef="#br0" timeOffset="65824">8241 9746 19120,'-23'-51'1443,"0"1"0,1-8 1,7 6-1002,13 13-699,5-12 252,2 28-196,13 7-51,-4 12-1427,35 12-4241,-3 14 5256,-15-6 1,-1 0 0,3 6 0,-14-8-1</inkml:trace>
  <inkml:trace contextRef="#ctx0" brushRef="#br0" timeOffset="66008">8141 9931 18621,'-4'0'5310,"0"1"-5399,4-1-1535,96-50-1435,-62 39 1,1-1 2878,9-7 1,5-3 0,-7 5 0,10 4 0,-25 7 0</inkml:trace>
  <inkml:trace contextRef="#ctx0" brushRef="#br0" timeOffset="66418">8824 9640 23231,'-27'17'583,"21"-2"-454,43-10-57,11-1-16,2-7 6,-3-7 0,-4-8 33,-3-8 28,-8-6 17,-9-3 11,-12-1-16,-11 5-46,-12 5-27,-9 6-6,-11 9 22,-6 5 17,-5 12-5,0 5-45,2 11-34,12 0 18,0 11-29,16 10-29,9 3-21,19 10-163,21-10-466,-10-22 0,3-2-192,5 0 1,2-2-970,4 0 0,2-2-2123,4-2 0,1-2 3327,-4-4 1,-3-2 0,14 1 0,-24-7 0</inkml:trace>
  <inkml:trace contextRef="#ctx0" brushRef="#br0" timeOffset="66884">9770 9724 22088,'-8'-43'763,"0"1"1,0 5 0,-6 9-428,-19 22-224,5 8 101,-11 12-106,13 7-23,-10 14-17,13 4-34,9 7 12,9 2 12,15-1-7,14-2-842,22-6 836,-1-11 12,3-14 0,4-4-22,-11-5 0,1-2 2,20-2 0,2-4-531,-10-5 0,-1-5 562,-1-4 0,-3-5 0,-2-5 0,-4-3-8,-3-5 0,-5-5-31,-2-7 0,-5-2-23,-6 8 1,-5-3 20,-4-3 0,-3-4 1,-3 2 12,-3-2 0,-3 1 17,-2 3 0,-1-3 0,-4 5 45,-5-4 0,-4 5-153,-6 2 1,-1 5 174,-7-6-17,1 11 23,18 25 579,3 7-719,-2 11 1128,2 18-1106,-2 24-17,5-14 1,1 1-316,0-4 1,2 1 307,2 6 0,2 5 0,2-3-29,4 3 0,3 1-27,-1-3 0,2 2 0,1-3-474,10 7 1,3-4 253,1-4 1,2-4-216,2-3 0,1-4-479,-1-4 0,-1-4-776,19 9 1759,5-12 0,-36-15 0,6-4 0</inkml:trace>
  <inkml:trace contextRef="#ctx0" brushRef="#br0" timeOffset="67041">10315 9593 25931,'52'-24'9,"1"0"0,0 0 0,1 1 0,1 1 0,-7 7-603,-12 10 0,-2 5-313,9 0 0,-3 1 1,3 0-1,-12 6 0</inkml:trace>
  <inkml:trace contextRef="#ctx0" brushRef="#br0" timeOffset="67907">11327 9380 15365,'15'-56'1510,"1"1"0,0 0 0,-3-4 0,0 1 0,-3 8-1292,-3 16 1,-1 4 306,-2-5 0,-3 4 456,-6 14-703,3 8-239,-7 6 111,4 13-27,-11 25 33,-6 21-94,7-12 0,-1 3-132,-1 8 0,1 5 77,5-8 1,1 3 0,1-3-533,-1 3 1,4 0 511,3-6 0,2 3 0,6-6-113,8-5 0,6-3-342,11 9 1,7-4-633,-4-17 1,5-3-1,0-3 1100,19 5 0,-1-4 0,-15-8 0,-3-2 0,9-2 0</inkml:trace>
  <inkml:trace contextRef="#ctx0" brushRef="#br0" timeOffset="68550">12618 9171 16891,'6'-47'1829,"0"-1"1,-2 3 0,-6 10-1415,-11 23 458,-23 2-458,4 17-57,-19 15-227,26-3 1,2 5-359,-2 7 0,3 1 247,4-5 0,3 4 5,-3 21 0,6 6-14,10-2 0,4 0-424,-4 0 0,5 1 359,5-14 0,4 1 0,2-5-237,17 16 291,2-21 0,8 2 0,-6-7 0,2 3 0,3-7 0,0 0 0</inkml:trace>
  <inkml:trace contextRef="#ctx0" brushRef="#br0" timeOffset="69125">13761 9106 18772,'-2'-6'4857,"1"0"-4017,1 6-28,0 0-756,10-35-11,14 43 17,17-13-48,-13 30 0,-3 11-335,2 3 1,-5 5 275,-3 6 0,-5 4-750,-8 5 1,-7 3-211,-7-18 1,-3 0-1,-2-1 532,-10 16 1,-1-6-1,5-15 1,0-6 0,-7 5-1</inkml:trace>
  <inkml:trace contextRef="#ctx0" brushRef="#br0" timeOffset="69907">14805 9370 20617,'53'-11'-913,"0"-1"0,-10 3 0,1 1-1889,15 1 1,-1 3 1856,-16 2 1,-3 1-1,-2-1 1,-5 1-1,5 1 1</inkml:trace>
  <inkml:trace contextRef="#ctx0" brushRef="#br0" timeOffset="70274">14956 9542 13146,'-59'17'1459,"0"0"1,0 0 0,7-2 0,3-1 0,6-1-1151,-17 5 637,25-8-480,32-6-20,6-3-180,33-8-257,-5 1 1,4-2-41,15-5 1,5-2-316,-13 4 0,2-1 0,1-1 251,9-4 0,3-2 0,-3 1 55,-10 1 0,-1 1 0,-1-1 21,2-2 0,0-1 0,-7 0 186,-5 2 1,-6-2-174,-5-7 1,-7 0-66,-8 0-46,-26-29 88,-1 34 83,-8 0 1,-3 2 74,-5 0 160,-15-8-141,25 13 636,3-1-302,15 9-230,-1 0-174,9 5-83,0 2-12,4 3 1040,7 8-1011,23 22-7,4 10-361,-10-11 0,-2 2 255,-6 2 0,-4 1-14,-2-7 0,-5 2-1733,-10 22 0,-8 0 1848,-2-20 0,-1-3 0,0 7 0,0-3 0,-6-7 0</inkml:trace>
  <inkml:trace contextRef="#ctx0" brushRef="#br0" timeOffset="73068">16424 8996 20649,'-37'-21'405,"-1"-1"0,-2 4 0,3 8-287,-5 17-34,12 1 1,-1 3 4,-15 13-67,17-5 1,3 2-29,-5 17-16,15 5 28,20-18 27,16 2 90,37-4-83,-15-7-24,-9-7 1,1-3 78,23-3-11,-18-2-16,8-1-35,-30 0-22,-11 0 101,-15 11-72,-1-2 21,-22 17-44,8-10 17,-22 16-6,1 2-6,3 2-11,3 4-5,22-16-1,6 4 1,8-7-40,5 7 34,3-8 34,20 6 0,6-13-23,7 2 11,16-4-17,-22-5 1,0 0-22,29 6-12,-3 4 50,-34 0 34,-25 4-22,-13 0 22,-29 12-28,7-9 0,-3 1-521,0 1 1,0 1 506,-8 6 0,2 1-25,14-8 0,4 1-34,-10 24-117,18-7-848,22-4-413,9-11 1423,34-2 0,-28-18 0,15 2 0</inkml:trace>
  <inkml:trace contextRef="#ctx0" brushRef="#br0" timeOffset="74068">12719 12064 30584,'33'-30'-1454,"6"6"1261,9 23-464,4-1 163,0 5 120,-20-2 115,-8 6 122,-24 2-626,-16 8 733,-8 1 1,-5 1-56,-3 1 1,-2 0-298,-2 3 0,-1 0 459,-3 1 1,2 1 20,9-5 1,1 1-26,-4 2 0,2 1-131,4 1 1,3 0 120,-1 7-411,11-2-209,16-16 79,11-4 176,24 0-214,-4-3 270,-2-4 1,2-2 74,16-1-32,11 0-1,-10 1 137,-17 2 96,-16 7 852,-15-1-778,-19 21-59,0-12 18,-22 24-23,6-10 6,-9 15-45,16-15-11,6 10 16,16-27 1,3 12 16,4-12-3397,10 10 3381,-3-9 61,26 12-45,-16-15 18,31 14-12,-4-8-167,-15-6 0,1 0 147,-1-1 0,-1 0-133,25 12 153,-27-8 3288,-19 3-3204,-34-5-62,-19 2 1,-4 0-82,15-6 0,0 0-971,-31 7 1,1-2-837,13-3 1838,14-3 0,3-1 0,9-2 0,1 0 0</inkml:trace>
  <inkml:trace contextRef="#ctx0" brushRef="#br0" timeOffset="78116">12549 13692 13407,'2'-8'7035,"0"2"-6945,-2 6-12,0 0 202,-4-17 213,-32 51-213,-9-8-994,6 13 1,-2 6 755,2-3 0,-1-1-17,-2 4 1,-1 1-23,15-14 1,-1 0 0,1 1-36,1 0 0,0 1 1,2-1-475,-11 17 0,3 0-309,6-4 0,4 0-1465,6-7 0,4-2-2256,-1 13 4536,17-14 0,-1-25 0,3-2 0</inkml:trace>
  <inkml:trace contextRef="#ctx0" brushRef="#br0" timeOffset="78333">12965 13732 21797,'-59'4'151,"26"4"0,1 8-137,-2 18 1,1 9-1227,-2 2 0,-1 1 1150,1 4 0,1 1-464,1 2 0,2 1-2754,3 2 1,4-1 3279,3-7 0,4-3 0,-2 12 0,12-26 0</inkml:trace>
  <inkml:trace contextRef="#ctx0" brushRef="#br0" timeOffset="80849">13818 14117 17300,'8'-45'1473,"1"0"0,-2 5 0,-6 7-896,-16 19-342,-8 6-139,-10 7-35,-8 12-38,-8 12-332,22-5 0,1 3 309,-2 5 0,1 2-8,0 3 0,1 3-4,2 1 1,2 1-26,3 0 1,3 1-9,5-2 1,4 0-40,5-3 0,5 0-162,18 24-102,22-11 121,-14-27 1,4-5 16,5-2 0,2-5-151,3-5 0,1-3 310,2-6 1,0-2 69,-1-5 1,-1-3 156,1-7 1,-3-1 47,11-8 353,-8-6 252,-35 25-650,-3 3 557,-9 5-557,-1 6 97,-3 1-242,2 0 449,2 0-505,2 0 140,5 0 128,6 0-5,14-5-73,14-6-34,14-12-329,-22 7 1,1-3 258,2-4 1,0-3-399,0-4 0,-1-3 378,2-5 1,-3 0-28,-7 6 0,0-3 12,-1-1 1,0-5 0,-1 2 6,-1-1 1,-2-1 52,9-16 1,-3 1 8,-10 16 0,-4 3 82,2-22-1,-9 16-39,-6 17-78,-1 12 340,-1 9-514,-4 10 947,-1 3-813,-27 34-16,-2 9-1039,8-10 1,0 4 1024,3 0 0,3 2-12,-1 11 0,5 2-1368,6-10 1,2 0 1350,2-3 1,3-2-74,8-5 1,5-4-479,14 18 333,-4-23 0,5-2-59,15-5 1,3-4 140,19 2 41,-10-16 0,2-7 59,-15-6 1,-1-4-115,10-3 0,-1-5 212,-2-3 0,-2-4 23,-4-3 0,-3-2 16,-2 0 0,-4-2 31,-3 2 1,-3 0 1491,10-23-1195,-14 15-96,-14 14 2962,-13 12-3202,-20 11 207,4 6-252,-18 12 655,15 5-654,-7 18-18,16-9 0,5 13 1,16-16 10,10 5 29,11-7-12,15-7 6,11-8-5,7-13 10,-20-6 1,-1-3 11,12-7 8,-17 1 0,-4-1 54,-2-11 5,-2-8 28,-12-8-101,-9 17 29,-10-5-46,-6 21-11,-9 2 0,-6 6 17,-17 17-22,4 5-352,-9 15 352,19-5-12,-1 12-16,15-3 5,1 14 6,13-19 0,4 1-51,7 25 17,5-4-50,16-4-12,7-14-50,16 2 17,-10-23 0,1-4-136,18 1 222,-12-12 1,2-6 53,-3-7 0,-2-4-285,-5 5 1,-1-2 298,5-5 0,0-3 42,3-9 0,-2-3-3,-14 11 1,1-1-32,10-10 1,-1-1 100,0-8 112,-18 10-150,-6 9 434,-8 1-469,-10 19-55,-3 0-6,-2 5 226,-10 7-204,-7 5 608,-13 14-647,7-1 22,6 1 6,13-5-22,7-4 16,1-3-5,3-2 17,1-7 50,0-2-45,0-1 107,1-1-180,0 0-56,7-1 12,0 2 50,3-1-57,2 1 97,-7-1 32,3-1 58,-8 1-13,2-1 35,-2 0-40,2-6-28,-2 2 67,2-12-50,-2 4 33,0-2 6,-1 5-34,0 5-38,0 2-24,-1 2-4,-4 2 10,-19 9-5,-5 4 11,-16 11 5,11-4 12,-14 18-22,18-10-1,-11 16-11,19-10 12,10-2 10,9-3-5,9-6-5,3-8 55,31-10-28,-16-11 6,32-15 23,-20-13-18,-13 10 1,-1-2-6,-1-3 0,-2-2 14,-1 1 0,-2-1 20,6-15 184,-4-3-89,-13 28-51,0-2-83,-5 17-35,-2 4 1,-2 4 0,-4 4 5,-3 7 1,1 6 5,3-2 0,5 20-28,8-8 28,7 14 0,18-3 0,16-3 0,-10-10 0,10-9 17,-22-17-17,1-4 11,17-16-11,-11-5 17,6-7 22,-5-8 22,-5-10-10,-4 1 10,-3-3 23,-14 20-28,-3 8-22,-1 5-12,4 3-22,8-1 12,15-1 10,15 2-11,11 4 0,7 6-1392,-2 8 1375,-15 2-63,8 21 41,-26-1 0,6 19-89,-22 2-595,-7 9-1274,-6-24 1,-1 0 1254,-1 28 0,-1-22 0,1-16 0</inkml:trace>
  <inkml:trace contextRef="#ctx0" brushRef="#br0" timeOffset="83591">18401 14124 14521,'1'-6'5339,"0"1"-3665,-1 5-1506,-74-58-87,39 56 0,-2 3-70,-14-27 1,0 4-267,7 34 0,5 10 255,-4 15-675,17-12 0,3 2 653,-10 20-100,15-9 0,3 3-24,5 16-121,6-16 0,4 0 102,8-9 0,6-2 11,5-2 0,5-2 5,7-2 1,3-4-65,7-2 0,3-5-281,5-2 1,2-5 417,4-5 0,0-5 126,1-5 1,-1-5 103,-2-5 0,-1-5 89,-4-3 1,-2-3 50,-5-1 0,-3-2-25,-5 0 0,-3 1-23,11-16 598,-23 20 1,-3 2-402,-4 1 404,-1-5-730,-16 20 239,-9 5-328,-23 17-16,8-1-7,-14 12 0,18-4 1,1 2 627,-15 15-625,15-14 1,2 2 24,-8 28-61,20-21 17,0 10 28,15-20 39,8-9 11,12-11 0,12-11 6,9-12 28,5-9 117,-3-6 85,-9 2 397,-11 3-296,-12 10-96,-8 8-196,-5 9-191,-2 4 74,-4 8-7,-1 4 12,-5 17-5,4-6-90,1 15-202,11-9-504,9 8-1266,12-2-4526,15-7 5745,-1-8 0,-13-9 0,-11-6 0</inkml:trace>
  <inkml:trace contextRef="#ctx0" brushRef="#br0" timeOffset="83825">19562 14251 5401,'2'-6'7651,"-1"2"-2247,-1 4-4837,-61-42-119,22 41-311,-5-14 0,-1 5 721,-6 42-822,25-12 1,2 3-26,0 3 0,1 2-11,1 2 0,3 2-51,1 2 1,2 0-143,5 2 0,3-2-205,-3 21-1005,18-18 0,7-2-3420,23 6 771,-3-15 0,5-4 3644,-2-11 1,-1-4-1,15 0 1,-19-7-1</inkml:trace>
  <inkml:trace contextRef="#ctx0" brushRef="#br0" timeOffset="84275">20158 14190 12124,'20'-42'2164,"1"-1"1,0 1 0,6-16 0,-3 5-1442,-12 18 0,-1 3 330,4-20-241,-5 13-297,-3 15-386,-4 12-180,-2 10 63,-1 13 55,-7 17-11,-5 4 0,-4 5-26,-3 3 1,-2 1-670,-2 2 0,-2 2 650,-7 6 1,-1 1-7,6-10 1,1 1-61,-5 9 1,1 1 59,2 2 1,4-2-3,10-20 0,2 0 0,1 5 0,5-3 19,11-1 51,6 0 50,11-14 35,26-27-130,-12-5-6,-1-6 0,1-3-231,-8 2 0,0-1 242,8-6 1,0-2-3,-2 1 0,-1-2 25,0 0 0,-2 0 0,8-7 1264,-5 4-1264,-26 25 74,-1 2-158,-6 8 17,-1 9 33,2 12 529,3 13-551,5 9 0,6 4 0,8 0-28,10-3-118,-7-22 1,2-2-427,15 6-128,-9-12 0,3-5-7220,20-4 7920,-24-4 0,-3-1 0,1-2 0,-21-1 0</inkml:trace>
  <inkml:trace contextRef="#ctx0" brushRef="#br0" timeOffset="84707">21130 14523 24676,'-21'-6'163,"4"1"-191,18 5 112,3 0-12,-1 1 12,4 1 84,4 0-5,3-1 11,8-1-68,3-7 51,5-8-62,-10 2 107,3-8 44,-14 10-27,-3 0-29,-3 3-156,-5 5-40,0 1-22,-2 1-162,-1 0 44,1 0 141,-1 1-57,2 2-5,-1 1-28,1 1-342,-2 1-869,3 1-8193,-1 5 9499,3-2 0,-1-2 0,2-4 0</inkml:trace>
  <inkml:trace contextRef="#ctx0" brushRef="#br0" timeOffset="85235">21278 14476 8220,'-5'3'6615,"2"0"2509,3-3-8732,-13 6 443,9-5-662,-9 4 30,13-5-80,0-1-146,3 1 46,2-2-3348,7-1 3347,-1-1 74,15-12-52,-11 6 119,15-17-51,-18 12-6,2-3 258,-9 7-207,-4 8-112,-3-2 3358,-7 4-3392,-3 0-3364,-29 1 3381,13 2-40,-6 3 0,-3 2 18,-5 10-1,13-4 1,1 3-17,-8 21 5,13-5-5,13-2 0,5 3 0,7 15-31,3-12 0,5-1-322,6-6 0,4-3-2672,4-1 0,3-2 2478,24 11 0,-17-14 1,-15-11-1</inkml:trace>
  <inkml:trace contextRef="#ctx0" brushRef="#br0" timeOffset="89949">10696 15371 15933,'0'-5'7332,"0"2"-6492,0 3-650,4-29-89,-3 22-90,3-21 40,-4 32 33,-1 22-56,-8 6-303,1-3 1,-3 4-2471,-8 3 1,-3 0 2065,-1-1 1,0-1-1,-11 13 1,11-21 0</inkml:trace>
  <inkml:trace contextRef="#ctx0" brushRef="#br0" timeOffset="91149">12135 15416 20638,'-4'-44'603,"0"0"0,1 3 0,-3 11-519,-3 23-128,-5 3-1,-18 8 39,5 1 6,-33 13-1037,2 2 1037,18-6 0,0 0 14,1-1 0,1 0 144,4-3 0,3-1-46,-11 0 5,18-5-21,16-4-57,5 0-146,3 0 812,-2 0-716,-1 3 39,-9 13-6,-1 6 40,-11 31-45,10-16-12,5-5 1,1 2 5,0 15-6,4-16 1,1 1-6,1-1 0,0 1-110,1-1 1,1 0 109,0 28 5,5-7 1,4-9 0,10-9-18,12-11-128,18-10-140,-16-11 0,3-4-740,6-2 1,4-4 354,10-1 1,-2-2 0,9-2 0,-6-1 0</inkml:trace>
  <inkml:trace contextRef="#ctx0" brushRef="#br0" timeOffset="91916">14276 15266 6357,'6'-11'5562,"-1"2"-2527,-5 9 331,0 0-1890,-54-30-1145,35 22 10,-11-8 0,3 2-291,22 14 1762,3 1-1700,5 2-28,1 0 146,11 3 61,22-4-212,-3-1-15,0-3 0,1-1 26,23-7-17,-12 2 0,0-1-345,15-4 345,-22 5 0,-4 1 89,-5 0 79,-2 0-190,-16 4-51,-7 2-6,-5 1 6,0 3 17,-1 6 355,-4 19-339,-1 9 7,-3 15-35,5-11 29,0 15-40,4-22 6,4 11 0,3 3-425,2 9 416,-1-11 1,-1-2 19,1-1 17,-9 5-11,-13-20 0,-6 0-59,-5 4 0,-3-1-765,-4 1 1,-5 0 806,-9 0 0,-5 1 0,7-6 0,-5 3 0,2-1 0,-1-1 0</inkml:trace>
  <inkml:trace contextRef="#ctx0" brushRef="#br0" timeOffset="94099">15589 15460 15317,'-60'-7'706,"13"2"72,52 4 23,7-1-263,9-1-152,10-3-106,7 0-78,1 0-17,2 2-151,-17 2 39,-4 1 50,-16 1 627,-3 0 1340,0 0-2034,-5-1-17,2 1 0,-1 0 11,1 0-5,1 0-17,-1 0-11,-2 0-11,-2 0-6,-1 0 22,-1 0 45,4 0 40,1 0 257,3 0-314,-3 0-11,-2 0 17,-6 0 56,-3 0 56,2 0 34,4 1-51,5-1 51,3 0-191,-1 0-45,-1 0-27,-2 0-35,0 0 46,-4 0 44,-4 2 23,0 1-11,1 0-12,2 0 6,4-2 28,1 0-5,2 0 5,0 0-6,-2-1-16,-2 2 22,-6-1-17,-4 3-28,-6 4 11,6-4-5,-3 4 0,13-6 5,1 0 23,6-2 39,7 0-11,13-2-28,17-3-6,15-3-1693,-18 2 0,1 1 1682,12-2-11,8 1 0,-34 5-6,-2 0 6,-10 1 5,-6 0 0,-4 0 3460,-1 4-3381,-11 9-45,0 0 5,-13 5 1,-3 0-6,-4 1-17,-3 2 0,0-1 12,1 0-1719,4 0 0,1 1 1701,8-3 18,-9 16-23,27-26 11,3 2 11,4-7 51,7 0-34,0-2 3477,11 0-3477,-12-1 101,5-2 50,-10 2-5,-2-1-2039,-2 1-5287,-1-2 7141,0 1 0,0-2 0,0 2 0</inkml:trace>
  <inkml:trace contextRef="#ctx0" brushRef="#br0" timeOffset="94832">15444 15489 23002,'-16'-49'539,"0"1"1,1 3-1,3 9-365,7 22 257,1 0-297,3 8-99,1 0-7,10 2 11,33 1-22,17 6-723,-13 3 1,1 3 707,-11-2 1,0 5 16,18 19 1,-3 4-401,-26-14 1,-3 3 398,6 16 1,-1 9 0,-6 0 9,-12 3 0,-8 3-527,0-2 0,-3 4 0,-6-2 502,-6-5 1,-4-1 0,-4-1-29,-6 2 1,-2-1 0,-2-3-4,6-8 0,-2-3 0,-3 2-359,-4 0 1,-4 1-1,-2 0 1,3-4-919,-1-2 0,2-4 0,-3 2 1305,-2 2 0,-5 2 0,2-1 0,5-5 0,-2 0 0,5-4 0,3-5 0,1 0 0</inkml:trace>
  <inkml:trace contextRef="#ctx0" brushRef="#br0" timeOffset="95209">15305 15400 16482,'-3'-5'4352,"0"2"-2879,8-59-862,5 36-429,-4-10 0,4 3-9,9 20-94,3 13-12,3 17-11,0 5 5,0 11 1,2 6-15,5 6 1,0 2-730,0-1 0,0-1 687,1 3 1,1-1 16,7-1 1,0-2-37,-4-7 0,0 1-16,-2-3 0,1 1 1,-3 0-392,2 6 1,-8 0-199,-12 1 1,-11 1-3186,-24 6 1,-13-2 3411,-9-1 0,-4-4 1,7-11-1,3-5 1,8-10-1,1 1 0</inkml:trace>
  <inkml:trace contextRef="#ctx0" brushRef="#br0" timeOffset="98001">12748 8653 16824,'-16'2'173,"-10"3"-100,-15 4-11,-6 4-6,-4 2 0,3 0 5,3-3 18,5-3 49,7-5 46,8-3 28,7-1-29,8 0-83,4 0-73,3 0-141,3 0 130,-2 2 0,2 1 16,-2 4 40,1 4 22,0 3 44,-1 7 29,0 7-6,-1 6 6,0 9-5,-1 5-17,0 3-51,1 3-40,1-1 12,1 1 6,1 0-6,5 0 22,0 0-399,6 1 365,1 2 1,2 1 0,2 1-6,0-2-5,-2-2-138,-4-1 166,-5-3 5,-6 2-5,-6 1-23,-5 1-11,-4 0-6,0-1-11,-1 1-14,8-23 1,1 2 21,-1 11 1,0 3 11,1 10 0,0 0-291,1-13 0,1-2 254,-1 6 1,0-4 27,-5 3-5,3-17 0,-1 1-14,-1 1 0,-1 1 2,-1 1 1,0 0 5,-1 1 0,-1 1 8,-1 8 1,-1 0-20,6-14 0,-1 0-3,-2 12 1,1 1 2,-2 13 0,7-21 0,0 2 0,1-2 0,1 1 0,1-1 0,0-1 2,0 1 1,1-1 11,0 0 0,-1 0-3,0 2 1,-1-1-10,0 1 1,0-1-9,-1 1 1,0 0 75,0-1 0,0 0-70,0 0 0,0-1-3,-1 1 1,1-1 4,0 0 1,-1 0 0,1 0 0,0 0 2,-1-1 1,0 0-1,0-1 1,0 0 5,-1-2 1,1 0 10,-9 29-22,1-1 17,3 0-12,1-2-10,4 0 16,1-2 6,1 2 0,0-1-6,-3 1 0,3-22 0,0 1 3,-2 0 0,0 1-9,0-1 1,0-1 0,-4 18 153,6-19-131,4 1-17,1-13 51,6 17 106,5-22-12,4 2 744,14-5-575,14-9-241,-9-3 0,6-2-1222,6-5 0,4-4 0,-1 1 1138,13-2 0,-2-2 0,0-1 0,-7 1 0,-3-1 0</inkml:trace>
  <inkml:trace contextRef="#ctx0" brushRef="#br0" timeOffset="107483">17048 8641 20483,'-54'-10'-20,"0"0"1,1 0-1,-1-1 1,-3 0-1,3 1 1,0 1-68,0 1 0,0 1 1,3 2-553,7 1 1,2 1 0,0 0 625,1-1 0,0 1 0,-5 0-570,-12 2 0,-7 0 0,-1 1 1,4 1 397,4 0 0,3 2 0,-5-1 98,5 1 1,-5-1-1,-2 1 1,3 0-1,4 1-143,-3 0 1,4 1 0,-3 0 128,6 1 1,-5 0 0,-1 1 0,3 0 0,5-1-37,0 0 0,6-1 0,-6 2 77,2 1 1,-6 0-1,-3 1 1,-1 1-1,2 0 1,6-1-67,-14 4 0,5 0 1,-2 1 92,7-2 1,-2 0 0,0 0 0,1 2 16,5-1 1,0 1 0,1 0 0,1 0-203,-5 3 0,1 1 0,-2 0 183,6-1 1,-2 0 0,-1 2 0,0 1 5,4-1 0,-2 2 0,0 0 0,1 1 1,1 0-20,-5 3 0,0 0 0,2 0 1,0 1-7,2-2 1,-1 1-1,2 0 1,0 1 1,2 1 1,0 0 0,1 1 0,2-1-257,-5 4 0,2 0 1,-2 3 313,7-6 1,-2 3 0,-1 0 0,0 1-1,2-1-8,-3 3 1,2-1 0,0 0 0,0 2-112,-5 3 1,0 2 0,1 0 0,2-1 112,-3 6 0,3-1 0,2-1 3,8-7 1,2-1 0,2 0-2,1-2 0,2 1 0,0 1 235,-5 12 1,0 3 0,1 1-221,7-9 0,0 1 0,0 1 0,0 2-8,-4 6 1,-1 3 0,1 0 0,1 0-5,3 0 1,0 1 0,2 0-1,2-2-8,3-6 0,1 0 1,2-2-1,1 0 3,-2 3 0,2-1 0,1 4 0,1 1 0,1 4 0,1 0 0,2-4 51,1-1 0,1-3 0,1 4-54,2 1 0,-1 4 0,2-1 1,1-4 9,1-6 0,0-3 1,4 2 83,2 1 0,2 3 0,2 0 0,1-4-273,1-1 0,1-3 0,1 1 232,1 8 1,1 1-1,3 0 41,0-8 0,4 0 0,-1-1 0,-1-5 290,3 5 1,3 1-310,-1-5 1,6 7 0,3 1 0,-1-1 0,-5-8-410,7 5 1,0-2 357,-6-7 0,4 4 0,0-1 0,-1-4 57,16 5 1,1-4 100,-14-12 1,1 0 0,4-1-141,6 0 0,5 1 1,1-2-1,-4-2 268,-1 0 1,-2-3-1,3-1-279,3-2 0,4-1 0,2-2 0,-1-3 8,-4-3 1,1-3-1,-1-1 1,1-1-307,3 0 0,1-1 1,1 0-1,1-3 282,-5 1 1,2-1-1,1-1 1,-1-2 0,-2 0-1,-5 0 0,-2-2 1,-1 0-1,0 0 0,1-2-7,0 0 1,1 0 0,-1-2 0,1 1-1,-1-2-6,1 0 0,0-1 0,0 0 0,0-1 1,-1 0 10,1-2 0,1 0 0,-1-1 0,-1 0 0,-1 1-5,0-1 1,-1 1 0,-1-1-1,4-3-140,-5 1 1,3-2 0,1-2 0,1 0 0,-2-1 0,-3 2 177,8-5 1,-3 1-1,-1-1 1,4-2-85,-6 4 0,3-3 0,2 0 0,0-1 0,-1 0 0,-3 1 95,3-3 1,-2 1 0,0 0 0,-1 0 0,0-1-32,0-1 1,1 0-1,0-1 1,-1 1 0,-3 1 4,3-2 0,-3 2 0,0 0 0,1-2 41,-4 3 1,0-2-1,1-1 1,0 0-1,-1 0-34,-1-1 1,0 0 0,-1 0 0,1-1 0,1-2-9,-3 1 0,2-1 0,-1-2 0,1 1 1,-1 0-1,-2 1-14,2-1 1,0 0-1,-2 2 1,-1-1-1,-2 0 5,6-6 0,-3 0 1,-1 0-1,-4 2 49,0-2 0,-4 2 0,-1-4 79,-4 2 0,-1-2 0,0-2 1,-1 1-73,0-1 0,-1-1 0,-1 0 0,-1 1-38,-2 2 1,0 1-1,-2 0 1,-2-2 65,-3-5 1,-3-2-1,-1 1 1,-1 3-46,-2 2 1,-1 3 0,-1-3-29,-1-1 1,0-3-1,0-1 1,-3 4 26,-1-6 0,-1 3 0,-3 1-2,0 1 0,-2 0 0,-1 1 61,-2 1 0,-1 1 0,-3 1-84,0 1 1,-2 1 0,-2 2-12,-2 2 1,-3 1 0,-2 2-10,-3 0 0,-3 2 1,-1 2-15,-7-6 0,-5 4 4,7 11 1,-5 1-1,-2 1 1,1 3-6,-3 1 0,1 3 0,-7 1-66,2 1 1,-7 0 0,-3 1 0,2 1-1,5 2-32,-8-1 1,4 4-1,-4 1-333,8 3 0,-5 1 1,-1 0-1,2 2 1,7 1-517,0 1 1,6 1 0,-3 1 924,-3 0 0,-5 1 0,2 0 0,8 0 0,4 0 0,5 0 1,0 1-1,-1 1 0</inkml:trace>
  <inkml:trace contextRef="#ctx0" brushRef="#br0" timeOffset="113785">12428 16483 6191,'57'-6'265,"0"-1"1,0 1 0,0-1 0,2 0-1,0 0 1,0-1 0,-2 1-220,6-1 1,-3 1 0,4-1-407,-11 1 0,3 0 0,1 0 0,0 1 0,-2 0 396,2 0 0,-2 1 1,0 0-1,0 1-31,1-2 1,0 1 0,-1 0 0,-1 1-8,-2 1 1,-1 0-1,-2 1 1,-7 1 359,2 0 0,-4 1-454,1 1 1,-4 1 1040,1 2-374,-42 6-314,-36 2-187,3-3 0,-5 0-597,-15 1 1,-5 1 546,13-3 1,-2 0-1,-2 0-165,-7 1 1,-1 0 0,-2 0 146,13-2 1,-1 0 0,-1 0 0,0 1-5,-3 0 1,0 0 0,0 0-1,0 0-2,0 0 0,0 0 0,0 0 0,0 0 6,1 0 1,1 0 0,0 0 0,1 0 5,2-1 0,1 1 1,1-1-1,0 0-1,-10 2 1,1 0 0,2-1-104,8-1 0,0 0 0,4 0 317,-9 0 0,7-1 177,-8 0-342,47-8 45,48-9-51,-1 1 1,7 0 64,-7 1 0,3 0 0,3-1-89,4 1 1,4-1 0,1 0-1,-1 0-199,-2 1 0,0 0 0,0 0 0,-1 1 184,2-1 0,-1 0 1,0 1-1,1-1 21,1 1 0,1 0 0,-1 0 1,-1 0-271,7-1 0,-1 1 0,2 0 268,-6 0 1,2 0 0,0 0 0,2 0-3,-9 2 0,2-1 0,0 0 0,-1 1 0,-2 0-21,1 0 0,-1-1 0,-2 2 0,1-1-2,1 1 1,0-1 0,-1 1 0,-6 1-48,6 0 1,-5 0-27,-9 2 1,-6 1 951,-16 4-570,-60 10-281,3-4 1,-8 1 102,-4 0 1,-7 0 0,1 0-132,10-2 1,0 0 0,-4-1 3,-2 1 1,-4-1 0,-2 1 0,2-1-5,5 0 1,2-1 0,-2 0-1,-5 1 12,5-1 1,-4 0 0,-2 1 0,-1 0 0,-1 0 0,2 0 14,8-1 0,0 1 0,0-1 0,0 0 0,0 0 0,2 0 0,1 0-158,-13 1 0,1 1 1,2-1-1,1 0 0,2 1 149,-8-1 1,2 1 0,3 0 0,4-1 22,5 0 1,5 1 0,0-1-104,5-1 0,1 0 1,-1 0 125,-5 1 0,-1-1 0,5 0-75,5 0 1,5-2-118,-9 2-17,65-13 123,35-6 28,-7 1 0,6 0 253,-8 1 0,3 1 0,4-1-232,-9 2 1,5-1-1,1 1 1,1-1-1,-1 1 242,9-2 0,0 0 1,1 0-1,2 0-239,-13 2 1,2 0-1,1-1 1,0 1-1,-2 0 1,-3 1-428,6-2 0,-4 2 1,-1-1-1,2 0 434,9-1 0,0-1 0,2 1 0,1-1-5,-7 3 0,1 0 0,1 1 0,-2-1 0,-3 1-36,-1 0 0,-4 0 1,0 0-1,3 0-6,3 1 1,4 0 0,0 0-1,-5 0 1,-10 2-111,-2 2 0,-5 0-126,14 0 0,-5 0 571,-11 5-834,-42 7 89,-54 5 351,22-7 1,-6 1 0,-2-1-225,-10 1 0,-4 0 1,2-1 296,6 0 0,2-1 1,-6 1 57,3-1 0,-7 0 0,-1 1 0,1-1 1,7 0 205,-1 0 0,5-1 0,-6 0-154,0 1 1,-7 1 0,-3 0 0,0 1 0,4-1 30,10-1 0,2 1 0,0-1 1,1 1-1,-1-1-464,-13 3 1,0 0 0,1 0 0,1 0 338,4 0 0,0-1 0,2 0 0,3 1 14,-4 1 0,3 0 1,5-1-61,3 0 0,4 0-83,-2 0 1,7-1 1677,11 1-1490,31-9-17,36-9 1,12-4-54,-20 4 0,4-2 89,8-1 0,10-3 1,3 0-1,-1 0-70,-3 0 1,1 0 0,-1 0 0,0 0-23,0 1 0,1-1 0,-1 0 0,0 1 3,-1-1 0,0 0 0,-1 1 0,0-1 42,-1 0 0,-1 0 0,-1 1 0,-2 0-598,5-2 1,-2 2 0,3-2 570,-2 1 1,4 0-1,-1-1 1,-7 2-58,9-2 0,-7 2 336,-1 0 0,-10 2 784,-20 3-1170,-25 1 66,-34 11 12,-9 3 0,-6 2 413,-4 3 1,-6 2-419,11-1 1,-5 2 0,-1 0 0,3 0-4,1-1 1,3 0 0,-5 2-6,3 0 1,-7 2 0,-1 2-1,3-2 1,8-2-18,9-2 0,5-2 1,-4 1-277,-4 3 0,-7 2 0,-2 0 0,3 0 1,9-3-452,-5 2 1,3 0 756,-6 2 0,-6 3 0,13-5 0,7-1 0,-7 3 0</inkml:trace>
  <inkml:trace contextRef="#ctx0" brushRef="#br0" timeOffset="116850">12568 15356 19406,'45'-9'164,"-1"1"0,-1 4 1,-10 9 104,-25 32-85,-1 15-44,-8 4 17,-4-3-23,-4-4-16,0-11 28,1-8 111,2-9 342,2-10 349,2-6-58,1-4-476,1-7-302,-2-8 0,1-14-16,0-13-40,3-12-40,10-8 6,5 22 1,4 1-17,12-13-336,-2 18 0,3 6 358,18 2-23,-18 13 1,1 2-93,-1 4 1,1 3 91,-2 7 1,-1 3-6,0 4 0,-2 3 0,0 5 0,-2 3 0,-1 3 0,-2 2-31,-1 2 1,-1 3-615,-3 0 0,-2 2 645,0 6 0,-3-2 0,0 4 0,-3-4 0</inkml:trace>
  <inkml:trace contextRef="#ctx0" brushRef="#br0" timeOffset="125699">12554 16210 16611,'3'3'1977,"0"0"62,-3-3-1978,1-12-145,-1 9-397,1-10-926,-1 13-4014,0 3 1668,-1 0 3753,0 4 0,0-3 0,0-1 0</inkml:trace>
  <inkml:trace contextRef="#ctx0" brushRef="#br0" timeOffset="132284">6441 8631 12629,'-59'-7'205,"1"0"0,11 0 1,3 3-164,-1 6 0,2 4-588,8 0 0,-2 3 473,-21 5 1,0 2-545,15-3 0,-1 2 587,4-1 0,-2 1 0,-3 0 20,-7 1 1,-2 0 0,-1 0 12,-4 0 1,-1 1 0,-2-1-528,6-2 0,-2 0 0,1 0 0,3-2 537,2-1 0,3-1 0,-3-1 38,-4 1 1,-4 0 0,-1 0 0,5-2-473,0-1 1,4 0 0,-3-1 434,-1 1 0,-5 0 0,2-1 0,4 0-5,8-1 1,3-1-1,-2-1 4,-13 2 0,-3-1 1,6 0-14,14-1 0,-1-1 7,-12 2 1,-8 1-1,7 0-103,10-1 0,3 1 101,-18 2 1,1 1 126,19-1 0,3 1-157,3 2 0,3 0 1960,-19 15-2024,17-4-141,7 24 1979,18-17-1794,-1 34 37,13-26 0,2 2 16,0 4 0,0 3-683,4 13 1,1 0 691,-3-17 0,0 1 61,-2 4 1,1 5-1,-3-2-383,0 10 1,-1 2 447,-2-1 1,-1 5 0,-1-1 1,-1-2 1,-1-1 0,-1-1-79,0-10 0,0-2 1,-1 5 69,0 7 0,0 4 0,0 2 1,0-4-73,3-13 1,0-3 0,0 1 0,0 3-438,0 5 0,0 4 0,0 2 1,1-2-1,0-4 398,0-5 1,1-4 0,0 1-1,1 4 25,0 6 1,2 6 0,0 1-1,-1 0 1,1-4-303,-1 1 1,1-3-1,-1-1 1,0 2 284,1-4 1,0 0 0,0 1 0,0 2-1,-1 2-27,-1-1 1,1 4 0,-2 1-1,1 0 1,-1-4 0,0-5 11,0-3 1,0-6-1,-1 1 1,-1 7-48,0-3 1,0 6-1,-1 5 1,-1 2-1,0 1 1,0-1-1,0-3 1,0-5 96,-2 10 1,0-6-1,-1-1 1,0 2-1,-1 4 11,2-11 1,0 3 0,-1 1 0,0 2 0,0 1-1,0-1 1,0-1 0,-1-2 9,1 2 0,-1-1 1,0-1-1,1-1 1,-1 1-1,0 0 1,1 0-13,-1 1 1,0 1-1,0-1 1,0 1-1,0 0 1,1 0-1,-1-1-15,1 1 0,0 0 0,0 0 1,0 0-1,0-1 0,0 1 1,1 0-15,0-1 1,1 0-1,0 0 1,0 0 0,0 0-1,1 0 1,0 0-19,0-1 0,1-1 0,0 1 1,1-1-1,0 0 0,0 0 0,1 0-1,1 7 1,0 0 0,1-1 0,0 1 0,2-1 0,0-1-24,1-1 0,0-1 1,1 0-1,1 0 1,1-1-1,1-1-30,0-2 0,2 0 0,0-1 0,1 0 0,2-1 0,0 0 9,4 6 1,1 0-1,1-2 1,3-1 0,1-1-10,2-4 1,1-1-1,2-2 1,3-2-1,2-3-310,2-3 0,3-2 1,1-3-1,4-2 0,2-4 333,10-3 0,5-4 0,2-4 0,-2-1 0,-5-2 0,2 4 0,-5-3 0,1-4 0,6-10 0,1 0 0,-1 0 0</inkml:trace>
  <inkml:trace contextRef="#ctx0" brushRef="#br0" timeOffset="211604">10478 1497 17507,'-54'3'1058,"0"0"1,9-3 0,4 10-647,9 21 1,4 13-1,2 1-1572,4-6 0,3 0 0,-1 4 1248,0 2 0,-2 3 0,0 2 1,4-1-39,-1 10 0,3 1 1,2-2-35,2 0 1,3-1 0,3-1-2,5-6 0,3-1 0,4-3-15,8 13 0,10-5-86,9-12 1,8-8-565,12-7 0,4-9-218,-8-5 0,3-5 654,2-6 1,5-3 0,-9-1 0,9 0-1,-14-1 1,0-1 0</inkml:trace>
  <inkml:trace contextRef="#ctx0" brushRef="#br0" timeOffset="213662">11443 2162 21835,'14'-59'1750,"1"0"1,-1 6 0,-6 8-966,-14 13-881,-5 11-549,-9 11 674,-6 11 509,-8 18 288,-9 18-762,18-8 1,0 1 120,5-4 1,0 3-4,-9 21 1,2 2-374,11-14 1,2 0 565,-6 16 0,6 1-296,11-15 0,7-2-450,5-6 1,7-3-304,7-5 1,5-4 200,8-6 0,4-5-370,5-5 1,4-6 676,4-6 0,1-5 99,2-4 1,0-5 106,-1-5 0,-2-3 127,-5-1 1,-3-3 166,-6 2 0,-5-2 121,-9 3 0,-3 1 41,1-12-526,-26 2-509,-8 27 649,-26 3-725,-3 25 109,-14 10 89,4 9 102,10 4 39,14 1 296,15-2 1283,11-3-1189,10-6 259,10-6-794,9-9-14,7-7-19,8-14 79,4-12 41,-9-3 282,-11-1 1,-4-2 12,1-11 153,4-13 37,-23 19-11,-15 10-106,-4 11-17,-5 9-6,-4 14 17,1 9-22,-3 11-6,7 6 0,7-6-6,13 13 6,13-18 22,15 5-1712,0-24 0,2-5 1706,17-2-1114,3-14 1,1-5 1114,-3-7-176,1-4 0,0-5 176,-18 5 0,-1-1 5,9-10 1,0-5-7,-12 3 1,0-4 0,-3 2-290,2-3 1,-3-1 279,-3 0 1,-1-5 0,-2 4-3,-4 2 1,-1 1 22,1-7 0,-2 1 722,-5 7 1,-5 5-690,-9-7 2466,-8 16-2527,-18 32 40,-14 27-35,8-2-1043,3 12 1,3 4 1043,4 3-5,9-7 1,-1 8 0,3-3-622,3 3 0,3-1 614,-5 9 0,3 3-576,5 7 0,4-5 587,4 1-212,8-3 1,4-2 189,8-17 645,2-7 1,5-4-641,22-9 4,-15-11 0,3-4 791,4-5 1,2-7-786,-5-5 0,2-5 0,-3 0-1,5-2 1,-2-3 0,-1-5 0,2-3 0,-4-2 894,2-7 1,-4-3-890,-6 6 1,1-2 0,-2-3 3,3-8 1,-2-2 0,-2 4-3,0-4 1,-4 2 24,4-11 1,-7 6 1097,-13 10-1117,-15 3 17,-44 27-11,13 14-17,3 9 0,0 6 5,-2 21 148,2 3-151,15-7 1,2 2 0,5-2 0,2 3 7,-2 9 0,2 3-21,2 2 0,4 0-20,9 10 0,4-2 6,-2-18 0,4-1-93,11 11 0,6-6-257,-2-17 0,4-4-619,7 3 0,6-2-3922,14-4 1,2-5 4514,-13-5 0,-2-2 0,-3-2 1,-4-2-1,-7-3 0</inkml:trace>
  <inkml:trace contextRef="#ctx0" brushRef="#br0" timeOffset="214155">14038 1809 18644,'-13'-49'1578,"0"1"1,1 4 0,2 7-1165,2 17 206,1 2-221,4 10-247,0 2-218,0 7 179,0 13-41,-1 5-10,-4 26 158,-6 10-99,1-3 1,-1 1-217,4-16 1,-1 1 108,-1 5 1,0 5 0,2-8 40,-2 14-70,4-7 1,2-2 8,3 0 30,6 9-179,-2-27 9,3-5 416,-3-24-149,0-3-65,1-16 386,3-16-419,8-18-3,1 16 1,3 1-493,0 6 0,1 3 481,0 0 0,1 4 30,18-4-60,6 17 56,-12 6 37,18 14-62,-17 9-18,0 3-13,10 9-48,-7 6-12,-9-6 971,-13 24-969,-35-19 24,1-9 1,-4-2-6,-25 7-73,15-15 1,-2-2-16,-20-1-435,-3-4-862,24-17-3809,38-18 997,13 3 3429,26-9 0,-24 23 1,1 1-1</inkml:trace>
  <inkml:trace contextRef="#ctx0" brushRef="#br0" timeOffset="214553">14840 1977 17294,'0'-3'5019,"0"1"-2940,0 2-1375,-78-18-285,27 27-1291,-7-9 1,0 3 1033,6 25-61,23-10 1,3 3 610,-6 19-521,9 0-79,24 3-195,24-15 14,20-8-1,-2-8 69,-7-9 0,0-4-12,12-7 38,-14 2 0,-1-4 114,11-15 96,-9-6 96,-11-2 1647,-9 1-1646,-7 6-54,-6 6-237,-1 10 2,-1 6-172,0 3-112,-5 10 61,-3 6 31,-7 14 26,3 7-49,6 17-32,9-14-159,9 8-958,8-20 1,5-3-1079,0-5 1,4-2 2129,18 7 0,0-3 1,2-4-1,0-10 1</inkml:trace>
  <inkml:trace contextRef="#ctx0" brushRef="#br0" timeOffset="215020">15680 2050 16646,'0'-4'5639,"0"0"-3606,0 4-1411,-76-17-1483,32 21 1005,-9-8 1,-1 4 36,1 28 35,6 5-222,8 8 12,12 4-18,12 5 7,15-1-29,18-2-95,20-4-87,-11-24 0,3-4-324,6-1 0,1-3-587,3-2 0,1-4-324,4-6 0,-1-4 445,-10 2 1,1-5-2121,16-12 1,0-9 2022,-9-7 0,-3-3 1136,3 3 1,-2-2 125,-6-4 1,-5-4 1683,-3-4 0,-4-1 257,-6 9 0,-1 0-406,5-17 1,-4 0-634,-9 18 1,-4 4 321,-8-25-885,-4 22 634,-10 3-650,7 22 341,-2-2-778,8 15 203,2 12-220,-2 13-28,0 22 0,3-13 0,1 3 12,-1 8 1,2 1-24,0 5 0,0 2-14,1 0 0,0 1-160,0-1 0,1-1-336,1-3 0,2-2-465,-1-4 1,3-3-886,2-4 0,3-4-7138,19 11 9009,2-19 0,-9-14 0,-8-7 0</inkml:trace>
  <inkml:trace contextRef="#ctx0" brushRef="#br0" timeOffset="215261">16606 1980 23537,'-44'-14'361,"0"-1"0,-1 1 1,-17-6-1,6 14-232,24 21 0,5 7-40,0-2 1,1 2-14,3 1 1,3 1 12,-13 25-29,13 0 323,9-1-339,14-3-32,15-1 10,20-5-579,-10-20 0,5-3 549,10 0 1,4-3-117,12 0 1,3-3-335,-13-4 1,1-1-1,2-1-2786,6 0 0,2-1 0,-2-1 3244,-3 0 0,-1 0 0,-5-1 0,5 1 0,-6-1 0,8-1 0</inkml:trace>
  <inkml:trace contextRef="#ctx0" brushRef="#br0" timeOffset="215694">17365 2328 21959,'4'-6'2980,"-1"1"-2733,-3 5-174,0 0-6,20 7-174,-22 23-1948,9 19 2055,-19-7 0,-4 0 0,0 5 0,-1-1 0</inkml:trace>
  <inkml:trace contextRef="#ctx0" brushRef="#br0" timeOffset="217611">18492 2238 17991,'7'-49'638,"0"0"1,-4-9 0,-7 8 0,-13 9-298,-7-7-3372,-16 20 3154,16 20 443,-8 12 1,-2 7-505,0 5-32,-8 14 1,1 4-8,5 2 7,-2 9 1,2 4-23,19-20 1,3 1 432,-6 12 1,4 0-442,7 16 11,19-13 0,6-18 79,35-10-45,-19-18 5,10-11 1,2-7-12,-2-10 20,-8-6 1,4-10 0,-6 4-41,-11 11 1,-3-3-536,6-14 0,2-7 0,-6 5 524,-9 14 0,-3 0 18,2-13 1,0-7-1,-1 7 862,-3 10 1,0 1-858,-1-9 1,1-7 0,-2 8 131,-1-13-107,-3 24 0,-1 2 780,-6-1-870,2 23 104,0 14-48,3 9 3249,5 32-3243,3 12-17,0-14 0,0 1 88,0-7 0,0 3-99,0 0 0,2 5 0,-2-3-451,1 2 0,0 0 448,2 17 1,1 0-15,-4-19 0,1-3-8,-1-6 0,2-2-14,9 13 11,-1-18-68,24-18 52,0-24 38,-8 1 0,0-4-296,0-6 1,-3-2 298,-4 4 0,-1-1 31,9-17 0,-4 1 6,-7 5 136,-2 0 0,-7 4-131,-17 15-28,-2 0 823,-13 15-823,5 6 11,-16 13-39,13 1 697,-4 9-674,14-9 5,14 8 0,8-10 11,15 4-10,-2-13 16,25-7 5,-15-12 18,14-8 16,-15-26-39,-14 9-6,-12 6 1,-3-3 27,-4-13 17,-2-6-5,-7 13-34,-2 16-6,-23 14-11,-6 18-14,5 1 1,-1 4-803,0 5 0,0 3 805,6-3 0,1 2-159,-7 12 0,5 2 170,0 13-14,10-13 1,5 1-10,11 17-105,18-6 117,20-5-11,-10-24 0,3-4 0,25 8-20,-4-12 0,3-5-220,-16-4 0,0-2 228,18-2 1,-2-3 27,-21 0 1,-3-3-6,2-4 0,-2-5 1240,11-26-1229,-4-4 12,-10-7 5,-17 15 372,-6 11-355,-6 11 134,-1 9-173,-4 5 559,-1 12-565,-1 10 190,0 13-190,3 12 12,6 9-18,6 8-3,-3-26 1,-1 1-449,1 3 1,-2 0 467,-4 3 0,-1-2 1,-2 23-264,-2-24 1,1-3 246,0-5 21,-1 11 57,6-35 0,1-10-79,2-17-33,5-23 42,0 14 0,0-3 49,5-7 1,1-1-48,2-4 1,2 1-3,1 0 0,2 1 143,-1 5 1,0 1-150,0 7 1,-1 3 2,9-9 28,8 5-28,-11 20 28,11-2-11,-7 15 783,-1 11-809,-6 28 1,-4 7-165,1-1 142,-4 9 0,-4 0-294,-10-10-926,-1 9-2871,-2-8 4122,1-13 0,0-14 0,1-12 0</inkml:trace>
  <inkml:trace contextRef="#ctx0" brushRef="#br0" timeOffset="218437">19565 2080 13239,'-1'-11'7024,"1"2"-4856,0 9 772,0 0-2626,0-47-219,0 35-45,0-30 34,3 55 40,3 18 60,5 20-378,-5-16 1,0 3 243,0 6 1,-1 3-700,-2 3 1,-1 2 670,-4 2 1,-2 0 2,-2 0 0,-1-1-6,-3-3 1,0-1-159,2-5 0,0-2 141,1-7 1,2-3 8,0 14 101,3-22 576,2-15-654,7-48-29,-2-8-5,0 3 0,0-5 11,-1-10 1,-3-2-930,1 4 1,-1 0 917,0 1 0,-2 0-3,1 4 1,-1 3 4,0 13 0,0 1 6,0-5 1,2 0-9,1 8 0,3 1 0,9-19-17,12 9-5,13 7 16,17 9-2,-10 17 0,2 4 1447,-14 2 1,1 2-1446,18 5 1,-2 5-1,-19 2 0,-3 3-8,5 3 0,-3 3-25,12 25 45,-30 5-4,-31-17 1,-8-2-8,-18 15 10,-6-14 1,-6-3-9,12-9 0,0-3-212,-11 3 0,-2 0 187,7-4 0,1-4-272,6-3 1,3-4-255,-5-3-1379,17-16-3523,41-12 5456,6-4 0,1 9 0,-5 8 0</inkml:trace>
  <inkml:trace contextRef="#ctx0" brushRef="#br0" timeOffset="219162">20338 2038 24049,'14'30'885,"8"-13"-790,9-29-5,11-12 5,4-12-22,-2-10-14,-22 14 0,-2-1 8,4-11 140,-5-11 45,-18 33-78,-10 1-23,-19 10-123,3 9 39,-21 12 12,13 7-40,-13 21-34,17-9 7,2 20-18,27-2 0,2-6-16,21 16 5,9-20-3,-3-10 1,2-1 2,13 7 3,-5-13 0,0-3-19,5-10-1,9-1 12,-8-19-3365,-14-10 3387,5-12-5,-9-7-255,-4-13 282,-10 18 17,2-10 34,-9 25-6,0-1 0,-2 9 3188,-2 8-3272,-2 4 426,1 7-426,1 9 23,1 10 5,1 21-6,-1-12 12,1 16-17,-2-21-22,4 6 33,0-14 11,5-5-10,-2-13 38,19-14-28,-10 2 23,11-10 0,3-3-23,6-3-25,-11 7 1,0 1 19,14-6-29,-10 8 12,-2 3 28,0 4-22,-9 7-34,5 7 17,-8 2-516,5 24-189,-12-12-3956,7 24 4672,-9-18 0,-3-7 0,-4-12 0</inkml:trace>
  <inkml:trace contextRef="#ctx0" brushRef="#br0" timeOffset="220620">21837 2123 19025,'29'-45'617,"0"0"0,-1 0 0,-1 3 1,-1 0-1,-3 4-237,-4 1 1,-4 3 0,6-15 274,-11 8 100,-29 23-626,-16 7 0,-27 19-82,26 2 1,1 3-37,6-1 1,0 4-7,-10 11 1,4 3 5,1 4 0,3 3 0,3 3-5,9 9-6,0 0 97,20-15-86,29-15 77,9-10-66,-7-5 1,3-3-4,0-6 1,1-6-140,2-2 1,0-5 136,-1-5 0,-1-4-3,-8 5 0,-2-3 22,7-22 1,-3-5-12,-12 13 0,-1-3-234,-1 2 1,-1-3 0,-1 2 227,0-11 1,-3 3 5,-2 11 1,-2 1 63,-2-5 1,-2 4-202,-6 1 146,-1-3 50,-5 25-45,2 12 393,-5 17-415,-1 13 0,-2 27-11,6-5 94,4-13 0,3 2-111,0-4 0,2 0-1,2 10 1,1 1 5,2-1 1,2-1 2,-1-11 0,2 0-11,8 9 0,4-3-14,13 3 0,-8-14 0,3-5-22,22-3 232,6-18-215,0-15 27,-27 0 0,-1-3 1,16-16 2,-14 0 0,-2-3-383,8-16 408,-13 16 1,-1 2 0,0-3 33,-15 11-34,-19 18 462,-16 9-467,-3 6-3,2 6 0,-1 2-19,-7 8 421,-10 11-421,27-8 16,13-5 6,24-3-28,-1-8 27,28-3-16,-4-14 12,13-6 27,-2-14-14,-26 4 0,-4-1 14,5-12 23,-7-19-6,-24 21-22,-8-4-40,-14 12 28,-9 11-10,4 9 4,-17 17 1,17 5-17,-10 16 23,13 5-23,8 8-272,8 7 272,10 7-3354,15 3 3348,5-13-220,6-17 1,5-3 186,21 6 8,-12-12 0,2-3-11,-4-9 0,0-4 11,-1-2 1,0-3-92,0-5 1,-1-3 77,27-14 49,-33 3 1,-1-2-6,-3-4 0,-2-2 5,-1-3 1,-2-1 8,-2 0 0,0 0 165,9-24-112,-5 11 3043,-10 17-2942,-6 5 548,-2 14-727,-2 0 297,0 5-263,0 8-18,0 7-5,2 14-5,0 13-1,0 8 23,1 3-12,0-2-16,1-16 6,2 2-1,-2-21 40,2 2 33,-1-15 0,7-10-33,10-9-3398,24-25 3380,-11 10-5,-5 5 1,-1 1 16,7-4-45,4-3 23,-9 11-6,-11 11-28,-6 5 45,-5 9 3356,-1 8-3394,0 9-1,-1 11-168,1 8-386,1 3-791,8-3-1355,10-6-3241,15-8 579,-4-11 5384,8-7 1,-28-6 0,0-1 0</inkml:trace>
  <inkml:trace contextRef="#ctx0" brushRef="#br0" timeOffset="221177">24091 1789 18972,'26'-53'1762,"0"0"1,-1 2 0,-10 13-1087,-17 29-377,-8 1-87,-9 7-23,-10 8 17,-14 17-156,7 5-39,1 6-212,11 6 215,13-1-11,1 12-1,14 0-7,21 4 11,9-17 7,6-7-7,8-18-5,-5-12 18,15-11-310,-1-10 307,-29 4 0,-1-3 0,-1-3 1,-1-2 2,-1-1 1,-1-2 9,-1 2 1,-1 0 166,11-12 146,-13 13-286,-10 14 232,-15 9-266,-8 8-3290,-13 19 3268,7-5 211,0 31-211,21-20-6,4 8 6,20-7-5,10-11 16,19-1 0,-9-17 0,1-4-5,11-3 1535,-18-4 0,-3-4-1524,3-19 16,-1-9 9,-17 12 0,1-1 81,-2-4 1,-1 1 27,3-8 219,-5 3-62,-14 25-157,-2 3-106,-6 10-23,-6 15-16,-2 5 22,-14 33-20,13-24 0,-1 3-306,-4 12 0,-1 4 298,1 7 0,2 4-690,9-17 1,1 3-1,2 2 1,1-1 141,3-2 1,1 0-1,1 1 1,2 1 547,1 2 0,2 4 0,1-1 0,1-2 0,-1-5 0,0-2 0,1-4 0,0-2 0,7 16 0,0 1 0</inkml:trace>
  <inkml:trace contextRef="#ctx0" brushRef="#br0" timeOffset="221904">25502 1803 32767,'19'-52'0,"-1"0"0,-1 3 0,-2 10 0,-8 25-364,-2 3 439,-1 12-157,1 20-763,-2-1 166,3 29-1130,-8 2 1610,-3-15 0,-2 1 87,-3 3 0,-3 0-26,-2-1 0,-4 0 25,-4 3 1,-1-4-92,-5 6 927,-1-5 278,22-33 124,4-6-765,1-11-907,14-30 156,-1 4 152,5-1 0,3-4 91,0 6 0,2-2-103,6-12 1,2-3-468,2 0 1,-1-2 204,-1 2 0,-1-1 172,-3-2 0,-2 2 333,-8 18 1,-1 1-73,0-4 1,0 4-227,11 2 101,16 1-31,15 13 128,-14 18 0,1 4 99,17 6 4,-17 6 1,-3 5-151,-13 0 0,-3 5 117,11 19 0,-2 3-24,-10-14 1,-3 3-360,-2 6 1,-2 5 0,-3-3-844,-5-4 0,-2-1 396,3 8 0,-3 1-2866,-3-8 1,-1-4 3236,0 7 1,-1-8 0,0-19-1</inkml:trace>
  <inkml:trace contextRef="#ctx0" brushRef="#br0" timeOffset="222088">25869 1833 22123,'19'-43'20,"1"0"1,15-2-1,6 10-158,-8 23 1,2 6-76,5-4 0,4 1-3425,18 0 1,-1 2-598,-29 5 1,0-1 3383,14-1 1,-4 1 0,-17 3 0,-19 0 0</inkml:trace>
  <inkml:trace contextRef="#ctx0" brushRef="#br0" timeOffset="222428">26525 1542 24603,'15'-24'62,"10"13"-17,20 43-45,-3-3-9,-2 2 1,-1 1 2,-4-2 3,-4-4 1,-4 0 2,-10 1 0,-15 3 11,-3-6 39,-23 0 6,-8-17 73,-19-9 0,13-12 55,3-16-63,24-7-98,19-8 18,18-4 27,6 10-18,-7 17 1,5 1-1744,14 2 0,2 4 1676,-14 1 0,1 2-401,23-2 0,-3 5-385,-9 5-2766,-2 2 1,0 1 3557,1 0 1,4 1 0,-32 0 0</inkml:trace>
  <inkml:trace contextRef="#ctx0" brushRef="#br0" timeOffset="222771">27212 1475 24228,'45'-3'43,"0"-1"0,-11-3 0,-3 6-35,-3 22 1,-4 7 2,4 7 8,-7-5 1,-2 1-20,-2 5 0,-5 0 23,-16-9 21,-6-10 57,-9 3 73,-1-14 11,3-12-34,7-21-78,8-9-34,6-5 6,13-6-17,10 11 0,12-5-12,9 10-32,4 9-113,5 9-571,5 7-496,-28 6 0,1 1-3167,4 1 1,-1 1 4362,-3 1 0,-3-1 0,12 3 0,-21-2 0</inkml:trace>
  <inkml:trace contextRef="#ctx0" brushRef="#br0" timeOffset="223336">28359 1408 17955,'0'-3'4828,"0"0"-2666,0 3-2050,-70-33-948,26 34 844,-5-13 1,0 5-9,-1 33 308,15 3-302,14 2 160,13-2-155,16-3 6,16-3 11,3-9-3,6-7 1,2-4 7,19-6-1442,-8-4 1,-1-3 1464,4-7 16,-20 0 1,-4-2 101,-3-12 89,-1-7 68,-11 4-18,-5 9-94,-7 9-113,1 9 3280,-1 3-3419,1 6 38,-1 7 7,-1 11-7,-1 13 6,2 10-27,8 2 10,9-2 12,11-5-1,5-11-5,4-11 23,2-12-1,5-14-22,2-11 22,2-13-14,-19 2 1,-2-2-2018,6-7 2023,-14 12 0,-4 1 64,-6 5 40,-4 7-51,-2 1-44,-1 9-1,-2 7 6,-2 10 2037,-2 12-2065,0 1-3,0 6 1,-1 3-10,-4 23-64,4-1 1,0 1-690,2-21 0,3 1-1644,5 7 1,3 3 0,3-5 2027,0-9 1,2-2 0,2 8 0,0-5 0,2-8 0</inkml:trace>
  <inkml:trace contextRef="#ctx0" brushRef="#br0" timeOffset="225995">29063 866 32767,'51'-33'0,"0"-1"0,7 8 0,-2 16 0,-17 28 0,-1 11-1020,-4-5 0,1 3 0,0 2 463,2 5 0,-1 3 0,-1 4 228,-6-1 0,0 5 0,-2 0 0,-3-2 0,2-2 1,-4-2-1,-7 7 158,-10 4 0,-7 8 1,-4 3-1,-4-4 0,-2-8-1067,-5-6 1,-4-6 0,-5 2 535,2 1 0,-4 5 1,-3 1-1,-1-3 1,-1-6 562,-19 4 0,-3-7 0,9-7 0,0 6 0,4-8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0T14:56:31.90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2139 2169 21439,'-5'-5'3881,"2"2"-3555,3 3-265,-31-5 51,7 56-93,1-25 1,0 3-403,10 12 1,4 5 398,-1 1 1,3 0-14,4-11 0,2 0-6,3 5 0,3-1-1490,4-6 0,3-3 1493,14 12 0,0-23 1,4-6 172,19-6-89,10-4 28,-20-19 0,-1-7-36,-12 1 0,-1-3-245,11-12 1,-3-4 252,-11 3 0,-4 0 131,-5 7 0,-2 0-72,-3-9 0,-3 1 42,-3-4-28,-4-10-96,-2 29 3098,-4 7-3159,5 12-36,-1-1-1179,4 6 1240,6 7-25,24 18 0,-16-12 0,15 10 0</inkml:trace>
  <inkml:trace contextRef="#ctx0" brushRef="#br0" timeOffset="300">3069 2058 26754,'-29'-18'67,"0"0"1,-18-4-46,53 47-27,7 6 5,4 6 0,6-6 0,20 14-23,-5-7 17,-11-10 1,-2 1-51,4 21-6,-15-17-162,-20 9-364,-17-18 40,-5-1-1295,-18 0-1927,5-12 3770,-12-3 0,24-5 0,7-3 0</inkml:trace>
  <inkml:trace contextRef="#ctx0" brushRef="#br0" timeOffset="499">2960 2174 22032,'8'-40'1092,"0"1"0,1 1 1,-7 12-678,-9 24-292,-11 18-100,0-1 16,-15 29-50,13-13 5,1 8 0,0 4-456,7-10 0,3 2 265,-4 13 1,2 2-252,6-10 0,3-2-347,6 18-3432,12-21 1,4-5-1005,4-7 5231,27 9 0,-36-30 0,-1-2 0</inkml:trace>
  <inkml:trace contextRef="#ctx0" brushRef="#br0" timeOffset="834">3231 2386 22414,'25'-39'1219,"-1"0"0,1 2 0,-10 13-989,-15 23-157,0 1-40,0 4-10,0 5 5,4 5 11,5 2-17,3-3 141,30-5-124,-18-10-1713,8-6 1,-1-3 1723,-5-6 68,16-21 27,-26 6-16,-4-9 33,-12 0 34,-12 5-84,-3 11 247,-18 3-191,9 15-67,-11 2-51,11 11 3376,4 10-3393,4 13-38,7 14-68,6 14-115,7-23 1,5 1-686,3 2 0,3 1-1944,6 1 0,1-2 2168,0-5 1,-2-2 0,8 7 0,-13-18 0</inkml:trace>
  <inkml:trace contextRef="#ctx0" brushRef="#br0" timeOffset="1850">4340 2146 11068,'20'-51'1682,"0"1"0,-3 5 0,-2 4 1647,-3-2-2746,-7 12 1038,-10 11-1453,-5 10 633,-11 7-779,1 7-321,-11 16 1,-1 6 315,-2 5-1,-5 7 1,0 4-199,18-14 0,1-1 187,-2 8 1,1 0-17,6-3 0,3 0 5,2 22 6,13-19 12,18-2 38,6-20-16,0 0 83,-1-12 96,-15-6 3217,0-7-3256,-7-5 583,-10-1-600,-7 3-96,-14 8-50,1 9 29,-31 25-35,17 2 0,9-1 1,3 2-28,1 15-12,10 8 18,18-19-96,16 6-73,38-9 81,-21-18 1,2-2-280,4 0 1,1-4 273,6-5 0,1-4 2,-10-2 1,1-3-1613,19-7 1,-1-3 1701,-19 5 0,-2-3 5,11-9 1,-3-3-432,-1-13 485,-18 14 0,-3-2-96,9-25 351,-14 7 455,-8 10-237,-8 13 2622,-2 12-3019,-2 7 695,0 12-751,-6 12-2998,-13 36 2969,5-6-5,-5 8 0,0 1-300,10-28 1,1 1 271,-5 8 0,-1 6 0,1-3-17,0 2 0,0 0 15,4-4 0,-1 1 0,1-1-9,0 5 0,2-3 8,2-2 0,2-5-8,7-5 22,2-17 6,7-22 0,7-22-3,-4 3 0,2-6 412,-1-5 1,1-5-1,0 1-429,1-5 0,1-1 3,-2-4 0,0-6 0,0 5 8,-1-4 1,0 0-2,-1 6 1,-1-3 0,0 3 0,1-7 0,-1 3 0,-2 1 1,-2 5 699,-2 2-719,-3 8-62,1 18-145,7-3-247,12 8-1003,27 12-1360,1 19 194,1 6 2634,-13 19 0,-26-22 0,-2 0 0</inkml:trace>
  <inkml:trace contextRef="#ctx0" brushRef="#br0" timeOffset="2025">4546 2778 19305,'-8'1'4974,"2"-1"-3854,6 0-280,0 0-845,42-56-35,-11 33-291,10-14 0,11-3-782,-10 21 0,4 5 1,-2 0-2036,3-4 1,0 1 3147,0 1 0,2-1 0,-10 4 0,-9 3 0,-2 0 0</inkml:trace>
  <inkml:trace contextRef="#ctx0" brushRef="#br0" timeOffset="2393">5432 2320 20778,'5'-6'5187,"-2"1"-4728,-3 5 17,0 0-342,-34 46-75,20-13 0,-1 3-45,-11 13 0,-2 5-327,11-11 0,2 2 0,2-1 279,-3 5 0,1-2 0,0-2 1,3-2-56,-2 9-186,7-19-3347,4-10 3454,0-5-162,15-29 240,7-21 87,1-9 0,0-7 20,-2-1 0,-1-1-17,0-4 0,-1-2 31,-7 15 1,-2-2 0,0 2-368,-1-10 0,-1-1 423,1-10 0,-2 1-37,-2 16 1,0 1 1341,-2-9 0,0 2-1367,5 13 1,1 3-35,-3-2 1,3 2-31,8 3 0,5 6-129,22 2 5,-11 13 1,2 3-152,4 3 0,0 5-819,2 8 0,-2 3-300,19 14 1433,-26 6 0,-5 1 0,-7-8 0,2 16 0</inkml:trace>
  <inkml:trace contextRef="#ctx0" brushRef="#br0" timeOffset="2559">5347 2591 24127,'27'-40'-220,"0"1"1,0 0-1,0 2 1,1 1 0,1 7-695,11 5 1,2 6-2624,-1 0 0,-1 1 3537,-6 4 0,-3 1 0,8-2 0,-19 9 0</inkml:trace>
  <inkml:trace contextRef="#ctx0" brushRef="#br0" timeOffset="2932">5978 2224 26116,'-9'14'202,"13"-3"-174,37-8 0,9-8-23,6-7-356,2-11 362,-30 8 1,-1-2 5,23-20 11,-11-2 144,-14 0-49,-13 6 22,-16 8-38,-14 8 16,-14 9 34,-9 6 0,-3 10-85,10 1 354,-7 17-387,18-2-17,-7 16-16,14 1-29,7 7-21,5-7-102,11-7 0,2-1-94,5 0-2739,19 8 0,6-3 1344,0-13-2771,7-1 1,1-5 3838,3-13 0,-8-2 0,-18-4 0</inkml:trace>
  <inkml:trace contextRef="#ctx0" brushRef="#br0" timeOffset="3377">6956 2113 18975,'0'-3'5864,"0"1"-4738,0 2-493,-83-20-477,41 25-106,-12-10 1,1 5 50,14 28-79,9 6-33,8 7 6,12-5-9,6-4 0,4 0-14,8 16 5,0-14 1,4-1-370,24 14 347,-11-28 0,4-4-8,3-3 0,2-4 27,4-2 1,-1-5 3,25-5 5,-16-10 0,1-5-423,-13 1 0,-1-3 451,7-2 1,0-5 6,-7-2 1,-1-5 0,-4 3-19,-3 3 0,-1-3 2,2-5 1,4-7 0,-1-1 0,-3 6 8,-2-1 0,-1 0 52,-1 0 0,2-6 0,0 0 0,-6 5 119,-2-1 0,-4 2 14,5-14 0,-6 2 151,-19-2-72,-10 20-107,-8 17-67,-1 12 145,7 8-173,-11 26-73,12 11 0,-6 12 12,13 0 0,2 4-12,4-9 0,2 2-27,-2-2 1,1 4-1,1-1-80,2-6 1,0-1 0,1 0-261,0 19 1,3-1-270,3-6 0,3-3-1095,3-7 1,3-4 1730,1-9 0,1-5 0,5 4 0,-8-17 0</inkml:trace>
  <inkml:trace contextRef="#ctx0" brushRef="#br0" timeOffset="3542">7497 2135 24738,'-53'-12'776,"1"-1"1,6 2 0,11 2-727,22 5-50,22-2-33,24-1-253,30-3-967,-21 5 1,4 1 1252,12-1 0,-2 1 0,-23 1 0,-2 2 0,28-3 0</inkml:trace>
  <inkml:trace contextRef="#ctx0" brushRef="#br0" timeOffset="4743">8932 1980 21993,'-43'0'1003,"0"0"0,-16-2-964,82-4-17,25-4-61,-3 2 0,2-1 11,-12 3 0,0 0-326,9-1 0,0 1 214,-10 3 0,-3 1-28,15-1-151,-9 6 1,-5 4 200,-18 5 152,-15 14 44,-51 4-529,12-11 0,-4 1 588,-5 2 0,-4 1 62,10-4 1,-2 2 0,2-2-29,-9 6 0,4-1-113,2-2 1,5 0-2828,0 5 2842,30-15 438,18 0-371,26-10-107,10-5-5,-5-4 0,3-3-219,-3-2 1,1-3 199,-1 0 1,3-2-1,-2 0 10,8-7 1,-2-1 8,0-5 0,-5-3 25,-17 4 1,-5-1 18,0-16 26,-15 12 0,-6 2 99,-12-4 777,-15-12-587,-6 26 33,0 8-269,11 7 3173,11 5-3229,16 1-17,13 6-27,17 6-17,-1 3 1,2 2-10,16 10 320,-18-9 0,-2 4-642,-4 6 0,-6 4-1988,-4 30-963,-6-24 1,-5 1 3247,-16 1 0,-4-5 0,-2-5 0,-3 1 0</inkml:trace>
  <inkml:trace contextRef="#ctx0" brushRef="#br0" timeOffset="5376">11469 2115 22879,'1'-51'1081,"-1"0"0,1 6 0,-3 11-964,-3 24-78,-3 21-22,2 5-9,-2 18 1,2 7-43,0 20 3,1-19 1,1 2-435,5 5 0,2-2-725,1-14 0,1-1-905,0 6 0,2 0 2095,8 11 0,-9-32 0,0-3 0</inkml:trace>
  <inkml:trace contextRef="#ctx0" brushRef="#br0" timeOffset="5550">11266 2000 19585,'-3'-4'3686,"1"1"-3384,2 3-593,91-59-1223,-55 50 1,3 1-233,11-11 0,6-5 1,-3 8 1234,0 14 1,-5 6 0,-14-3 0,-5 0 0,6 3-1</inkml:trace>
  <inkml:trace contextRef="#ctx0" brushRef="#br0" timeOffset="5726">11258 2578 23415,'58'-24'-1610,"0"1"0,0 0 1,-5 3-1,0 0 1,-1 1 1609,-1 3 0,0 1 0,-5 2 0,-5 1 0,-5 2 0,6-1 0</inkml:trace>
  <inkml:trace contextRef="#ctx0" brushRef="#br0" timeOffset="6075">12112 2442 24019,'18'-40'102,"-1"0"0,1 0 0,1-6 0,1-1 0,-2 3-63,0-3 0,-1 2-22,0-1 0,-4-1 64,-7-10 0,-4 4 3,-5 2 31,-4 10 0,-3 3 1130,-14 11-1083,-7 3 322,4 13-445,1 20 166,13 2-199,1 16-6,8 14 6,3 20-210,6-6 1,3 3 177,-4-17 1,3 1-584,5 6 1,3 5 0,0-7 482,-4-14 0,1-1-336,10 24 0,2 0-577,-10-24 0,0-3-3877,5 8 1,-1-1 3445,3 4 0,-6-10 0,-13-26 0</inkml:trace>
  <inkml:trace contextRef="#ctx0" brushRef="#br0" timeOffset="6218">12111 2276 20459,'-5'-4'4340,"0"0"-3073,5 4-1066,0 0-285,17-65-28,8 44-997,4-4 0,8-5 0,1 8 1109,2 14 0,1 5 0,7-4 0,-4 2 0,-4 1 0</inkml:trace>
  <inkml:trace contextRef="#ctx0" brushRef="#br0" timeOffset="6566">14433 2260 23125,'26'-55'1181,"0"-1"1,-4 7 0,-3 8-582,-6 10-304,-7 14-284,-4 11-52,-2 12 40,-3 13-39,-1 18-22,0 1-287,1 1 1,0 2-1177,1 19 676,1-23 0,2 1 848,2-3 0,2-5 0,-1-8 0,3 6 0</inkml:trace>
  <inkml:trace contextRef="#ctx0" brushRef="#br0" timeOffset="6742">14602 1805 21618,'20'10'0,"-4"-2"0</inkml:trace>
  <inkml:trace contextRef="#ctx0" brushRef="#br0" timeOffset="7142">15111 1896 26609,'-18'56'-51,"21"1"-67,29-20 1,9-2-423,-15-11 1,1-1 284,13 8 1,-3-2-593,-5 0-228,-6 2 274,-23-11-1269,-47-10 1247,-5-16 767,11-1 0,0-4 271,8-5 1,3-4 179,4-4 0,4-2 159,-4-18 597,16 8 1,4-1 298,1-8 8,1-12-842,-4 29-336,-2 15-194,-4 13 0,-3 19-24,-5 17-19,-3 22-560,10-21 1,1 3-114,-1 6 0,2 2-1191,2-8 1,1 1 1820,-1 6 0,2-4 0,1-8 0,1-1 0</inkml:trace>
  <inkml:trace contextRef="#ctx0" brushRef="#br0" timeOffset="7693">17596 2272 20736,'-4'-43'844,"1"1"1,-1-1-1,-5-9 1,-8 8-675,-14 18 1,-5 10-37,-3 7 1,-2 6-34,-1 5 0,0 3-51,2 4 0,2 4-19,6 4 0,3 4-20,6 2 0,4 3 596,-4 32-596,17 3 6,22 0-3,0-32 0,5-3-28,7-2 0,5-3 25,5-4 1,2-4 13,2-3 0,0-4 22,-2-6 1,-2-4 33,-5-5 1,-3-4 158,15-26 29,-15-11-6,-12-3 1,-10 3 246,-5 12-375,-3 13 316,-1 12-451,-1 8 124,-2 13-124,0 12-382,1 22-1421,15 17-2171,4-6 3974,1-21 0,1-4 0,-1-5 0,2-1 0</inkml:trace>
  <inkml:trace contextRef="#ctx0" brushRef="#br0" timeOffset="9183">19382 2275 27779,'-18'-28'89,"0"0"1,-14-5-67,21 72-12,3 7 28,5-2-28,14-4-5,15-8 22,18-11-17,-11-14 0,3-7-3,1-7 1,-1-3-1,-5 1 1,-1-2 25,18-24-1,-22-6 23,-5-11-23,-9 9 1,-3-1-531,1-15 533,-7 20 1,-1 3 75,-2 5-12,-1-1-59,0 15-41,0 9 0,2 5 0,10 4 0,28 6 520,-4-2-520,10 1 0,3 1 0,-15-5 0,-1 1 0,7 0 0,1 0 0,-7-2 0,-2-3 0,10-5 0,2-6 0,-14-6 0,-14 2 0,-12-9 0,-6 15 0,-11-9 0,6 17-3392,-13 3 3392,12 6 0,-6 15 0,10 8 0,0 15 0,7 8 0,9 5-97,8 1-169,-4-25 0,2-1-47,6 11-527,12 4-527,-8-30-1635,26-9 1316,-5-19 1341,-18-1 1,-3-4 3736,7-14-3005,-2-14 570,-14 8 472,-1-6 4,-10 5 226,-14 3-892,-3 11-487,-3 6 95,4 10-274,6 5-51,1 7-27,1 5-51,8 8 22,1-1 6,17 7-28,5-5-17,28 3 28,-15-10 11,-9-7 1,0-4 16,12-11 12,9-6-18,-25-6 1,-4-2 22,4-6 36,-14 0 1,-6-1 41,-17 0-5,-14-10 0,-16 18 44,-13 10-77,7 8 32,-11 9-55,25 3-17,-21 22-73,29-9 51,-11 26-6,22 8-56,8 5-313,6-22 1,4 1 174,6-5 1,2-2-103,17 18-402,3-15 1,5-4 36,-8-13 0,0-2 327,7 6 1,2-4-423,10-9 0,1-7 605,-15-4 0,0-3 226,16-3 1,1-5-1494,-10-4 1,-5-3 1545,-8 4 1,-1-2 159,3-7 1,-2-2-184,-5 0 1,-2 1 297,15-17 636,-8-7-429,-47 25-274,-14 4-28,-30 7-196,7 14 0,13 6 0,1 3-45,-5 7-67,-6 5 0,29 8 0,14-12-61,8 17-96,20-1 34,8 0 3028,6-2-2933,9-13 1373,5-16-1311,0-11 27,4-16 35,-20-8-24,-12 4 186,-6-12 22,-13 17-168,-7-2-84,-4 15 28,-11 10-50,6 5-1,-12 14-5,13-3-17,-4 30-50,18-8-202,10 20-425,14-5 22,1-11-4244,-2-12 1,1-1 4029,-1-3 0,9 6 0,-28-25 0</inkml:trace>
  <inkml:trace contextRef="#ctx0" brushRef="#br0" timeOffset="9632">22387 2163 26886,'-43'-7'104,"1"-1"0,0 0 0,-5 5 0,0 2 1,8 7-66,-4 27-34,16-9 1,3 4 156,5 21-173,18-2-6,18-3 29,17-6-40,21-7-350,-20-19 1,2-3 349,7-1 0,1-4-687,4-4 1,-1-3 714,-9 1 0,0-4 5,6-6 1,-1-5 16,-1-10 1,-2-4-15,-6 6 0,0-4 9,2-11 0,2-8 0,-6 5-1,-9 8 1,-2-1 28,5-17 0,2-8 0,-6 5-435,-9 7 0,-6 1 470,0 5 1,-1-3-1,-4 4-219,-7 0 0,-4 5 264,-13-20 261,-1 21-386,2 17 1356,8 11-1356,-9 23 0,0 15 0,4-1 0,0 5 124,1 10 0,1 4-124,2 11 0,3 3 0,4-16 0,2 1 0,3 0-259,4 2 0,2-1 1,2 0 6,3-1 0,3 0 0,1-2-200,3-2 0,2-1 1,1-1-1170,10 15 0,1-3-2580,-3-8 0,-1-5 3736,-7-10 0,-2-4 0,3 2 0,-13-18 0</inkml:trace>
  <inkml:trace contextRef="#ctx0" brushRef="#br0" timeOffset="9784">22756 2169 25242,'12'-48'0,"-1"1"0,6 5 0,6 10-350,13 23 0,6 10-4063,5-1 1,1 3 4412,-3-1 0,-3 0 0,14 5 0,-24-4 0</inkml:trace>
  <inkml:trace contextRef="#ctx0" brushRef="#br0" timeOffset="11084">24903 2080 19855,'13'-51'892,"0"1"1,1 0 0,-3 5 0,0 2 0,-2 4-507,-3 5 1,-1 5 803,0-9-1000,-4 21 55,-1 12-245,-3 15 152,-1 17-124,-4 27-14,2-17 0,0 3-651,-1 7 1,0 2 653,-1 4 0,1 0-12,0 1 1,1-1-310,1-1 1,0-2 305,0-5 1,1-3-3,0-7 0,-1-3 129,-4 12-56,2-24 56,2-15-96,7-21 1533,8-18-1538,14-17-14,-4 19 0,2 1-183,7-1 1,0 1 170,-4 7 1,2 1-9,11-4 1,0 4 16,8-2 0,-14 10 1,-2 3-12,2 3 0,11 10 0,-11 10 0,17 10-12,-4 10-3081,2 7 3087,-7-6-17,-8-9 1,1-2 581,12 2-559,-14-8 0,1-4 17,16-6-12,-18-8 12,4-16 0,-13-6 0,3-13-23,-6-2 56,-8-4-16,-5 18 3350,-11 1-3384,-8 17 164,-10 2-147,-11 12-17,9 0 6,-4 15-17,20 2-29,3 10 29,16 6-12,8-13 1,5-2 6,14 11 4,0-13 1,2-2 6,23-2-240,-24-9 1,0-2 247,-4-3 0,-1-5 19,22-18-11,-25 1 23,-14-33-40,-19 25 29,-18-28-18,2 29 17,-2 1 1,-2 1 27,-9-9-10,-1-1-18,18 12-22,15 12-11,12 0-6,26 3 11,10 1 0,-13 3 1,1 1 449,16 3-483,7 4 22,-19 2 0,5 2 0,-11 2-5,-8 4 5,-11-4 23,-6 9 16,-8-2 17,-7 11-33,-4 13-34,2-1 45,3-1-6,19 0-28,15-7 12,20 5 2,-12-20 0,2-2 11,-5-6 1,0-2-4,29 4 18,-15-18-1,-20-9-5,0-22 0,-14 5 16,-10-3 1,-5-2 16,-9-11-16,-3-10 56,-11 8 33,2 15-50,-5-3-45,2 9-62,10 13 0,4 6-55,5 11-376,-6 19 62,3-3-1288,-3 28-8140,21 3 8096,-4-10 0,7-4 0,-8-28 0</inkml:trace>
  <inkml:trace contextRef="#ctx0" brushRef="#br0" timeOffset="11449">27174 2007 19181,'4'-57'1016,"0"1"0,2-10 0,1 9-2889,-2 26 2074,4-15 1585,-9 38-1708,0 8 916,-6 16-960,-3 24-32,2-7 1,0 3-12,1 8 1,1 2-42,3 5 0,3-1-3,0-10 0,4 1-530,11 17 1,3 0 484,-4-21 0,0-1-4818,6 12 1,-1-2 4520,-1-1 1,-10-22 0,-8-18-1</inkml:trace>
  <inkml:trace contextRef="#ctx0" brushRef="#br0" timeOffset="11693">27495 2121 25225,'-44'-20'245,"0"0"0,0 0 0,-14-8 1,9 14-95,17 36-50,16-1 229,20 26-235,6-19-17,8 8 1,4 0-68,4-1-6,6 2 1,1 0-365,9 0 230,-12-10 1,3-2-323,-3-9 0,-1-2-664,22 7 1115,-11-11 0,-1-2 0,-11-3 0,15 1 0</inkml:trace>
  <inkml:trace contextRef="#ctx0" brushRef="#br0" timeOffset="13134">2901 4450 20621,'12'-60'1118,"0"1"1,-2 5-1,-1 12-507,-4 29-567,-3 11 29,1 6 168,4 33-118,0 7-84,0 12-3,-3-12 1,-1 1-20,3 17-283,0-19 1,1-1 265,10 9 33,7-19 79,5-17 74,3-21 32,2-16-111,-9-6 63,-7-2 1,-2-3 93,4-17-130,2-9 196,-12 5-162,-7 30-112,-1-2-56,-2 26 537,-1 6-526,-3 32-11,2 0 17,4 21-17,11-13-28,11-8 17,25-12 16,-11-14 3,-5-9 1,0-6 19,13-14-14,-17 2 0,0-3 5,-2-5 1,-2-3-256,-2-3 0,-3-1 272,-2-3 1,-3-1-4,-3 1 1,-3 0 28,1-28-6,-9 8-6,-9 9-50,3 20-67,-4 6-6,6 16-448,1 7-453,2 8-694,6 11-8163,3 3 9303,2-7 1,-3-7-1,-5-9 1</inkml:trace>
  <inkml:trace contextRef="#ctx0" brushRef="#br0" timeOffset="13684">3986 4000 26110,'-6'-3'241,"-9"49"-222,7-11 1,0 3-17,-5 18 0,1 3-641,2-8 0,1 0 646,2 0 0,1-1-14,1-4 1,2-3-1,4-7 1,3-4 5,8 11 460,11-26-381,10-29 22,9-22-23,-18 6 0,0-3-78,2-4 0,-2-2 117,-1 0 1,-1 0 25,0-1 0,-1 2-93,4-7-39,-2 7-11,-16 30 23,7 9 629,-2 14-630,10 14-27,1 12 10,5 4 1,-5-9 233,-6-11 0,3-2-239,17 5-3426,8 1 3437,-6-18 29,-1-24 16,-7-13 16,4-18 1,-5-10 22,-8-4 29,-7 3 44,-7 11 33,-5 12-72,-3 14 3326,-1 10-3455,-2 5 0,-1 9 0,-1 10-13,0 13-59,2 10-141,8 6-207,10 2-359,12-1-565,12-8-1652,9-15 2996,9-18 0,-24-7 0,-3-7 0</inkml:trace>
  <inkml:trace contextRef="#ctx0" brushRef="#br0" timeOffset="13852">4989 3996 21310,'-5'-3'3926,"2"0"-3819,3 3-371,-33 1-794,36 15-2112,-17 8 3170,50 22 0,-15-21 0,0 0 0</inkml:trace>
  <inkml:trace contextRef="#ctx0" brushRef="#br0" timeOffset="14074">5638 4185 26183,'-56'-9'250,"0"0"0,-4 4 1,5 9-221,26 10 1,4 5-365,-8 3 0,3 4 323,5 0 0,4 4-37,4 7 0,7 2-53,5-7 1,5 1-374,10 9 1,5-3-182,14 3-348,16-6-4065,13-27 5068,-3-6 0,-7-1 0,-20-3 0</inkml:trace>
  <inkml:trace contextRef="#ctx0" brushRef="#br0" timeOffset="14434">5941 4256 17384,'10'-47'1334,"0"0"0,0 0 0,0-1 0,-1 0 1,-3 6-319,-6 5 1,-2 4-558,-1-22 443,-17 4-723,11 39 11,-7 1-150,12 11-29,-1 9 28,4 28-28,1 14 12,3 11-4,0-10 1,-1 1-704,1 7 670,-2 1 0,-2-1 8,-2 0-14,-1-1 1,-1-2 30,1-7-6,0-13 1,2-7 28,4-18 83,9-22-33,11-15-36,3-4 0,1-1-4,14-18-302,-7 11 0,1 1 331,12-7-43,-17 19 1,0 1-3,24-9 6,6 24-28,-25 10-1,4 15 633,-19 13-666,-2 9-174,-5-3 1,-1 3-670,0-2 0,0 0-1323,0 2 0,0-2 2194,2-2 0,0-5 0,-2-6 0,1-1 0</inkml:trace>
  <inkml:trace contextRef="#ctx0" brushRef="#br0" timeOffset="16142">8404 4557 20419,'8'-55'774,"0"-1"0,1 1 0,-2 2 0,0 1 0,-1 2-418,1-14 0,-1 2-763,-2 7 1,-2 2 630,-2 8 0,-2 4 146,-4-19-180,-3 27-156,3 19 574,3 17-558,2 38-27,1 22-15,1-9 1,-2 2-281,1-8 1,-2 0 272,0-2 1,0 3 0,-2-2-390,-1-4 1,-1-2-1,-1 2 390,-1 9 0,0 1 0,-1-1-4,-1-3 0,1-2 0,0-1-9,-2 18 0,1-6 11,3-22 0,2-4 710,2 17-660,9-47-2623,18-39 2573,0 3 0,-4 1 0,3-6 0,0 1-161,3-3 1,1 0 176,4-9 1,2 0 332,-2 4 1,0 2-353,-3 9 0,0 2 0,-2 4 1,1 2 4,0 4 1,-1 6 3,3 8 0,6 9-12,-4 9-11,22 14 6,-15-2 1195,-5 3 1,1 3-1274,8 10 52,-17-14 1,2 0-31,-1-3 0,1-2-45,17 5-775,-13-11 1,1-3 892,9 1-171,12-22 171,-34-2 39,11-24 11,-18-1 67,0-23-67,-8 20 362,-8-10-272,-14 29 3057,1 7-3147,-24 11 581,12 17-626,-10 9 6,13 8-6,5 6-11,9-5-23,3 11 18,6-9-12,8 5 0,12-3 12,0-16 10,25-6 1,3-31-1,0 3 3,-16-6 1,-3-1 14,-2-4 10,10-21 118,-12 3 101,-6 1-112,-7 10-89,-9 18-12,-4 12-28,-6 13 12,-1 5-23,0 6-6,3 9-11,5-1 12,2 0-12,13 14-28,5-16 17,7 4-34,11-11 1,11-13 50,1-9 11,-1-3 0,2-26 0,-24 13 30,1-8 1,-2-2 8,-6 3-11,6-12 28,-18 22-5,-3 10-51,-2 2-6,0 5 6,-1 7 0,-1 10-5,0 10 5,1 8-17,1 4 11,2-9-5,5 9 5,0-20-5,4 4 11,1-16 11,8-12 1,0-3-7,8-14 1,2-3 5,0-1-3,6-8 1,-1 1-9,-12 8 5,17-14 1,-26 26-6,9 0-22,-9 10 5,4 8-6,-5 10-16,2 12-22,-1 10-68,3 4 6,3-1-1,8-6 7,11-10 27,11-11 45,11-10 48,-28-7 0,0-4-168,0-2 1,0-3 178,-2-4 0,-2-2 2,-1-3 1,-2-2-6,-2-1 1,-3-1 27,9-15 84,-6-2-44,-15 20 145,-15-12-191,-17 26 23,-25 7-42,17 10 0,0 6-3,-2 3 1,0 4-24,-5 13 1,3 1 11,-4 8 167,17-9 1,8-2-179,18-11-6,2 2 0,21-14 12,21-12-1,-13-7 0,2-4 6,3-3 0,-2-4-312,-4 0 1,-3-4 297,-2-7 0,-4-3 19,-6 0 1,-1-3 5,5-13 0,-1-2-628,-5 8 1,-2-1 618,-3 5 0,-1-2 0,0 0 20,-3 0 1,-1 0-1,0 0 11,2-19 1,-1 1-12,-1 6 1,-3 4-100,-6 14 1,-3 6 98,1 7 6,-11-2-22,6 35-6,-5 16 0,3 23 0,7-16 0,1 2-14,0 5 0,3 3 18,4 4 0,1 1-60,3 2 0,1 1 38,3 1 1,1 0-294,1-1 0,-1-1-417,-1 1 0,-1-1-1006,-1 0 1,-1-1 1733,1 0 0,-1-3 0,0 8 0,1-14 0</inkml:trace>
  <inkml:trace contextRef="#ctx0" brushRef="#br0" timeOffset="16818">11345 4644 17675,'4'-3'7102,"-1"0"-5365,-3 3-1261,53-71-1757,-24 31 1346,-5 7 0,4-4 1,-2 2-2,-1 4 0,-2 0-19,5-6 0,1-1-31,4-7 0,-1-2-3,0-5 0,-1-2 6,-11 14 0,-1 0 0,-3 1-3,4-8 0,-5-1 21,-7 5 1,-3-2-1,-4 3-2,-7 3 1,-3 1-12,-4-15 1,-4 4-1641,-3 19 0,-2 4 1651,-11-7 989,-1 11-1022,21 15 0,-2 1 11,11 15 22,-2 36-27,3-13 0,0 4-36,-1 18 1,-1 4 21,2-16 1,1 1 0,-1 1 527,-1 3 1,1 2 0,-1-1-527,0 2 0,1 0 1,-1-1-21,1 0 0,1-1 0,0-3-8,-1 7 0,6-2-252,15 13 1,6-7 67,5-14-74,7-7 1,4-9-848,18-27 763,-19-5 1,0-5 67,1-6 0,-1-4 162,1-5 1,-2-3-137,0-3 0,-1-2 341,-3 1 0,0 0 114,-5 3 1,-3 1 1124,13-17-688,-19 17 1248,-23 12-1595,-14 10 444,-11 8-589,-1 7 729,6 4-785,10 1-40,7-3 79,12 2-28,11-6-45,16 0-12,12-7 7,8-7-12,-1-7 0,-5-9 17,-10-8 28,-12-5 39,-13-1 29,-19 2-1,-13 7 34,-15 8 16,-6 10-117,8 6 23,-9 14-29,16 3-28,-5 8 23,0 23-39,14 1-137,6-11 1,1 2 116,4-3 0,5 1-87,8 8 1,3-2-96,5 15-317,4-18 1,5-4-4585,19 4 5097,5-2 0,-16-15 0,-14-11 0</inkml:trace>
  <inkml:trace contextRef="#ctx0" brushRef="#br0" timeOffset="17450">14695 3973 19960,'0'-6'4123,"0"1"-3009,0 5-408,-29-66-235,2 40-292,-1-12 0,-5 3 123,-26 25-533,-4 8 321,3 11-51,10 10-6,27 5 1,3 3-17,-3 8 5,2 20 86,16-14-80,9 4-5,3-1-6,24 10-20,-2-27 0,6-3-567,2 2 0,4-2 575,11 3 1,0-2-1,-16-11 1,-1-1-3,8 3 0,-3-1 70,-4 2 22,-5 0 226,-33-9-282,-19-8 22,-21-6-21,-12-5-29,-3-1 25,4 0 1,0 2 1168,6 1-1222,1 2 1,3 2-135,12 4-409,3 5-3759,20 6 4319,14 0 0,1 0 0,3-7 0</inkml:trace>
  <inkml:trace contextRef="#ctx0" brushRef="#br0" timeOffset="17667">15225 4043 28546,'12'-6'62,"-8"25"-118,-19 35-118,4-11 1,0 2-163,4-10 0,0 0-1044,0 3 0,2-4-648,4 2 2028,5-10 0,-2-19 0,1-1 0</inkml:trace>
  <inkml:trace contextRef="#ctx0" brushRef="#br0" timeOffset="17834">15514 3770 21013,'-4'-5'2286,"0"2"-3945,4 3-8172,-11 35 9013,11-20 1,-11 22 0,15-31-1</inkml:trace>
  <inkml:trace contextRef="#ctx0" brushRef="#br0" timeOffset="18634">16114 4162 25590,'-10'-51'502,"1"1"0,-9 2 0,-5 13-440,-4 29 44,-35 13-16,12 15-2887,12 3 0,1 4 2797,11-9 0,1 2-6,-9 18 1,5 1 1403,10-5-1409,8-1 0,6 0 870,21-7-870,17 4 16,15-26 23,7-20-266,-26 0 0,-2-3 266,17-20 0,-21 8 0,-1-5 28,-2-11 0,-2-4 8,1-5 1,0-1-32,-3 1 1,0-3 44,-3 10 1,-2-2-1,0 6-19,-3 9 0,0 0 86,6-24 1,-2 3 62,-6 8 2934,0 3-3142,-7 23 0,-1 21 0,-1 11 0,-3 27 0,2 1 0,1 4 0,-1 5 0,0 2 168,1 3 1,-1 1-169,2 4 0,1 2-1715,1 2 0,0-1 1527,1-11 1,4 1-416,3-4 0,3 3 0,5-9-375,4-11 1,4-4 254,9 9 1,3-5 257,-3-17 0,1-8 344,1-8 1,-2-4 221,19-12-715,-15-12 0,-3-4 1078,1-7 303,0-11 1,-2-1-132,-9 6 73,-4 1 0,-3 2-328,-9 15 2466,-14-21-2623,-8 39-140,-10-5 361,0 24-361,2 7 3269,0 4-3353,-6 24 0,16-17 6,-2 35-28,21-25 5,11 13 6,5-23-3253,27-7 3258,-21-15-126,7-9 0,0-6 143,4-20-6,-13 5 1,-1-3 13,-8-1 1,-5 0 3,5-19-3,-11 16 1,-3 2-21,-11-2 0,-11-6 0,-17 26 0,-13 15 0,15 9 0,1 4 0,-13 9 0,16 2 0,3 3 2991,-1 20-2991,12-17 0,3 3 0,4 1 0,2 0 0,3 21-312,13-13 1,6-1-902,1-13 1,3-2-3704,9 12 1,2-2 2753,11 2 0,-12-16 0,-21-17 0</inkml:trace>
  <inkml:trace contextRef="#ctx0" brushRef="#br0" timeOffset="19442">18250 3913 19070,'0'-6'4262,"0"2"-3797,-3-26 0,-4-5 106,-5 6-375,2-11 0,-4 3 107,-16 19-169,4 8 107,-13 9-56,-3 18-123,-1 6-29,-1 17-5,18 3-33,12 5 16,9 2 17,15-3-6,11-2 12,13-7-12,4-7-5,-3-7 61,-10-9 141,-11-7 10,-11-6-94,-17-9-102,2 3 18,-23-8 16,-2 8 23,-15 4 22,-6 9-17,-1 7-596,7 7 524,16-3 5,8 14-11,19-7-23,13 13-11,21-7-5,26-2-46,-5-15 1,3-3-117,-13-3 0,1-1 75,22 0 0,0-3 25,-18-4 0,-3-2 53,0 0 0,1-3-5,8-6 0,-4-3 36,-5-6 14,-8 1 0,-2-5 53,-3-19 34,-4 0 55,-6-5 52,-10 17 16,-3 5 28,-1 8-45,-1 4-67,0 7 717,1 42-863,1-12 12,1 34-31,-1-22 0,-1 1-887,0-4 1,0 2 650,0 15 1,-1 2-1390,1 0 1,-1-3-950,0-15 0,0-1 2599,0 8 0,0-5 0,0-15 0,0-1 0</inkml:trace>
  <inkml:trace contextRef="#ctx0" brushRef="#br0" timeOffset="19642">18558 4166 23343,'-1'-48'444,"1"0"0,-1 0 1,0 1-1,0-11 1,1 2-1,1 5-313,3 5 1,2 4 25,0 8 0,3 4-140,17-13 52,5 22-209,10 19-381,12 19-344,-21-1 0,-1 4-841,4 7 1,-1 2 1084,-4 0 1,-3-1 0,8 11 0,-19-16 0</inkml:trace>
  <inkml:trace contextRef="#ctx0" brushRef="#br0" timeOffset="19825">18377 4438 18344,'38'-51'31,"0"1"1,-12 9 0,3 6 1150,14 15 0,4 8-1446,-12 2 1,1 2-379,8-2 1,3-1-2070,5-1 1,-1 1 612,-17 3 0,-1 1 2098,7-3 0,-7 2 0,-20 5 0,-3 0 0</inkml:trace>
  <inkml:trace contextRef="#ctx0" brushRef="#br0" timeOffset="20025">19269 4025 19193,'1'-3'6066,"-1"0"-3955,0 3-1976,-6-23-51,-1 34-67,-2-21-6,-1 54-11,4 2-20,3-13 1,-1 1-278,2 2 0,1 1 179,0 0 1,2 0-387,2 5 0,1 0-205,1-10 1,-1-1-323,9 23-3035,-2-24 4066,-4-18 0,-2-2 0,-2-8 0</inkml:trace>
  <inkml:trace contextRef="#ctx0" brushRef="#br0" timeOffset="20190">19325 4362 14465,'-5'-52'1849,"0"0"1,0 0 0,2 7-1,-1 2 1,1 0-1526,1-2 1,0 1 0,0 3-160,1 1 1,1 3 27,2-2 1,2 2-37,11-10-551,15-3 349,14 16-2136,-7 22 0,2 5 1935,18-2-1163,-1 14 1,-1 4 445,-6 4-1677,-5 4 0,-1 4 2640,-6 7 0,-8-4 0,-15-9 0</inkml:trace>
  <inkml:trace contextRef="#ctx0" brushRef="#br0" timeOffset="20341">19297 4204 22420,'41'-15'-1072,"0"-1"0,0 1 0,0 0 0,0 0 0,-2 3 1072,9 2 0,-7 3 0,3-1 0,-28 4 0</inkml:trace>
  <inkml:trace contextRef="#ctx0" brushRef="#br0" timeOffset="20702">20136 3917 26234,'-32'18'324,"18"-2"-262,53-10-40,-2-3-5654,24-11 5632,-30 1 11,24-16 1438,-24-7-1410,-5-2 861,-9 1-794,-15 7-2272,-22 9 2200,3 3 2412,-39 6-2329,18 12-16,-18 7-73,24 2 10,-3 21-55,18-1 11,0 8-94,15 7-399,14-21 1,5-1-653,2 2 0,3-2 986,3 0 0,3-2 165,3-4 0,-2-5 0,-4-3 0,0-2 0</inkml:trace>
  <inkml:trace contextRef="#ctx0" brushRef="#br0" timeOffset="21158">21177 3935 25696,'-40'-15'266,"0"1"0,0 0 0,-16-4 0,6 10-165,-2 29-51,2 14-36,24-7 0,1 2-726,-7 15 709,14-9 1,4-1 237,7 1-235,5 24-9,15-32 1,6-1 2,1 1 1,5-1-286,13 2 0,5-4 280,0-7 0,3-5 2,4-2 1,1-5-6,1-4 0,1-4 11,1-5 0,-1-4-586,0-4 0,0-6 594,0-4 1,-2-5-3,-15 6 1,-1-2 0,-1-2 9,0-3 0,0-2 0,-1-2 4,0-3 0,-1-2 0,-2 0 7,-2-1 0,-1-1 1,-2 0 31,-3 2 0,-2 0 0,-3 1 72,4-16 1,-6 2 8,-5 8 0,-6 2 28,-4 7 1,-5 2 57,-12-15-139,-2 22 617,-12 13-662,5 24-22,-14 16-6,11 8 342,3 10 1,0 5-371,8-6 1,1 2-209,2-1 1,0 3 0,2 1 138,5-5 0,3 0 1,2 1-117,4 0 0,3 0 1,3 0-231,3 0 1,3-1 0,2-2-445,5-1 1,2-1-1,2-2 876,4 0 0,1-2 0,-1-4 0,-3-2 0,0-3 0,19 13 0</inkml:trace>
  <inkml:trace contextRef="#ctx0" brushRef="#br0" timeOffset="21319">21768 4037 25247,'-41'-32'547,"-1"1"0,9-3 1,17 6-587,52 12-5739,9-3 5411,-3 13 0,4 3-1588,-2 2 0,2 1 2103,6 0 0,-2 2 1,-15-2-1,-4 1 1,6 2-1</inkml:trace>
  <inkml:trace contextRef="#ctx0" brushRef="#br0" timeOffset="22708">24081 3972 20733,'12'-45'1068,"0"0"1,1 0-1,2-13 1,-2 6-313,-6-1-358,-12 23-281,-11 18-83,-13 20-6,-12 24-23,15-1 1,0 7-878,-4 13 0,0 6 860,8-11 1,0 3 0,1 2-4,0 5 0,0 3 1,1 0-537,4-11 0,1 0 0,1 1 0,0 0 458,0 1 1,1 2-1,1-1 1,0 1-168,1 1 1,1-1 0,0 1 0,1 0-273,2-2 0,0 1 0,1-1 0,0-1-277,1 11 1,0-2 0,2-2 185,1-11 1,2-2 0,-1-4 781,1 0 1,-2-6 125,-2-2 522,-16-56-561,4-1 70,-2-24 1,0-8 8,8 9 0,2-3-131,0 2 1,1-4-1,2 0-21,2 4 1,3 1 0,2 0-46,3 2 1,1 0 0,4 2-56,1 2 0,2 2 0,4 2 655,12-13 0,7 5-734,-2 14 0,6 1 1,1 4-14,-2 3 0,1 4 1,0 1 14,2 0 1,0 1 0,1 2-12,3 2 0,2 2 0,-2 1 4,13-3 0,-1 1 11,-1 1 0,2-2 16,-9 2 1,3-1 0,-7 2 5,-12 2 1,-1 0 41,27-9 1,-7-1 260,-27 8-219,2-6 1286,-47 15-1078,-16 4 51,-18 5-7,-7 7-224,14-1 623,-6 14-701,28-4 1293,-2 12-1338,26-1-2991,26 10 3002,-2-14 12,1-10 0,3-3 50,11-1 61,6-4 46,-7-13 38,-8-12 1,-9-12-57,-8-14-27,-7-9-6,-9-7-20,-1 23 1,-3 0 30,-7-17-101,-1 9 23,1 19 3314,7 14-3494,-1 1-128,6 11-336,1 12-840,9 15-2852,8 18 4263,5 0 0,-10-24 0,-6-17 0</inkml:trace>
  <inkml:trace contextRef="#ctx0" brushRef="#br0" timeOffset="22995">25129 4185 26525,'7'-41'414,"1"0"0,-3 4 1,2 10-387,0 22-28,0 9 22,16 19-38,7 14-12,-10-9 0,0 3-2216,5 14 1,-3 1 2173,-7-13 0,-2 0-107,-3 23 1,-6-2 855,-11-12-679,-6-7 0,-5-6 112,-16-13 34,-6-16-1,12-26-27,24-28-82,22 8 1,6-1-264,-6 13 1,3 0 187,19-14 0,6 4-614,-3 18 1,1 4-264,-9 2 0,1 3 916,8 1 0,-6 5 0,-15 8 0,-3 0 0</inkml:trace>
  <inkml:trace contextRef="#ctx0" brushRef="#br0" timeOffset="24134">27229 4478 20420,'22'-60'986,"0"1"1,-1-1 0,-2 7 0,-2 1 0,-3 2-601,-1-6 1,-7 5-555,-9 14 1,-4 4 318,-14-4-22,-11 30 0,-6 11-79,8 11 1,1 7-688,-16 13 1,1 10 651,18-6 0,4 6 0,1 2-792,-1 10 1,2 3 0,1-1 776,4-7 0,1-2 0,0 6-18,3-6 0,0 5 0,0 3 0,1-2 0,0-3-50,0-2 1,0-2 0,1-1 0,-2 3-404,0 4 1,0 3 0,-2 1 0,1-1-1,-1-2 158,-2 0 1,0-1 0,-1-3 0,1-2 76,-2 3 1,1-3 0,-4-1-142,-8 6 0,-4 0 0,1-9 73,0-12 0,0-4 293,-6 11 0,0-14 453,-15-45-347,37-36-3,10 2 1,6-3 595,4 7 1,6-3-601,2 8 0,2-6 0,3-1 0,1 3-24,1 3 1,2 1-1,0 1 1,0 0-54,-1-1 0,-1 0 0,2 0 1,2 0-4,10-5 0,4 0 1,1 2-1,-5 8 519,1 5 1,-1 3-543,0 0 0,4-1 0,0 3-90,1 5 1,2 2-1,-2 2-15,13-6 0,0 0 64,-4 3 0,4-1 0,-4 1 8,8-3 0,-3 2 37,-4 0 0,-4 2 19,-12 5 1,-1-1 669,2-3 0,-3-1-387,-2-3 189,2-8 52,-21 16 1011,-7 6-1167,-5 5 1174,0 2-1382,-7 3 136,-7 12-265,0 4-11,-1 15-28,9 2-17,15 12 23,2-14-12,15 9 12,0-21 28,6-1 10,3-10 74,10-18-62,-13 0 84,11-22-56,-23 11 179,13-31-72,-15 15-1,3-16-112,-12 24 62,-5 2-123,-1 18-123,-1 0 5,0 8-571,0 8-549,3 9-1843,3 16 3064,4 12 0,-4-17 0,-1-2 0</inkml:trace>
  <inkml:trace contextRef="#ctx0" brushRef="#br0" timeOffset="24507">28284 4420 19848,'2'-5'5422,"-1"0"-3669,-1 5-1770,20-46 17,-13 40 6,16-31 22,-17 79-17,-3-1-8,-3-9 0,0 0 19,-6 20-22,-2-14 6,-3 0 16,7-21 124,4-3-85,7-16 23,19-16 12,10-10-40,4-2 61,-7 5 1,-1 0-34,0 0 39,-3 1 0,-2 2-50,-7 7-62,3-2-16,-13 12-63,7 9-16,2 7-229,13 9 55,-7 0-559,7 10-1833,-1 4-1506,6 1-1238,-3-4 4546,-1-12 0,-19-13 0,-1-1 0</inkml:trace>
  <inkml:trace contextRef="#ctx0" brushRef="#br0" timeOffset="24934">29367 4504 24682,'-27'-42'455,"-1"0"1,2 4 0,-1 10-327,-18 21-79,4 14-16,8 12-34,5 16 5,8 12-5,3 10-5,7 5-194,8-30 0,2 0 179,5-1 1,4 0-12,3-2 0,6-2-6,7-2 1,4-4 5,5-3 1,3-5 10,5-3 1,1-5 13,-9-3 0,1-5 20,18-11 0,-2-4 9,2-9-7,-18 1 1,5-7 0,-5 0-429,-5-5 0,-3-4 445,0 1 1,0-4-1,-3-1-429,-5 4 0,-3-1 1,-1-1 497,-1-1 1,-1-1 0,-2 0 50,-2 0 0,-2 0 0,-1 1 107,0-17 1,-3 2-421,-5 9 0,-3 4 303,0 10 0,-1 6 233,-7-4-303,2 18 613,6 15-698,-5 16 24,-3 25-12,4-5 0,-1 5-105,-2 13 0,0 5 28,2-12 0,1 3 1,0 0-390,-2 5 1,1 1 0,0 0 88,0 1 0,0 1 0,1-1-493,1-1 0,1-1 0,0-2-791,0 8 0,1-4 1209,5-1 1,2-8-1,0-11 1,2-4 0</inkml:trace>
  <inkml:trace contextRef="#ctx0" brushRef="#br0" timeOffset="25300">29727 4721 21209,'-2'-11'2095,"-6"-23"0,-1-6-1417,1-1-636,-1 2 0,2 1 3,7 1-107,20 21-140,22-2 20,-9 12 0,3 2-533,8 2 1,2 2 585,4 2 0,0 2 56,-3 1 1,0 0-1486,-3 1 0,-3 0 1580,7 0 17,-10-1 264,-24-8 179,-3-15-319,-1 2 161,-6-24 773,-5 7-615,-1-7 3391,-1 7-3453,1 9-95,1 8-118,1 7-151,0 5-151,0 3 73,0 7-18,2 22-128,0 12 6,0-8 0,0 3-313,-3-1 0,-2 0-108,0 0 1,0-1-2521,-8 29 2284,2-11 1,4-24-1,2-10 1</inkml:trace>
  <inkml:trace contextRef="#ctx0" brushRef="#br0" timeOffset="25475">30478 4082 25674,'-24'-42'119,"0"1"1,2 3-1,6 11-421,12 24-349,10 12-1633,12 15-7547,16 14 9051,-4-5 0,-4-7 0,-19-18 1</inkml:trace>
  <inkml:trace contextRef="#ctx0" brushRef="#br0" timeOffset="25851">30795 4292 26805,'-48'3'3,"0"1"1,5 7 0,10 5 7,21 18-5,12 20-6,15-19 5,3-1 15,8-9 0,5-4 2,9-3 0,-7-4 1,0-3-18,2-11 102,0-11 111,-10-21-145,-6 3 30,-9-5 1,-6-2 42,-8-11-40,-2-10 17,-11 13-11,-1 14-112,2 7-162,1 6 22,11 13-302,1 4-550,3 12-1338,0 9 2330,9 17 0,-6-16 0,5 1 0</inkml:trace>
  <inkml:trace contextRef="#ctx0" brushRef="#br0" timeOffset="26217">31159 4285 22716,'2'-4'4083,"-1"0"-3629,-1 4-443,17-10-11,-14 33 11,8 3 0,-17 23-3,0-17 1,-1-1-20,-7 17-3375,-6 10 3397,7-23 28,-1-6 168,17-24-156,0-5-12,11-8 56,23-17-17,2-3-33,-8 7 0,1 0 1566,-2 2 0,0 1-1569,-1 2 0,0 0-8,14-7-6,7 6-34,-29 11-27,22 10-107,-22 11-196,7 12-258,-10 7 163,-6-5-953,-2 13-7600,4 6 8984,0-6 0,-1-6 0,-6-24 0</inkml:trace>
  <inkml:trace contextRef="#ctx0" brushRef="#br0" timeOffset="26841">32076 4693 19960,'7'-5'3103,"-1"2"-1826,-6 3 348,0 0-1093,24-69-314,-25 41-162,10-13 0,-5 3-22,-18 23 27,-14 5-44,12 7-22,-26 10 5,26 0 0,-12 7-12,15 3 1,4-4 11,-1 16 0,10-1 11,6 2 1,8-6 21,6-13-5,-2-6 67,14-10 79,-4-12-90,1 1 157,-4-11 50,-17 11-145,0 1 94,-5 5-212,-3 7-5,-2 1-18,-1 9 1,-4 6-23,5 26 34,12-4-11,18 15-6,19-16-261,-2-11 264,-14-13 0,1-5 2,0-5 1,0-6 2,-1-2 1,-1-5-9,4-8 0,-5-3 0,5-22 19,-13-5 1,-3-6-9,-7 10 0,-1-1-163,-1 1 1,0-3 0,-2 2 196,-1-14 0,-4 3 6,-4 5 0,-2 2-51,-1 10 0,-1 3 0,-8-12 0,5 23 0,4 21 0,4 11 0,0 28 0,1 29 0,0-9 0,1 5-620,0-9 1,0 2 0,-1 2 619,1 6 0,-1 2 0,1-1-23,-2-11 0,1 0 1,-3 2-792,-1 0 1,-2 4-1,0-1 1,-1-5 813,-2 9 0,0-4 0,-3 10 0,1-6 0,1-15 0</inkml:trace>
  <inkml:trace contextRef="#ctx0" brushRef="#br0" timeOffset="28509">3064 5803 21806,'-50'-10'227,"1"1"0,-1 0 1,3 4-1,1 3 0,6 10-188,0 26 1,7 12-370,1 2 0,5 2 335,6-9 1,5 1-12,8 0 1,3 4 0,5-4-18,6-1 1,5 0-12,6 16 1,7-3-7,8-18 1,5-8-6,7-6 1,4-6 24,5-6 0,4-7 0,4-8 1,0-7-284,-18 1 1,0-3 0,-1-2 307,1-3 1,-2-3 0,-1-1 8,7-4 0,-2-4 25,-9 0 0,1-4 0,-6 1 31,-3 1 0,-4-1 154,9-13 0,-5-1-123,-15 15 0,-6 2 490,-3-19-288,-15 14 675,-15 21-899,-5 21-1791,-8 22 1746,11 4 16,-6 19 76,10-6-126,-1 12-119,10-5 119,9-16 5,23 0 7,11-23-18,25-6 14,-22-13 1,0-4 1447,5-5 0,0-3-1442,1-3 0,-3-3 42,-2-1 0,-4 0 415,12-15-225,-18-14-111,-25 19-40,-13-12-50,-8 20 235,-30-2-218,13 17-34,-15-2-39,18 14 5,14 4-179,4 23 62,14-10-224,2 26-275,15-12-387,9 9-682,11 1-1322,7-3-4425,7-5 7438,-3-10 0,-16-10 0,-10-8 0</inkml:trace>
  <inkml:trace contextRef="#ctx0" brushRef="#br0" timeOffset="29076">3968 6036 15417,'3'-4'7165,"0"0"-4157,-3 4-2812,11-54-140,-9 43 16,9-29-55,-12 52 22,4 27-33,0-17 5,8 24 6,3-11-23,5 12-5,2 4 17,-6-15-6,-4-8 117,-7-17 63,-3-11-68,0-7-73,-1-2 118,-2-24 5,0 3-16,-1-18 38,2-13-133,8 15-51,1-5 28,20 17-11,-7 17 5,23-7-5,-3 14-23,13 2 12,-4 16-12,0 23 12,-19-3-1,-1 25-10,-22-15-1,-1 9 23,-5-7 11,-2-8 45,0-15-12,0-8 68,1-16-62,3-10-27,3-14 38,8-23-39,-3 13 14,-2 10 1,1 0 41,9-9-17,7-7-22,4 8-11,10 6-17,-11 16-17,22 7-22,-26 14-11,25 14-29,-14 16-148,-8-1 1,-2 5-1450,-5-1 0,-2 3-111,1 11 0,-4-1-3157,-8-16 1,-2-2 4234,-1 25 0,-5-38 1,-1-9-1</inkml:trace>
  <inkml:trace contextRef="#ctx0" brushRef="#br0" timeOffset="29776">5096 6104 22099,'4'-47'1451,"0"-1"0,1 0 0,1 6-437,1 8-818,0 8 22,-4 20-184,-3 45-6,3 23-366,-1-25 1,0 2 339,4 14 1,2 4-7,-1-13 1,2 1-1,-1 2-21,1 3 1,0 2 0,0-1-536,1-1 0,0 1 0,-1-1 451,-1 3 1,0 1 0,-1-3-83,-2-7 1,-2-1 0,1 1 5,-1 7 0,1 0 0,-2-2 101,0 6 0,-4-3-3,-8-3 1,-4-7 52,-6-13 34,-26-4 23,11-49 5,13 2 0,1-5-268,2-11 1,4-8 265,6-1 0,2-5 0,2 2-165,0-5 1,4-2 161,3 6 1,2-6 0,2 1 0,0 7 36,2 1 0,2 1-40,2-9 1,2-7 0,0 5 7,1 2 0,1 0 0,-1 3 0,1-4 0,1 2-25,-3 10 1,0 2 0,0 0-4,2-3 0,1 0 0,1 4 5,5-2 1,2 5-140,1 7 1,3 4 133,0 6 0,3 5 0,7 6 0,0 5-6,15 6-5,-16 9 0,-3 6 0,-1 10 22,-5 9 0,-3 6-31,-15-10 1,-5 2-954,-3 16 0,-6-1 973,-7-16 0,-7-1 3,-13 0 1,-8-1 0,-1-2-169,-8 2 1,-3-3 167,3-1 1,-4 0 0,2-3 191,-10 1 0,2-5-209,8-5 0,5-3-131,-14 0-2055,33-11-158,29-6 2358,39-17 0,-24 14 0,16-7 0</inkml:trace>
  <inkml:trace contextRef="#ctx0" brushRef="#br0" timeOffset="30171">6264 5727 25662,'-61'19'351,"1"1"0,5-1 0,8 3-250,8 21-79,11 4-652,11 4 641,10-11 224,18 8-218,13-11 2,2-13 1,4-2 3,27 7-4,-22-17 1,-1-5 122,9-8-36,10-25-5,-23-6-37,-11 6 1,-2-2-4,-2-14 26,-11 5 0,-5-2-53,-7-17-9,1 15 0,-3 2 9,-9-8 66,-18 2-100,8 29 321,-14 4-315,9 27-23,2 15-17,8 2-154,10-2 1,3 4-401,2 20-95,5-14 1,4 1-187,7-5 1,5-2-670,5 0 1,6-3 880,14 0 0,0-5 0,6 4 0,6-8 0</inkml:trace>
  <inkml:trace contextRef="#ctx0" brushRef="#br0" timeOffset="31335">6818 6132 18884,'6'-7'2097,"12"-25"1,3-8-1162,-4-3-558,5-4 0,-2-1 1100,-7-3-1019,-6 12 178,-4 12-491,-3 12 48,0 9-177,0 7 480,-1 11-508,1 13 17,-1 16 10,1 14-27,2-19 0,0 2 5,-1-6 1,0 0 7,1 4 1,0-2-14,-2 3 22,-2-6-11,1-21 28,-1-2 17,3-11-17,5-11 23,5-12-23,8-12-23,0 3 0,0 7 1,2 2 17,12-7-21,-9 11 1,1 1-8,12 1 10,-3 11 1,-3 10-17,1 12 39,3 12-23,1 11-38,1 9 33,-8-7-6,-6-9 1,2-1-7,16 9-207,-10-12 0,2-2 219,-2-8 0,1-4 3,0-2 0,2-4 0,0-4 0,0-4 11,0-3 0,-2-4-9,0-4 1,-2-3-1,15-16-2,-15-7 0,-4-3 19,-4 0-2,-4-2 0,-4 0 41,-11 4 6,-8-3-26,-7 15 397,-11 13-438,-15 12 0,5 11 0,-3 10 0,19 2 0,5 16 0,11 4 0,11 17 0,0-25 0,4-1-12,6 2 0,5-2-489,4-2 0,3-2 355,4-2 1,2-4-51,2-3 0,0-4-43,0-4 0,-1-4 169,-2-6 0,-2-3 73,-2-3 0,-3-4 19,22-21 51,-11-11 45,-10-6 55,-9-2 29,-5 3-12,-6 6 12,-4 10-90,-3 11 784,-2 10-851,-1 7 96,0 20-135,2 7-1,1 23 1,-1-7-23,1-4 0,1 0 6,4 14 5,-2-15 1,2-2-1,11 7 57,-2-15-29,0-13-5,3-20 0,-6-1 5,11-22-5,-5 3-6,8-11 17,4 3-21,3 6-7,2 12 0,1 10 0,1 11 0,1 8 0,7 10-552,8 7 552,-23-13 0,2 0 0,4 0 0,1-1 0,3-3 0,1-1 0,1-3 0,1-2 0,-1-4 0,-1-3 0,-3-3 0,-1-4 0,-6-4 0,-3-6-1605,-4-12 1,-5-3 1604,3-19 0,-15 8 0,-5-3-183,-4 10 0,-1-1 183,-1-11 0,-2-3 0,0 1 0,-2 1 0,-2 7 0,-2 1 0,-1 7 0,-2 4 0,-4-3 0,-2 14 348,9 23-348,-5 11 3201,-5 17-3201,3 4 0,0 3 0,-7 20-153,8-8 0,4 2 153,7-12 0,4 0 0,4 12 0,5 1 0,8 3 0,6-1-340,-2-16 0,4 0 1,3-2 339,5 1 0,2-1 0,3-1-661,4 0 0,2-1 0,-1-2 543,-7-6 1,-1-1-1,3-1-562,15 8 1,3 0 0,-1-2 402,-11-8 1,-1-3 0,-2 1 0,15 9 0,-3-3 0,-17-11 0,0 0 0</inkml:trace>
  <inkml:trace contextRef="#ctx0" brushRef="#br0" timeOffset="31509">9963 6186 14734,'-5'0'-1562,"2"0"-7179,3 0 7755,67-28-2055,-23 19 3481,-1-7 0,1 2-440,3 10 0,-30 4 0,0-2 0</inkml:trace>
  <inkml:trace contextRef="#ctx0" brushRef="#br0" timeOffset="32176">9642 5865 16605,'-55'0'1390,"0"0"1,-8 1 0,8 1-640,18 0 1126,-8 1-1232,27-1 128,17-2-510,15 1-101,23-5-117,6 1-958,10-1 1,12-2 0,-7 1 853,-21 2 0,1 1-152,20-2 0,9-1 1,-10 3-2907,6 2 3117,-29 2 0,-2 0 0,7 0 0,-18 1 0</inkml:trace>
  <inkml:trace contextRef="#ctx0" brushRef="#br0" timeOffset="32432">10006 6186 28222,'-31'-25'-1042,"12"5"1042,37 27 0,-8-5 0,6 5 0</inkml:trace>
  <inkml:trace contextRef="#ctx0" brushRef="#br0" timeOffset="57813">1967 3176 11099,'-7'-1'2672,"1"0"-1616,-18 0 122,40 8-489,1 0-222,32-1 0,11-1-530,-19-1 1,4-1 296,0-3 1,6 0 0,1-2 0,-6 1-896,4-1 0,0 0 838,-3 0 0,6-1 1,3 0-1,-1 0-53,1-1 0,-1 1 0,1-1 0,1 1-696,5-1 1,1 1 0,1 0-1,-1 0 649,-12 0 0,0 0 0,-1 0 1,1 1-1,1-1 24,3 1 0,1 0 0,1-1 0,-1 1 0,0 0-334,-5 1 0,0-1 0,-1 0 0,1 1 0,3-1 298,1 1 0,1-1 0,2 1 1,1-1-1,1 1 0,2 0-123,-7 0 1,2 0 0,1 1 0,1-1 0,0 1 0,0-1 0,0 1-1,-3-1 132,3 1 1,-1-1 0,0 1-1,-1-1 1,0 1 0,1-1 0,1 1-62,-2-1 1,2 1 0,1 0 0,0-1 0,-1 1 0,-1-1-1,-2 1 1,-4-1 59,8 0 0,-4 0 0,-2 0 1,-1 0-1,2-1 132,3 1 1,1-1 0,-1-1-1,0 1 1,-2-1-39,6-1 1,-2 0 0,-1-1 0,0 1-75,1-1 1,-1 1 0,0-1 0,-1 1-73,-7 0 0,0-1 0,-1 1 0,1 0-904,2 0 1,2 1-1,-2 0 1,-5 1 1030,12-1 1,-4 2 0,-11-1 0,0 1 0,-7 0-1,9 1 1</inkml:trace>
  <inkml:trace contextRef="#ctx0" brushRef="#br0" timeOffset="60514">10914 3037 14392,'-51'-2'654,"0"0"1,-1 1 0,1-1-1,-14 0 1,0 0 0,13 0 1621,3-1-707,3-1-780,21 0-688,13 2-17,8 2 746,10 5 33,21 3-348,4-2 0,6-1-1066,-1-1 0,7 0 721,8-3 0,9-1 0,5-1 0,-2 0-653,-4-1 1,-1-1 0,3 0-1,4 0 669,-13 1 1,4 0 0,3 0 0,1-1-1,0 1 1,-1-1 0,-4 1-293,8-1 1,-4 0 0,0-1-1,2 1 1,5 0 169,-12 1 0,4 0 1,2-1-1,2 1 1,1 0-1,1 0 1,-2 0-1,-2 0 1,-2 0-54,2 1 0,-3-1 0,-1 1 0,-1 0 0,1-1 0,2 1 0,3 0 74,-6-1 1,2 1-1,2 0 1,2-1-1,0 1 1,0 0 0,0-1-1,-1 1 1,-1 0-1,-3 0-54,4 0 0,-1 0 0,-2 0 1,0 0-1,-1 0 0,0 0 0,0 0 1,-1-1 72,6 1 0,-1 0 1,-1 0-1,0-1 1,0 1-1,-1 0 1,-1-1-2,5 0 0,0 1 1,-1-1-1,-1 0 1,-2 0-1,-2 0-44,9 0 0,-4-1 0,0 1 0,3-1-35,-10 0 0,4 0 0,1 0 1,-1 0-1,-3 0 0,-5 0-25,11 0 0,-6 0 0,3 0 113,-1 0 0,3-1 0,0 1 0,-6 0-793,-8 1 0,-4 1 0,-3 0 719,9 2 1,-5 0 0,20-1 0,-14 2-1</inkml:trace>
  <inkml:trace contextRef="#ctx0" brushRef="#br0" timeOffset="63328">19577 2867 3930,'55'-2'128,"-1"0"1,0 0 0,1 0 0,-1 0 0,1 0 0,-1 0 0,5 0-1,0 0 1,-1 0 0,-1 0 0,-2 0 0,-1 1-84,-1 0 1,-3 0 0,0 1 0,1-1 0,3 1-452,-1 0 1,2-1-1,2 1 1,2 0 0,0 0-1,1 0 1,-1 0 412,-5 0 0,0-1 0,1 1 0,0 0 0,0 0 0,2 0 0,0 0 0,1 1-78,1-1 0,1 0 0,2 0 1,1 1-1,0-1 0,0 0 1,-1 1-1,0-1 0,-1 1 78,2-1 0,0 1 0,-1 0 0,0-1 0,-1 1 0,0 0 0,-1 0 0,-2-1-42,0 1 1,-3 0 0,-1 0 0,0 0 0,1 0 0,2 0 0,4 0 48,-4-1 1,3 1-1,3 0 1,2 0 0,1 0-1,-1 1 1,-1-1 0,-2 0-1,-4 0 1,-4 0-121,5 0 0,-7 0 0,-2 0 0,0 0 1,4 0-1,7 0 122,-9 0 0,4 0 1,5 0-1,2 0 0,3 0 1,0 1-1,1-1 0,0 0 1,-1 0-1,-3 1 0,-3-1 1,-4 0-6,5 0 1,-3 1 0,-3-1 0,-1 0 0,-1 1 0,1-1 0,0 0 0,3 1-9,1-1 1,0 0 0,1 1 0,1-1-1,1 1 1,-1-1 0,0 1 0,0-1 0,-2 1-5,6 0 0,-1 0 0,1 0 1,-1 1-1,-1-1 0,0 0 1,-1 1-1,-2-1-101,-1 1 0,-1 0 1,-2-1-1,0 1 1,1 0-1,0 0 1,4 1 101,-5-1 0,4 0 0,1 1 0,1 0 0,0 0 0,-1-1 0,-2 1 0,-3 0 0,-4-1 0,11 1 0,-4-1 0,-4 1 0,-1-1 0,0 1 0,6 1 0,-1-1 0,1 1 0,0-1 0</inkml:trace>
  <inkml:trace contextRef="#ctx0" brushRef="#br0" timeOffset="64512">3606 5370 14192,'57'-1'88,"0"0"0,0 1 1,0-1-1,0 0 0,7 0 1,-3 0-1,1 0 1,2 0-598,-5-1 1,1 1 0,1-1-1,-1 0 1,-1 0 663,-5 0 0,0 0 0,-1-1 0,-1 1 0,-2 0 77,4-1 1,-3 0 0,1 0 0,5 0 69,-2 0 0,5 0 0,2 0 0,1-1 0,-1 1 0,-4 0-341,-1 0 0,-3 1 1,-1 0-1,1 0 1,5-1 136,-4 1 0,4 0 0,1-1 0,2 1 0,-1 0 0,0 0 0,-2 0-69,2 0 0,0 1 1,-1 0-1,0 0 1,-1 1-1,2-1 68,0 0 1,1 1 0,-1-1 0,1 1-1,0-1 1,0 1-180,0 0 1,0 0-1,1 0 1,-1 0-1,1 0 1,0 0 153,0 1 0,0-1 0,0 0 0,1 0 0,-1 0 0,1 0-89,-10 1 1,1-1 0,0 0 0,0 0 0,-1 0 0,1 1 0,1-1-38,-1 0 1,1 0-1,0 0 1,0 0 0,0 0-1,0-1 1,0 1 20,1 0 1,0-1-1,0 0 1,0 1-1,0-1 1,1 0-1,-1 0-1,2 0 0,-1 0 0,1 0 1,0 0-1,0 0 0,0 0 1,0-1 10,2 1 0,-1-1 1,1 1-1,-1-1 1,1 0-1,0 0 1,0 0 3,2 1 0,-1-1 0,1 0 0,0 1 0,0-1 0,0 1 0,0-1-5,-7 0 0,0 1 0,0 0 0,0-1 0,1 1 0,-1-1 0,1 1 0,-1 0-7,2 0 0,-1-1 0,0 1 0,1 0 0,-1 0 0,0 0 0,1 0 0,-1 1-17,1-1 0,0 0 1,0 0-1,0 0 1,0 0-1,0 0 1,0 1-1,0-1 1,0 0 1,0 1 0,0-1 0,0 1 0,0-1 0,0 1 0,0-1 0,0 1-1,-1 0 0,1-1 0,0 1 0,0 0 0,-1 0 0,1-1 0,0 1 0,-1 0 8,1 0 1,-1 0 0,0-1 0,0 1 0,0 0 0,0 0 0,0-1 0,0 1-17,-1 0 0,1 0 0,0 0 0,-1 0 0,1 0 0,-1 0 1,1 0-1,-1 0 2,0-1 1,0 1-1,0 0 1,0-1 0,1 1-1,-1 0 1,0-1 0,0 1 5,0 0 0,0-1 1,0 1-1,0-1 1,0 1-1,0-1 0,0 1 1,0-1-11,0 0 1,1 1 0,-1-1 0,1 0 0,-1 1 0,0-1 0,1 0 0,-1 1 16,1-1 0,0 0 0,0 0 1,-1 0-1,1 1 0,0-1 1,0 0-1,0 1-1,1-1 0,0 0 1,1 1-1,0-1 1,-1 1-1,-1-1 1,-1 1-1,-1-1-21,7 1 0,-4-1 0,0 1 0,0-1 0,2 1 0,3 0-28,-8 0 1,4 0 0,2 0 0,1 0-1,0 0 1,0 0 0,-1 0 0,-2 1 0,-2-1-326,9 1 0,-3-1 1,-2 1-1,0 0 1,1 0-1,3 0 384,-6-1 0,2 1 1,2 0-1,1 0 1,-1-1-1,-3 1 1,-3 0-1,-5 0 0,14 0 1,-7 0-1,-4 1 1,-4-1-1,11 1 1,0 0-1</inkml:trace>
  <inkml:trace contextRef="#ctx0" brushRef="#br0" timeOffset="358629">1845 9441 17428,'0'-6'4453,"0"1"-3534,0 5-633,-7-55-465,5 41 72,-6-39 107,9 75 34,2-2-12,3 35-11,0-18-2134,4 17 0,3 2 2129,-1-10 5,2 2 0,3-2 939,10-18-777,1-6 298,15-12-303,-19-13 257,25-29-285,-27 9-3,-1-4 1,0-2 69,4-16-98,-9 10 0,-1-1-2293,7-20 2217,-5 5 23,-7 21 2230,-6 16-2326,0 2-872,-4 10-2455,10 12 600,-1-1 2767,21 14 0,-19-15 0,8 3 0</inkml:trace>
  <inkml:trace contextRef="#ctx0" brushRef="#br0" timeOffset="359137">2875 9240 24167,'-37'-27'44,"1"0"1,1 3 0,11 12-45,24 24-11,0 17 5,9 4 6,6 13 3,3-15 0,2 0 2,9 12-2,1-8 0,3-3-3,6 1-6,8 6-38,-15-11-1,-20-6-151,-17 13-174,-22-6-727,-27 1 65,5-14-1965,10-11 1,-1-5-3910,-6-17 4033,-7-5 2873,37-12 0,9-6-1245,7-21 2161,0 23 0,3 0 1582,4 4 0,3 2 2966,6-27-4276,-2 13 1069,-1-13-1226,-9 38-606,0-2 242,-3 17-695,-1 6 1219,-4 10-1140,0 2 33,-10 25-42,2-5 0,-1 3-667,-10 23 639,4-8 0,0 1-9,7-15 1,0 1-143,-4 17 0,1 0-107,6-19 1,2 0-3199,1 14 0,5-5 2672,9-11 0,-1 3 0,1-27 1</inkml:trace>
  <inkml:trace contextRef="#ctx0" brushRef="#br0" timeOffset="359529">3303 9377 23819,'-26'18'96,"9"-3"-74,22 12 68,10-6 66,2-7 29,6-2-90,-3-5 85,7-10 27,6-18-73,0-7 12,2-20-79,-16 13 101,-7-11 191,-11 6-73,-8 5-74,-10 6-83,-13 20-67,-8 11-1,-6 10-33,7 3 12,-10 24-46,21-4-5,10-8 0,2 2-1,5 25 12,17 4-70,2-26 0,5-2-420,7 2 0,2-3-399,-2-5 0,2-1 889,15 5 0,-2-3 0,-10-7 0,16 6 0</inkml:trace>
  <inkml:trace contextRef="#ctx0" brushRef="#br0" timeOffset="360452">4098 9461 17435,'-18'-55'1652,"-1"0"1,2 5-1,3 5-1019,5 1 310,3 9-775,4 14 198,1 6-388,1 12 68,1 4-29,7 13 228,5 15-234,7 17 0,-10-16 1,-2 2-7,-1 5 1,-2 1-1,-1-7 1,-2 1 11,-5 14 0,-2-1-260,-3 11 257,1-21 0,0-1 3,-1-1 61,4-16 253,3-10-12,4-25-223,6-32-74,-1-1-152,-1 4 1,-1-1 157,-1-7-121,-2 8 0,1-3 110,-2 12 0,0 1 22,1-9 0,0 2-19,-1 12 0,1 0 50,2-8 1,2 4-48,5 1-12,9-13-11,6 33 6,12 8 10,-1 4-8,-1 9 1,3 4 63,18 14-81,-15-2 1,-1 2 8,-16-5 0,-2 4-6,4 17 1,-6 2-1,-4 4 0,-10 8 1,-5-1 10,-11-7-1382,-7 0 0,-2-2 1399,-6-7-11,-5 5 221,10-24-75,8-19-85,-2-11-27,5-21-26,5-1 1,2-1-3,2-19-123,4 9 1,2 1 122,13-13-6,-7 23 1,1 0-4,0 4 0,1 3 3201,17-17-3220,-1 13 11,-6 13-17,17 6 6,-9 12 11,20 9 22,-18 5-36,-8 7 0,0 5-19,8 19 191,-14-18 1,-2 3-355,-2 13 0,-4 1-440,-6-11 0,-1 1-1641,3 16 1,0 1 2276,-4-15 0,-2-4 0,3 11 0,-3-22 0</inkml:trace>
  <inkml:trace contextRef="#ctx0" brushRef="#br0" timeOffset="362278">5387 9353 23719,'-22'-26'638,"4"6"-588,18 20-89,0 0 34,0 3 5,0-1 0,0 1 0,0-1 711,0-1-767,0 1 22,1-1 45,1 2 62,10 3-34,2-1 29,11 1 49,7-4-55,-10-3 0,3-2 151,-8-11-146,-6 4 107,7-23-107,-13 14 67,3-32-72,-12 17-12,-2-12-16,-8 17-34,-12 9-11,6 10 11,-15 5-12,10 12 18,-19 30-12,20-11 3,6 3 1,4 2-4,7 11 6,2 1-31,23 13 1,10 0 7,10-5-234,-13-18 1,3 4-1,0-8 117,30-3 0,-5-12-151,-5-13 185,-6-14 44,-4-14 46,-2-11 4,-4-11-194,-6-8 268,-8-1 703,-7-2-647,-6 19-57,-4 10 204,-3 18-226,-1 9-118,1 2-16,1 8 84,3 7 11,1 3 265,9 14-276,2 1 34,4 14-12,0 13-3403,-7-7 3397,-4-3-10,-7-13 5,-3-13 78,1-3 40,-1-9 212,3-13-279,0-11-35,0-5 1,0-16 3358,4-4-3372,2 6 0,2 0 3,4-13 13,2 11 1,0 4-20,-2 8 28,7-12 11,-11 25-45,10-1 6,2 7-11,12 7-6,-6 2 6,11 12 0,-4 5-6,8 11-5,-4 5 39,-7 12 5,-12-11-22,-7-6 17,-9-16 128,-2-14-38,0-1-57,-4-12-16,-2-10-29,1-3 18,1-16 22,22-6-34,6-1-6,9 3-2,-7 22 0,2 3-3378,12-4 3375,11-2-2297,10 11 2286,-29 9-11,4 8 0,-1 4 11,3 14 16,7 8 1,-13 15-37,-18-12 0,-2 2 3,9 22 17,-11-23 0,-1-3-28,0-2-17,0-8 2224,1-4-2224,8-2 3368,13-13-3307,3-15 12,13-18 113,-13-1-128,-7 4 1,1-2 31,8-11 67,3-2-40,-21 21-22,-15 17 23,-3 4-51,0 1-11,0 3-22,-3 11 16,2 7 6,-2 15-11,8 6 11,2-5-1688,8-7 1,3-2 1687,7 1 5,2-2 1,4-3-362,2-9 1,0-3 372,22 8-9,-18-10 1,0-6 97,10-12-66,-8-1 122,8-32-61,-30 4 2970,2-8-2937,-17-10-89,-6 27 1149,-12-19-1155,-6 24 12,-18-6-63,1 13-4,1 3-287,-12 12-442,22 4 745,-33 13 0,42-8 0,-10 5 0</inkml:trace>
  <inkml:trace contextRef="#ctx0" brushRef="#br0" timeOffset="364635">8229 9020 16669,'0'-9'3852,"0"2"-3430,3-23 1,2-3 1021,0 8-1090,0-11 1,-1 4-422,-4 23 23,-12 20 368,-29 37-328,6-4-82,2 1 0,0 6 193,6 4 0,3 1-109,3-11 0,3 4 63,4 4 1,3 5 0,6-5-35,9-6 1,5-2-46,1-3 1,2 2-1,2-4-437,6-4 0,5-5 259,14 2 1,5-5-237,-1-11 1,4-4-1011,2-2 1,6-2-1,-3-2-1082,5-1 1,-1-4 2498,-6-3 1,2-2-1,-10 0 1,1-3-1,-1-2 1</inkml:trace>
  <inkml:trace contextRef="#ctx0" brushRef="#br0" timeOffset="364886">9045 8842 19288,'-6'-6'3288,"2"1"-3092,4 5-73,0 0-50,49-22-11,-3 42-774,0-14 0,1 6 734,-8 24 1,-5 6-18,-4-9 1,-4 4-40,-7 5 1,-3 6-1,-3-4-103,-4-7 0,-4 1-3140,-6 21 0,-6 8 0,-1-10 2882,1-21 0,-2-2 1,-8 17-1,2-7 0,7-28 1</inkml:trace>
  <inkml:trace contextRef="#ctx0" brushRef="#br0" timeOffset="366030">85 11000 8158,'0'-4'420,"25"-13"0,13 0-1720,5 6 1798,10-2 1,13-2 0,0 3-724,-13 7 1,0 4 0,4-1 695,-7 0 1,6 0-1,2 0 1,-1 0 0,-3 1-510,0 0 1,-4 0 0,2 0 0,7 1 267,-6 0 0,7 0 1,3 1-1,2-1 1,-1 1-1,-4-1 1,-4 1-551,7-1 0,-6 1 1,1 0-1,10 0 393,-20-1 0,4 1 1,5 0-1,2 0 0,3 0 1,1 0-1,1 0 0,-1 0 1,-2 0-1,-2 0 1,-4 0-124,4 0 1,-3 0 0,-2 0 0,0 1 0,-1-1 0,2 0-1,1 0 1,4 0 94,-2 0 0,2-1 1,3 1-1,2 0 0,0 0 1,1 0-1,-1 0 1,0 0-1,-2 0 0,-2 0 1,-3-1-29,5 1 1,-4 0 0,-1 0-1,-1-1 1,-1 1 0,1-1 0,2 1-1,2-1 21,-3 0 0,1 1 0,2-1 0,0 0 0,2 0 1,-1 0-1,0 0 0,-1 0 0,0 0 0,-2-1-13,0 0 1,-2 1-1,-1-1 1,-1 0-1,1 0 1,0 0 0,2 0-1,2-1 1,3 1 8,-10-1 1,3 1 0,1-1 0,2 1 0,1-1-1,1 0 1,0 0 0,1 0 0,0 0 0,0 0-1,-1 0 1,-1 0 0,-1 0 0,-1 0-19,4 0 1,-1-1 0,-1 1 0,0-1 0,-1 1 0,0-1-1,0 0 1,0 1 0,1-1 0,0 0 0,1 0 0,1 0-11,-5 0 1,3 0 0,0 0 0,1 0 0,0 0-1,1-1 1,-1 1 0,0 0 0,0-1 0,-2 1-1,0 0 1,-2 0 0,-2-1 0,-2 1-4,9 0 0,-3-1 0,-2 1 0,-2 0 0,-1-1 0,1 1 0,0 0 1,3-1-1,2 1-72,-4 0 0,2-1 1,3 1-1,1-1 1,1 1-1,0-1 0,-1 1 1,0 0-1,-3-1 1,-1 1-1,-4 0 1,-3 1-372,13-2 0,-5 1 0,-4 0 0,-1 1 0,2-1 0,6 0 440,-5 0 0,6 0 0,3 0 0,2 0 0,-1 0 0,-2 0 0,-4 0 0,-7 1 0,-7 0 0,10-1 0,-11 1 0,0 1 0,-1-1 0,0 0 0,1 0 0</inkml:trace>
  <inkml:trace contextRef="#ctx0" brushRef="#br0" timeOffset="367345">11072 9000 16644,'-58'2'674,"0"0"0,8 0 0,11 0-1077,26-1 274,17-1 409,18 0-129,30-3-112,-10 1 1,3-1-348,-2 1 0,2-1 317,9 0 0,5 0 1,-6 1-331,-10 0 1,0 0 279,10 1 0,6 0 0,-11 0-26,0 3 251,2 12-21,-54 0 45,-39 23-136,-1-11 1,-8 1-566,-1 2 1,-4 1 522,11-6 0,-3 0 0,3-1 12,-8 4 0,4-2-37,13-6 1,4-1 645,-16 18-511,42-22-23,8 1 174,60-21-235,-28-3 0,4-2-359,18-6 1,2-3 372,-5-3 0,-3-3 105,-2-3 0,-5-1-105,-10 6 0,-3-2 75,-2-14 1,-6-2-312,-7-14 208,-9 16 0,-6 1 37,-20-12-18,-6 17 135,0 16 0,-2 3 281,-11 0-253,-9-2 899,17 10-1117,20 5 1426,1 0-1471,14 15 396,4-3-329,28 32 6,7-7-34,-9-7 0,1-1-99,-9-7 1,-1 0 58,8 12 1,-4 3-364,-6 19-561,-13-12 1,-6 1-2665,-19 16 3628,-2-23 0,-2-5 0,1-6 0,1-1 0</inkml:trace>
  <inkml:trace contextRef="#ctx0" brushRef="#br0" timeOffset="377845">12822 8697 22235,'-42'-22'112,"0"0"0,1 0 0,-8 3 0,-2 5 0,8 9-84,-14 32-998,18-8 1,4 3 936,2 9 529,22 14-462,17-23 8,13 2 0,7-2-14,10-5-3,5-2 0,5-1-232,3-4 0,1-2 213,1 1 0,-1 1-1,5-1 1,-5 0-34,8 5 88,-28-2-32,-18-3 1018,-21 5-990,-15 3-6,-6-1 1,-5-1-26,-1 0 0,-2-2-569,-10 4 1,-1-3 551,15-5 0,2-1-36,-3-1 0,2-3 219,-4 0-4656,5-5 3731,18-2 0,11 0 0,3 0 1</inkml:trace>
  <inkml:trace contextRef="#ctx0" brushRef="#br0" timeOffset="378262">12981 8774 10306,'4'-12'4028,"-1"3"-489,-3 9-3667,0 0 1570,11 18-1414,-2-4-11,12 15 11,3-8 0,3-1 854,3 2-882,8 1 0,2-3 5,-10-10 1711,1-3 0,1-3-1627,2-13-38,6-1 189,-5-28-55,-17 5-101,1-9 319,-10-7 152,-5 21 0,-1-6-382,-3 20-66,0 8-202,0 8 55,0 4 40,0 14 28,0 24-16,1 10-7,-1-16 1,0 2-157,0-3 0,-1 1 100,-1 3 1,-1-1-59,0-8 0,1 1-984,-2 11 1,0-2-381,1-2-4699,5 23 6172,4-42 0,0-4 0,-1-11 0</inkml:trace>
  <inkml:trace contextRef="#ctx0" brushRef="#br0" timeOffset="378851">13848 8961 20626,'-6'-50'901,"0"0"1,4 9 0,-4 7-33,-10 16-931,10 15 274,5 9-178,1 10-23,5 12-5,5 9 16,6 8 0,4 1 1,-4-9 108,3 8-115,-12-21 426,2 5-123,-7-18 186,-1-6-309,-1-7-28,-4-18-123,1-6-12,0-20-16,9 1 0,8 1 11,11 8-17,-2 12 0,18 6-28,-6 13 12,21 8 10,-1 11-5,-25-2 0,-1 2 0,0 2 0,0 1-99,0 0 1,-2 1 120,24 16-11,-8-9-11,-8-10 40,-4-10 27,-3-16-17,2-16-16,-5-6-1629,-3-16 1,-3-5 1606,-1-5-1,-7 17 0,1-7 0,-4 4-256,-3 2 0,-4 2 287,2-7 0,-3 0-102,-4 7 0,-2 4 167,-9-16 16,-3 20-84,3 18 2887,6 10-2920,6 12 1011,2 14-1028,9 21 5,-1-12 1,2 2-329,7 9 0,2 1 323,4 5 0,4 2-15,2 2 1,3-1-3,1-1 0,0 0-861,0-3 0,-2-3 749,-7-12 0,-2 1-944,3 7 0,-3-2-3481,-1 5 4565,2 8 0,-16-34 0,-5-12 0</inkml:trace>
  <inkml:trace contextRef="#ctx0" brushRef="#br0" timeOffset="379351">14794 8809 23231,'50'-22'-15,"1"0"1,-1 0-1,-1 2 1,1 1 0,-2 5-14,16 8 0,-1 5-699,-3-3 0,0 0 713,-4-1 0,-3 1 5,-6-2 1,-2 1 13,-7-1 1,-3 0 117,13-6 438,-22 2-522,-28 1 253,-23 1-180,-19 2 129,-10 2 61,-3 7-184,16 2 44,-6 18-128,23 3 718,-5 17-696,19 1 40,16 0 21,16-1 18,19-7-29,12-8-351,7-13 447,-1-11 50,-4-16-14,-27-3 0,-2-4-75,8-10 27,-6-12 163,-17 3 123,-4-9-202,-1 4-16,-4 3-163,-3 25-17,0 7-145,-2 10 45,0 4 16,-3 28-22,4 8-14,2-9 0,2 0-137,5 19-835,10-9 1,3-2-878,7 2 1891,7 1 0,0-3 0,-12-18 0,13 8 0</inkml:trace>
  <inkml:trace contextRef="#ctx0" brushRef="#br0" timeOffset="380098">16456 8806 17232,'18'-50'2078,"0"-1"0,-3 7 1,-4 8-1732,-9 16 50,-12 9-374,2 12-1,-12 11 12,-4 25-364,4-3 333,6-3 0,1 3-37,0 22-1981,5-6 1,1 0 1661,2-15 0,1 1-1501,-3 27 0,-1-2-462,1-28 0,-1-2 2316,-6 14 0,-2-3 0,1-8 0,-3-13 0</inkml:trace>
  <inkml:trace contextRef="#ctx0" brushRef="#br0" timeOffset="380285">16250 8939 15373,'11'-54'2199,"0"0"0,-1-1 1,-4 10-1656,-8 27-29,0-5-493,2 28 51,9 10-23,14 17-27,5 1-1,8 3-73,-1-9 1,4 1-978,6 3 0,3 0-2249,-12-7 0,2 1 0,-3-2 2460,9 5 1,-5-4-1,-1-2 1,-28-15-1</inkml:trace>
  <inkml:trace contextRef="#ctx0" brushRef="#br0" timeOffset="380846">18385 8616 18442,'-4'-8'1882,"-15"-27"1,-5-4-1368,-4 8-342,-3-10 1,-3 4-833,-12 20 720,7 9 56,-20 16-89,20 7-28,-6 5 212,17 11-195,18 1 22,23 25-16,16-1 24,7-16 1,9-2-1174,4-4 1,4-3 1136,1 0 0,-1-2-8,-3-3 0,-4-3 256,5 9-214,-29-1 194,-36-2-200,-13-5-28,-17-4 1,-9-2-968,8-5 0,-2-2 961,-7 3 1,-3-1-26,-7-5 1,5-5 679,26-5 0,2-2-733,-8 2 0,4-4-641,7-20-5525,41-10 5636,8 3 1,4 4 0,-6 19 0</inkml:trace>
  <inkml:trace contextRef="#ctx0" brushRef="#br0" timeOffset="381985">18995 8660 18705,'-51'-12'804,"0"0"1,3 3 0,4 5-413,-7 14-140,5 10-78,8 7-90,8 5-56,10-5 22,7 14-15,10-21 77,13 22 0,5-22 95,14 4-78,-6-15 16,1-4 359,14-11 40,3-12-253,6-7-45,-9-14-39,-15-1-117,-8 6 240,-3-14-195,-8 26 280,2-10-309,-6 25-117,1 1-101,-1 8 78,0 7 40,1 9 0,1 3-6,9 25-6,4-12-5,9 17 0,-5-21-34,10 5-45,-9-18 0,5 1 68,-10-13-62,6-17 61,-1-6 29,13-17-1,0-7 23,-13 13 0,1-2 39,-3 3 1,0 0 56,12-22-52,-14 22-195,-12 19-45,-3 9 123,-1 10 50,0 10-10,0 12 16,0-2-28,0 16 28,1-18 6,0 6-6,0-18 62,1-8 118,0-5-56,3-8-124,1-1 39,7-16 6,5-15-39,-3 4 33,9-26-5,-12 31-17,4-9-28,-5 21 0,3 7-5,5 6-12,8 4 11,-1 2-16,20 14 16,-15 2-5,13 13 5,-16-1 18,-8 1-29,-8-3 22,-5-7-10,-3-7 10,-2-7 102,-1-5 61,1-3-90,1-3 17,8-14-61,1-6-6,9-16-22,1 4 5,-1 3 11,-4 10-11,-6 10-27,-3 6-12,-5 4 5,2 4 18,5 3 16,9 6-17,8 5-11,7 4 23,-5-4 11,20 6-6,-14-11 17,13 2 50,-14-15 34,-7-11-11,-7-12-34,-5-10-16,-6-7-18,-2-6 18,-5 3 55,0 6 29,-2 11-40,-1 12-34,-1 8-61,-1 5-5,-1 5 5,-4 6-28,-2 10 17,-1 12-40,3 13-78,10 12-277,5-24 0,5 1-2923,5 2 1,7-1 3328,11 3 0,2-5 0,6 6 0,4-9 0</inkml:trace>
  <inkml:trace contextRef="#ctx0" brushRef="#br0" timeOffset="382817">22056 8681 17804,'8'-47'1228,"1"-1"0,-1 0 0,2-10 0,-1 4-884,-5 16 1,-1 3 209,-3-12-117,-17-6-269,-25 26-129,2 14-11,-13 18 17,9 17-17,2 13-576,17-10 0,3 4 548,4 2 0,4 1 0,3 3 0,5 0 63,5-1 0,4 0-46,5-1 0,4-2 2,6-2 1,5-4 16,4-2 1,3-5 10,4-4 1,2-5 10,2-3 1,0-6 11,0-5 0,-1-5 8,-1-4 1,-3-4-189,-2-5 0,-3-3 174,-3-3 1,-3-2 58,-3-8 1,-2-1 27,-6 9 0,-2 1 185,4-29-202,-10 36 784,-3 10-935,-2 11 146,-6 8-129,-4 13 430,-4 15-436,2 13 6,4 9 17,10 2-6,6-24 0,2 0 6,4 10-6,19 10-27,-9-35 38,6 0 68,6-20-23,3-15 22,12-16-187,-24 7 0,-1-4 156,2-14 1,-2-3-458,-8 14 0,-2-2 413,4-16 0,-3 1 53,-2-9-25,-6 24 0,-2 1 188,-2-25-84,-4 24-96,-1 9 233,-1 18-272,3 6 864,0 8-864,9 22 28,7 16-33,5 7-408,-4-14 0,2 2 385,-1-3 1,0 0-18,6 12 1,-1 2-7,-1-3 1,-2 1-227,-5 5 0,-3-2 42,-5-17 0,-5-1-686,-8 9 0,-8-4 888,-9-12 1,-3-5 0,-4 12 0,-8-7 0</inkml:trace>
  <inkml:trace contextRef="#ctx0" brushRef="#br0" timeOffset="384069">25314 8450 14610,'-4'-43'955,"1"-1"1,-1 1-1,1-4 1,0 0 0,2 6-374,3 6 0,2 1 65,2-11 1,2 1-21,5-14-420,0 14 676,-7 31-905,-4 12 328,-1 22-250,0 13-28,-1-3 0,0 2-517,-2 6 1,0-1 507,2-5 1,-1 0 27,-1 8 1,2-1 130,9 18-161,-1-25 0,3-1 86,7-3 1,3-5 159,16 4-106,-1-10 151,-4-27-95,6-24 1024,-7 1-1162,-5-6 1,-1-5-130,-11 14 1,-1-1 69,5-13 1,0 0 11,1-12-14,-9 23 0,-1 3-42,-2-1-22,1-1-308,-8 21-2253,0 11-1113,4 15 3724,12 7 0,-8-2 0,7-6 0</inkml:trace>
  <inkml:trace contextRef="#ctx0" brushRef="#br0" timeOffset="384503">26273 8011 23141,'-44'-28'358,"1"0"1,1-1-1,15 13-296,29 24 56,16 15-68,5 12-5,13 17-37,-19-19 1,-2 1-9,-3-4 0,-2 0 5,6 27 1,-12-9-28,-4-23-359,-8 19 79,2-24-611,-11 10-673,4-21-3930,-3-12 3068,7-6-1153,6-26 2693,11-8 998,-1 12 0,2-3 234,2-3 1,2-1 1716,4-7 1,0 1-1123,-3 5 0,-1 3 329,8-20-256,-11 25 195,-9 23-711,-3 4-313,-7 10 22,-11 14-45,-16 17-96,12-11 1,-1 1-14,4-3 1,-2 1-16,-6 10 1,-1 3-36,0 6 0,1 1-732,6-8 1,0 2 750,-4 19 0,6-5 0,10-20 0,2 10 0</inkml:trace>
  <inkml:trace contextRef="#ctx0" brushRef="#br0" timeOffset="384911">26626 8097 20078,'0'-6'3573,"0"1"-3074,0 5-415,-12-19-17,9 24 23,-4-13 22,18 29 44,10-4 18,7-7-6,7-9-28,2-13-6,-1-11-4,-7-11-18,-10-7-6,-10-4 6,-11 2 23,-11 6-74,-3 13 169,-26 6-96,8 13-27,-17 7-57,14 11-50,12 4 11,-2 22 0,16-3-22,6-1 0,2 2-310,8 11 281,3-9 1,4-1-644,14 18-359,-7-21 0,2 0-2274,4-2 1,2-2 3315,-1-5 0,-1-3 0,10 6 0,-14-16 0</inkml:trace>
  <inkml:trace contextRef="#ctx0" brushRef="#br0" timeOffset="385918">27684 7719 18924,'-1'-53'1213,"0"0"1,-1 5 0,-6 10-889,-23 19-280,4 9 39,-22 11-40,13 13-10,-20 13 0,9 12-15,24-17 1,2 2-3,-11 16-6,15-8 0,5 1 51,4 14 44,9 16 28,19-19-10,16-12-35,9-9-38,-6-10 161,13-8 52,-26-8 4,2-5-133,-21-5-74,-17-2-38,-13 3 16,-15 3-5,-11 6-23,-5 10 0,3 9-5,7 8-1,13 8-22,12 4-16,11 7 27,17 3-5,15 3-9,-4-25 1,4-1-257,5 0 0,3-3 203,4-2 0,1-3-14,2-4 1,1-3-10,1-3 1,0-4 36,0-4 1,-1-3 49,-2-3 1,-2-3 19,18-11 22,-21-2 1,-4-3 45,5-14-9,-12 12 0,-1-1 120,0-15 45,-9 5-95,-6 14 348,-7-4-213,-2 18-186,-2-2-89,0 12 474,-1 12-474,0 3-6,-11 37 6,3 2-11,4-11 0,1 3-222,2-3 1,2 0 235,1 2 0,2-1-34,0-1 0,3 0-87,2-2 1,1-2-144,2-4 1,1-1-569,12 17-151,5-18 145,0-17 308,3-36 505,-11 1 27,-8-8 1,-3-5 13,-5 3 1,-2-3-323,-3-11 1,-2-3 487,-3-5 1,-2 0 63,-3-1 0,-2-1 45,-1 2 0,1 0 14,1 2 0,2 1-98,2 4 0,3 2-118,3 6 1,4 1 155,11-23-254,15 15-11,22 16-28,-15 19 1,3 5-71,6 4 0,2 6-386,4 4 1,-1 6-369,0 5 1,-3 7-2456,-5 5 0,-5 3 3324,-8 0 0,-5-1 0,0 12 0,-13-18 0</inkml:trace>
  <inkml:trace contextRef="#ctx0" brushRef="#br0" timeOffset="386296">27859 8214 11738,'-8'0'9404,"1"0"-8435,7 0-627,0 0-594,75-65-1283,-42 51 1,3 1 796,6-11 1,5-6 0,1 7-3139,13 7 0,-1 7 694,-8-3 0,-2 1 3182,-9 2 0,-5 0 0,11-4 0,-25 4 0,-4-2 1019,-1 2 6581,-2-9-2249,-7 4-2847,0-6 503,-5 5-2033,-1 4-442,-3 4-476,-3 7-28,-1 4 12,-3 6 27,-11 28-39,6 5-23,3 2 1,3 3-312,3-8 1,2 0 274,1 0 1,1 1-135,1-2-1,0-1-718,2 20-50,-2-25 0,0 1-2852,0 18-3316,1-18 2773,3-18 4329,2-14 0,-1-3 0,-2-3 0</inkml:trace>
  <inkml:trace contextRef="#ctx0" brushRef="#br0" timeOffset="386446">28640 8179 12006,'10'-47'1720,"1"-1"1,-1 1 0,1-9 0,-1-1 0,-2 5-931,-4 7 0,-1 2-670,0-1 1,2 1-26,-1-2 0,6 6-269,21 4-190,15-1 28,-13 26 0,3 7-342,0 8 1,0 4-1457,1 4 0,-2 5 1368,-1 8 1,-4 2 0,4 3 0,-13 2 0</inkml:trace>
  <inkml:trace contextRef="#ctx0" brushRef="#br0" timeOffset="386612">28735 8096 11568,'-8'1'8117,"2"0"-6739,6-1-1003,0 0-558,-1-13 26,18 5-750,12-5 0,6-1-1911,1 6 1,2 3 2817,12-4 0,-3 1 0,1 2 0,-23 3 0</inkml:trace>
  <inkml:trace contextRef="#ctx0" brushRef="#br0" timeOffset="386995">29226 7962 12785,'-3'-2'6951,"1"1"-3030,2 1-3641,-13-5-224,17 2 34,5-5-29,30 1-28,-5 0 1,1-1 22,25-12-361,-26 6 0,-2-2 333,4-9 17,-1-12 61,-14 0 18,-6-4-102,-18 6 6,-20 9-17,-14 13 62,-18 5-17,8 10 627,1 3-666,-2 18-17,26-7 33,-17 22-21,26 7-24,2-6 1,15 22-134,29-7-46,-2-9-324,-1-14 0,5-2-736,-7-10 1,2-3-3666,19 5 1,1-1 3785,-18-8 0,-2-1 0,31 4 0,-49-13 1</inkml:trace>
  <inkml:trace contextRef="#ctx0" brushRef="#br0" timeOffset="387465">30289 7879 19126,'-52'-30'1167,"0"-1"0,4 3 0,2 9-943,-13 25-140,15 4 61,-2 17 57,12 12-124,8-6 62,6 20 185,31 8-224,0-17 2,7-9 1,3-3-20,8-7 11,9-2 0,4-2-61,8-1-576,11-3 1,1-4 586,-5-7-3,-3-5 0,1-4-225,-18-4 1,-1-4 246,19-13 0,1-6-22,-8-1 0,-2-5-532,-11 4 1,0-3-1,-5 0 496,1-4 0,-6-3 19,0-14 0,-6-4-3,-13 17 1,-4-2-1,-2 1-19,-1 0 1,-1 0 0,-3 0 18,-4-3 1,-2-1 0,-1 5 19,-4 4 0,-3 5 148,-6-4 1,0 5-12,-3 2-106,-7-4-73,20 25 931,3 15-948,4 15 6,-2 23 25,6-13 0,3 5-14,3 24 0,2 2-1198,0-17 0,0 2 1183,4 2 0,1 4 0,0-4-52,3 3 0,2-1 5,2 10 1,1 1-295,-1-7 0,1-3-347,-1-6 1,0-3-21,0-7 1,0-3-2157,16 16 2879,0-20 0,-14-15 0,-4-10 0</inkml:trace>
  <inkml:trace contextRef="#ctx0" brushRef="#br0" timeOffset="387602">30715 7716 16275,'-3'-7'4307,"0"1"-4279,3 6-84,61-55-969,0 44 818,-19-3 1,4-4 0,-5 7 0,20 16 0,-5 6 0</inkml:trace>
  <inkml:trace contextRef="#ctx0" brushRef="#br0" timeOffset="389452">3550 12309 18638,'-3'-4'494,"0"1"-2329,31-14 0,29-10 1,-7 4 1828,-21 10 1,1 1-50,13-7 0,10-6 1,0 2-1,-10 4 420,-10 8 1,-2 2-366,12-4 0,6-2 0,-9 2 0,4-1 0,-7 2 0,1 1 0</inkml:trace>
  <inkml:trace contextRef="#ctx0" brushRef="#br0" timeOffset="389646">4112 11949 21780,'-2'46'-28,"1"0"0,-1 0 0,-1 2 0,0 0 0,1-3-415,0 5 1,0-4-1495,-2 1 1,1-2 1936,2-4 0,1-4 0,0-1 0,0 15 0</inkml:trace>
  <inkml:trace contextRef="#ctx0" brushRef="#br0" timeOffset="390186">4097 12825 22790,'7'-50'26,"-1"0"1,14 10 0,8 1-1,3 7-51,6 11 0,5 4-1029,2-3 0,3-2 0,-3 1 1009,-2 1 1,-2 0-83,-2 0 0,2-3 0,-4 0-1160,-1-1 1,-1 0 1269,6-5 0,-1-1 34,-9 1 0,-4 0 1140,-4-4-1056,3-6-1533,-20 8 1606,-5 16 997,-3-11-365,-1 2 1715,2 3-2029,0-9-15,2 9-46,-1-2 3560,-1 1-3694,1 9-101,-3 2-73,1 6-89,-2 1 50,-5-5-50,3 3 50,-7-8-56,7 5-17,-1-1 22,3 0-16,2 2 11,-2-5-22,1 5 16,0-1-22,2 6-67,0 1 17,2 11 38,0 12 12,5 21-11,3 20-334,-2-24 1,2 1 341,-2-6 0,0 1-11,7 20 0,2 1-34,-4-17 1,1-1-29,2 8 1,2 0-572,5 2 0,2-3-331,-7-16 1,1-2 212,3 7 1,0-2-7223,16 7 7987,-15-24 0,-4-2 0,-9-10 0</inkml:trace>
  <inkml:trace contextRef="#ctx0" brushRef="#br0" timeOffset="390331">4682 12357 23842,'34'-30'-1190,"1"0"0,0 0 1,2 1-1,3 3 0,0 5 1190,18 7 0,-2 6 0,-17 1 0,-4 2 0,7-1 0</inkml:trace>
  <inkml:trace contextRef="#ctx0" brushRef="#br0" timeOffset="390812">7255 12289 23875,'-37'-41'198,"0"0"0,1 5 0,2 13-170,1 29 14,5 8 0,1 4-42,-9 14 3,13-8 0,2 3-720,1 22 717,14-9-53,14-10 1,6 0 64,19 7-18,-4-11 0,4-1 6,0-9 0,0-2 0,20 5 56,-1-3-11,-36-9 22,-17 4 502,-38 0-558,4-4 1,-3 1-10,-9 1 1,-2 0-359,-3 0 1,-1-1 338,4-1 0,1-2-22,6-1 0,3-1-381,-18-4-2739,23-6 3159,20-3 0,11 3 0,3 2 0</inkml:trace>
  <inkml:trace contextRef="#ctx0" brushRef="#br0" timeOffset="391528">7551 12043 25040,'-18'55'22,"0"0"1,2-17-1,3-1-19,12 15 0,6 0-665,-2-16 1,2-2 619,3 10 0,3-1-59,1-3 0,5-2-2149,7 0 1,1-4 1594,10 8-80,10-6-1432,-32-28-880,-10-7 717,-24-14 2027,-16-14 1390,-10-11 1013,3-6-408,13 10 1467,5-13 1454,15 20-3980,0-9-392,9 13-191,13 1-38,16-2-12,8 4 0,7 2 0,5 0-709,-10 5 1,0-1 713,17-4 1,0-1 5,-14 6 0,-4 1 0,14-6 12,-12 5 83,-24 7-50,-2 2-28,-12 3 23,-7 6 122,-8 3-38,-2 3 1584,-10 7-1445,-4 10-195,3 2-57,3 12 6,17-5-11,18 1 28,16-4 5,6-18 1,3-3-7,18 2-363,-17-9 1,0-2 413,-2-6 1,-2-2 145,15-7 78,9-11-167,-34 3 161,-14-23-218,-18 5-61,-12-21-23,-6 18 28,1 11 1,-3 3-1,-16-1-11,1 9 0,-1 4-34,-2 7 694,-11 11-705,35 19 0,12-7-106,-2 22-488,23-5-1019,13 12-42,-3-21 0,5-1-2951,7 0 0,3-3 4623,-1-2 0,-2-3 0,14 2 0,-20-9 0</inkml:trace>
  <inkml:trace contextRef="#ctx0" brushRef="#br0" timeOffset="391879">8617 12265 22576,'-32'-46'888,"1"0"1,7 6 0,2 10-788,1 23-50,16 12-35,14 9-10,14 11 5,4 1-4227,10 2 4255,11 3-17,4 4 391,-14-7 1,-2 3-358,4 14-16,-10-2 45,-48-19-17,-19-18-7,-15-1 12,-5-12 17,7-7-1,11-11 3364,19-5-3441,16-5 34,12 8-35,39-13-50,6 16-745,3 5 0,4 3 635,-22 7 1,1 2-1905,23 0 0,0 1 969,-21 4 1,0 2-1631,10 0 0,-1 2-409,-13-1 1,-1 1 3122,-1 2 0,-4 1 0,-8-1 0,-3 0 0</inkml:trace>
  <inkml:trace contextRef="#ctx0" brushRef="#br0" timeOffset="392386">9475 12245 9472,'5'7'8883,"-1"-2"-5488,-4-5-2555,0 0-31,-60 31-691,45-22-79,-20 8 0,10-3 564,29-12-305,7-4 975,10-5-1150,8-8 11,10-17-94,-12 7 38,-9-8 0,-3-1-22,-7 5-16,4-21 60,-13 29-38,-7 5-28,-21 2-12,3 9 28,-28 13-38,13 10-1,-7 12 6,9 20 5,20-3-22,10 1-11,25-4 16,17-12 6,-7-13 1,6-1 27,19-2 0,6-5-152,5-3 0,2-4 148,-17-6 0,1-2 1,-3-2-11,5 1 0,-6-5 34,-5-7 0,-8-6 131,-5-31-145,-6 7 0,-14 8 0,-4-2 5,-13-21-206,4 25 1,-3-1 211,-2 5 0,-3 2 84,-4 2 0,0 3-79,-3-2-5,-4 8-56,22 18 289,1 7-289,10 9-11,24 28 11,-1-8-612,11 8 1,3 0 599,0 1-24,-1 0 0,-2 2-104,-10 0-784,-15 6 0,-11 3 546,-22-10 0,-4-2 1,12-3-1,-2-3 0,-11-10 1,0 0-1</inkml:trace>
  <inkml:trace contextRef="#ctx0" brushRef="#br0" timeOffset="393479">12159 12202 17776,'-9'1'5954,"2"0"-5571,-26-10 1,-3-5-82,14-2-78,-18-8 0,4-3-61,26-5-15,3-8 1,0-4-88,4 7 1,0-1-411,-1-19 0,1-4 418,0 17 0,0-1 0,-1 3-41,1-2 0,-1 0 45,-3-12 0,-3 5 84,-5 10 84,1 5-247,0 21-27,5 25 50,-3 19-12,2 6-16,3 12 0,3 5-1015,4-6 1,1 0 1022,0 10 1,3 4-15,6-12 0,5 4 0,1-1 1,-2-6 7,1 2 1,1 0-18,1-1 1,4 6 0,-1 0 0,-3-10-20,-2-6 1,-1-2-122,7 19 1,-1 3-357,-9-7 0,-2-1 312,-1-3 0,-2-1-51,-6-2 1,-6-6-412,-17-5 6,-20-33 296,-12-27 339,30 11 0,0-3-287,-4-8 1,-2-4 0,1 1 353,-4-6 1,0-1 28,3 3 0,-3-3 1,2 3 93,-5-6 1,2 3 612,4 5 1,2 3-675,4 7 0,3 2 747,-9-11-901,18 8 44,25 0-49,30-8 21,11 4-556,-9 8 1,8-1 0,-3 1 586,-5 2 1,2-1 15,6-3 0,8-4 0,2 0 0,-7 0-429,-8 4 1,-5 0 0,2-2 436,0 0 1,4-1-1,-2-1 1,-5 2-93,8-8 0,-7 0 172,0-7 0,-7 1 90,-8-5 49,3-11 135,-25 28 2222,-4 11-2484,-2 9 2238,0 6-2356,0 6 448,3 25-403,6 9-29,-2-5 1,2 2-1,1 3 1,1 1-438,-1 4 1,1-1 439,-3-7 1,-1 0 16,-1 18 0,-3 0 28,-5-18 0,-1 0-347,-2 14 0,-1-2 350,-9 10 34,4-25 247,6-17-80,6-21-206,6-14 901,15-26-947,5 2-2688,8-6 2694,-9 26 6,8 7 0,-9 12-6,4 2 6,2 5-6,0 2-5,26 0 10,-1-7-19,-19-1 1,1-4 35,2-5 1,0-5-107,-2-7 0,-2-3 120,-2-1 1,-4-2 2,-7-2 1,-6 0 140,-4-27-130,-11 23 62,-11-1 45,-3 24 3153,1 1-3209,1 6-67,7 7-40,1 12 442,2 12-469,5 19-68,8 16-235,-1-24 1,1 1-471,-1-6 1,3 2 794,5 5 0,3 4 0,-3-7 0,1 4 0,0-3 0,0 0 0</inkml:trace>
  <inkml:trace contextRef="#ctx0" brushRef="#br0" timeOffset="395335">15004 11687 24715,'-5'29'-11,"11"11"19,16 1 1,8 2 33,4-3 0,3-4-321,-1-1 1,1-4 398,-3-9 1,-3-6 464,6-7-344,-13-22-146,-7-20-45,-2-25-347,-8 21 0,0-2 311,0-4 0,-1-2-3,0-1 1,1 0-1,-1 3 0,1 2-11,5-20-37,3 30 1,4 4-356,24 10 140,5-3-395,-7 28 0,1 8 59,-12-3 0,0 2-188,13 8 0,2 1 274,-7-3 1,-2-1 182,-1-1 0,0-1 173,-2-2 1,0-3-76,25 4 232,-18-8 919,9-15-437,-19-8 369,8-9 180,-17-4 567,-9-1-903,-7-2 1,-11 3-488,-1 6 330,-17 0-376,4 12-127,-5 0-2,-6 14-49,6 9-1,-13 13 1,11-2-1,-10 23 23,20-12-17,-3 14 11,18-15 0,9-9 79,7-10 78,8-10 89,13-20-77,-5-6 38,2-17-11,-15 2-112,-7 8 107,-7 2 5,-3 14-196,0 3-67,-2 7 28,-4 9 28,-2 10 0,-3 12-28,4 10 6,7 5 16,13 1 18,4-11 4,9-13 1,5-4 6,26-2-298,-14-6 0,3-3 297,-5-11 1,0-4-1,-1-4 1,-2-4 5,-2-6 0,-3-5-9,-4-3 1,-3-4 2,-5-5 1,-3-2-7,-5-4 1,-2-3-534,-3-4 1,-3-2 538,-1-4 1,-2 0-9,0-2 0,-1 2 0,-2 3 0,-1 3-290,-2 7 0,0 5 299,-4-13-7,-7 17-77,7 25 503,-7 14-470,3 24 5,2 26 23,6-18 0,4 4 158,6 5 1,4 2-170,6 4 0,4 0-1,7 0 1,5-1-14,3-1 0,2-3-142,2-3 1,1-3 87,-2-4 1,-1-3-17,-4-5 0,-1-2-84,17 8 28,-6-22 117,-18-14-33,9-26 33,-11-6 45,6-16 421,-3-2-404,-5 1 969,-5 8-891,-7 9 112,-4 8-156,-3 14 33,-4 3-72,2 9-74,-2 0 68,2 5 279,3-2-257,1 4 1,1-4 39,0-1 50,-2-1-29,0-1-49,-1-4-12,1-4-11,0-3 0,-2 0 6,0 4-23,-1 3 0,0 3 6,0 1-28,0 10 5,3 2 6,-1 6-11,7 18 22,-2-3-11,7 28 0,-5-23 0,4 14 0,-4-25 11,2 4-22,1-10 39,-1-10 22,4-7-16,4-12 16,7-8-10,3-13-12,-4 1-6,-8-2 0,-2 0-10,-1-5 13,-1-4 0,-3-2 14,-5-1 0,-5-12-27,-10 25-24,-7 11-10,4 10-12,1 4-89,8 12-190,4 6-494,13 11-694,14 7-952,21 2 212,-17-16 1,1-1-1779,3-1 0,0-1-400,23 6 3571,-2-2 0,-34-13 0,-3 0 0</inkml:trace>
  <inkml:trace contextRef="#ctx0" brushRef="#br0" timeOffset="395895">18060 11383 25668,'-44'-34'1075,"9"6"-1064,34 28-22,1 0 22,5 0-11,6 3 23,9 0-23,3 2-3314,1-3 3359,-9-1-165,-3-12 148,-9 2 23,1-16-18,-3 6 29,-4-5-17,-1 5 3288,-7 4-3333,3 8 302,-4 4-302,1 9 0,-10 16 5,2 8-5,0 15 0,9-14 17,10 9-34,16-9 40,3 0-9,30-9 0,8-6 2,-2-3-9,-11-6 1,7-1 0,-7-3 9,11-9 5,-11-1 0,0-3-139,-12-1 1,-3-3 158,5-3 0,-2-5 30,-4-9 1,-5-5-37,-8 3 1,-4-2-29,-1 0 1,-3 0 8,-9-2 0,-3 2 33,-9-15 40,-9-6 106,-4 15-62,8 18-95,6 9-16,8 11-35,5 2 291,-1 6-285,14 21-11,9 13 12,8 9 16,6 3-37,-6-14 0,5 6 0,-4-4-506,-9-9 0,0 1 371,10 13 1,3 7-1,-11-6-553,-18-11 0,-7-2-3990,-7 11 0,-6-2 4704,-5-5 0,-2-4 0,-15 10 0,11-22 0</inkml:trace>
  <inkml:trace contextRef="#ctx0" brushRef="#br0" timeOffset="396486">20176 11174 23039,'20'-49'899,"-1"0"1,-1 3 0,-8 12-976,-13 26-73,-14 5 356,-15 17 68,-19 13-185,12 1 1,0 3-499,6-1 1,1 1 306,1-1 0,4 1 136,7-1 0,8 0-89,11 26 134,21-2-458,13-8 325,10-28 1,7-7-284,-11-6 0,1-2 372,8 0 1,0-3 72,-4-5 0,-3-7 126,-9-7 0,-3-4-98,-3-2 1,-2-3-52,-4-9 1,-6-1-25,-7-16-15,-14 12 1,-3 2-25,-5 2-9,-2 5 0,-4 4 500,-20 5-547,1 6-18,-3 14 23,21 12-257,-2 30-628,15 4-188,7-10 1,4 3-2390,8-3 1,5-1 3489,3-4 0,1-2 0,10 7 0,-9-16 0</inkml:trace>
  <inkml:trace contextRef="#ctx0" brushRef="#br0" timeOffset="396845">21016 11079 19308,'-4'-63'1475,"0"1"0,-1 6 0,-4 10-1212,-9 21 438,-10 14-690,9 29 0,-7 30-11,14-6 0,3 7-438,3-8 0,1 3 0,0 4 439,2 2 0,1 4 1,1 1-1,1-3-492,-1 1 1,2-3 0,0 4 492,2 4 1,2 4 0,-1 1 0,1-3-652,1 2 1,0-3 0,0 3 497,-1-4 0,-1 3 0,1 0 0,-2 1-241,0-1 0,-1 1 0,0 0 0,-1-4 39,-1 5 0,0-3 0,-4 2-217,-3-8 0,-3 2 0,-1-2 0,-1-8 492,0-1 0,-6-6 187,-20 20 0,-4-24-11,13-53 0,1-14-37,-2 9 1,2-4 39,5-23 0,6-6-33,5 1 0,4-4 410,3 5 0,1-3 0,1-1-224,1-1 0,0 0 0,3-1-213,0 10 1,2 0 0,0 0 0,3 3-7,3-3 0,1 4 1,4 1-33,9-13 0,5 3-29,5 8 1,4 6-31,-8 12 0,4 4-1708,23-2 0,1 4 1764,-22 12 0,-2 2 0,7-3 0,-4 2 0,-6 4 0</inkml:trace>
  <inkml:trace contextRef="#ctx0" brushRef="#br0" timeOffset="399102">22860 11134 15844,'17'-58'1603,"1"0"0,-1 1 1,2-3-1,-4 6-1164,-6 3 1,-7 9-121,-7 17 12,-12-3-169,-27 22-123,5 6-317,4 8 1,-1 5 288,-14 21 0,20-9 1,1 4-7,2 3 1,3 3-15,3 3 1,3 1 5,5-8 0,2 1-19,2 15 0,6 1-40,14 13 34,1-18 0,6-2 3,7-12 0,5-5-20,7-2 0,4-6 25,7-4 1,1-5 35,6-7 1,0-6-594,3-7 1,-2-4 623,-1-6 1,-3-5 19,-5-3 1,-3-1-267,-7-1 1,-4 0 287,-6 2 1,-4-1-9,-6 4 1,-2 1 270,2-23-217,-9 22 368,-5 7-514,-5 17 1289,-5 7-1272,-11 9 698,-9 10-709,-4 10-34,2 7 22,12 2 34,13 0-17,17-2 16,12-8 7,12-9 33,8-11 28,1-17-23,-8-5 248,6-31-91,-23 2-123,-8 10 1,-3-2 72,-9-26-84,-14 3-51,-4 14 12,-27 1-11,-4 24-34,1-1-51,-5 22 18,24 12-62,-5 14-353,11 12-1132,12 7-3685,24 6 4417,9-8 0,-1-18 0,-6-13 0</inkml:trace>
  <inkml:trace contextRef="#ctx0" brushRef="#br0" timeOffset="399670">23941 11071 15191,'2'-41'524,"0"0"1,-1 2-1,-1 8 2557,-4 20-3036,0 3 1336,1 4-1409,2 10 927,-2 23-894,-4 25 1,0-2 2,1-16 1,0 1 7,-9 12 2913,-2 6-2918,2-17 135,2-11 184,9-20-3324,5-13 3033,4-6-54,15-38 133,-1 2-48,-5 11 0,0-3 2,-1 3 1,-1 2 0,7-21 28,-6 20 0,0 3-62,3-3 277,6-7-316,-8 26 39,15 5-61,-1 9 3350,18 9-3322,-11 4-15,-9 7 1,-1 5-3,5 18 11,-11-10 0,-2 2-23,-1 26 23,-11-3 23,-11-9 219,-2-14-124,-2-14 33,2-12-44,2-14-46,1-13-44,1-4 50,6-33-56,10 14-3,-3 13 1,3-1 14,16-10-29,6 11 0,-7 13 12,19 7-23,-11 15-5,16 10-29,-10 17-206,-5 17-792,-23-18 0,-3 4-2169,-2 5 0,-4 0 3218,-4-2 0,-2-2 0,0 13 0,-3-22 0</inkml:trace>
  <inkml:trace contextRef="#ctx0" brushRef="#br0" timeOffset="400361">24960 11337 22946,'2'-56'1051,"0"1"0,-1-9 0,0 10-855,-1 26-45,-2-13-257,0 38 33,-1 14 101,1 26-1724,1 6 0,0 5 1693,1-12 1,-1 2 3,1 3 1,0 4 0,0-2-327,2 3 1,-1 0 310,1 13 0,-2 2 16,1-3 1,-3 1-9,-4-15 1,-2 0 0,0-3 5,0 1 0,-3-3 5,-9 8 1,-4-8 11,-6-12-6,-4-10-45,10-34 17,11-31 11,11 7 1,5-5 16,5-4 0,3-5 1,0 2-7,2-6 1,1-1-8,-1 15 1,2-5 0,1 1-1,-2 3-63,0 2 1,-2 2 0,-1-2 73,-1-2 1,-1-3 0,0 0 0,-2 3-10,2-16 0,-4 0 5,-7 3 1,-3-2 0,-2 9-12,-5-9-31,1 12 1,5 2-300,20 9 252,23 2 72,9 23 1,6 8-3,-2 6 0,0 4-189,4-1 1,-1 7 188,-7 12 0,-6 6 0,-16 2 0,-4 4 16,2 11 1,-6 4-11,-10 3 0,-10 3 2,-10-12 0,-7 2 1,0-4 908,-3 3 1,-5-3-916,-5-5 1,-6 0 0,1-5-138,-3-5 1,-2-4-488,-7 3 0,1-2-1077,9-8 1,3-4 1712,-12-1 0,28-9 0,15-4 0</inkml:trace>
  <inkml:trace contextRef="#ctx0" brushRef="#br0" timeOffset="401151">25538 10974 8175,'3'7'7354,"-1"-2"-4867,-2-5 4397,0 0-6749,27 27-107,-13-34 11,21-16 0,3-11-11,-14-5 0,-3-8-555,5-1 0,3-5 1,-3 3 542,-1 1 1,-1 1-12,-3 5 1,-1-1 0,0 1 25,1-12 0,-1 1 1,-4 11 0,-1-1 0,-2 0-179,2-12 1,-4 2 277,-6 8 1,-2 5-82,-3-6-44,-9 15-62,-3 30 28,-17 30 17,-6 18 8,11-4 0,1 3 463,5-9 0,2 3-460,4 9 0,1 5 0,3-4-8,1-8 0,4 1 0,2 18 1,3 9-1,2-10 2,1-18 1,3-2-10,6 12 0,4 6 0,0-9 6,-5-19 1,3-2-1375,18 24 1,2-5 1337,-3-19-47,6-10 0,3-8-296,15-25 346,-16 0 0,0-5 36,-7-8 1,-2-4-448,-1-5 1,-3-1 455,-7 7 0,-1-1-705,2-13 0,-3 2 747,-2 3 980,-5 4 0,-5 3-890,-8 9 169,-2-2-243,-7 15-55,2 10-6,0 4 1065,-1 13-1093,3 18 3414,1-3-3391,5 20-1,16-6 23,3-1-11,8-2 16,-8-22 84,-2-10 102,-4-18-85,3-19-34,-3-11-44,-5-3-17,-6 9 140,-12-5-101,4 15 40,-23-19-79,13 29 17,-28-4-34,15 17-22,-12 13-6,11 14 11,9 3-8,8 2 0,4 3 3,1 21-6,5-14 0,3 1-404,6-6 1,4-1 381,10 19-84,0-24 0,5-2-628,8-4 0,1-3 258,-6-2 1,2-3-2458,27 1 1,2-7-1352,-19-11 0,-1-4 4301,14 0 0,-5 0 0,-7-3 0,-28 3 0</inkml:trace>
  <inkml:trace contextRef="#ctx0" brushRef="#br0" timeOffset="401495">27208 10774 18112,'10'-43'1913,"1"0"1,-3-3 0,-4 8-1444,-9 20 320,-9-10-611,4 21-140,-6 1-39,7 11 23,-11 21-23,8-4-12,-4 8 1,-2 2 17,-9 14-23,6-11 0,-2 0-355,-11 12 352,9-19 1,-3-3 86,-24 7-44,9-6 50,0-18 22,31-31-44,8-11 63,15-3 1,7-1 92,15-15-213,-7 19 1,2 5 145,13 3-96,-10 14 355,10 19-404,-11 15 10,5 7-44,-16 2 0,-3 4-17,5 18-45,-5-13 0,1 0-500,-2-8 0,2-1-1531,4-2 1,3-2 1325,21 17 1,-14-20 0,-11-12 0</inkml:trace>
  <inkml:trace contextRef="#ctx0" brushRef="#br0" timeOffset="403601">28862 10645 10455,'2'-5'6895,"-1"1"-5624,-1 4-301,-3-62-130,-7 36-521,2-11 0,-6 3 146,-23 20-84,-17 10-252,19 8 0,-1 4-530,-7 4 0,-1 3 429,-2 5 0,-1 5-22,-2 9 0,2 1-9,16-10 0,3 2-20,0 10 1,9 3-630,27 23 635,6-12-3,10-18 1,8-3-9,1-13 0,6-4-92,4-1 1,4-1-1,1-2-448,-3-2 0,-1-1 0,2-3 512,9-1 0,1-3 0,-3-1 39,0-2 0,-3-2-245,7-8 1,-4-2 303,-19 2 0,-1-2 104,6-7 0,-3-2-29,3-8 146,-13-13 675,-23 18-748,-10-6 465,-8 7-509,-9 10 1518,-7 8-1390,-18 18-218,15 0 784,-16 18-818,25-1-3459,-4 22 3432,15-14 10,8 24-10,17-28 5,1 5 56,17-16 151,11-16-129,-8-5 230,23-24-151,-34 7 224,12-21 44,-21 11 3315,-2-5-3426,-6 4 72,-4 5-173,-1 9-163,-1 7-27,1 7-102,-1 2 35,-2 11 55,-2 8-22,-2 7-6,-4 23 28,7-22-22,-3 32 11,7-34 28,9 19 28,7-31 28,20-2-56,-2-18 19,6-11 1,1-4-899,7-9 907,-1-5 0,0-4-23,-15 6 1,-2-4-32,0-5 0,1-6 0,-3 3-749,1-4 0,-1-2 769,-4 0 1,0-5-1,-4 3 0,-4 0 1,-4 1-259,-2 5 1,-1-1-1,-3 1 286,-3-4 1,-4 4-245,-3 2 1,-3 7 226,-10 5 603,-7 17-647,11 16 1381,-6 8-1393,-7 38 31,10-5 1,1 6-191,-3 10 1,2 2 178,1-2 1,4 2-18,5 4 1,4 1-766,3-20 1,2 0-1,1 0 742,1-1 0,0 0 0,2 1-47,2 2 1,1 1 0,3-4-414,6 3 1,2-4 342,-4-10 1,3-4-245,5 0 1,4-6-124,7-9 1,1-5 336,22 2 429,-13-14 0,-1-8-220,-7-13 1,-4-5-1,-4 8 1,-1-2 25,8-17 0,-3-3 70,-10 7 0,-2 1-59,-3 6 0,-1 0 173,5-13 1,-4 4 678,-6 8-701,0-5 184,-9 20-251,-5 12 139,-6 5-245,-13 19 3315,1-2-3360,-18 25 22,17-15 163,-13 22-179,6 6-18,5 3 3,14-27 1,2-1-3,7 13 22,5-15 33,12-2-5,-7-17 96,19-3-35,-9-16-3391,9-8 3358,-10-1 106,3-13-67,-13 11 12,2-8 78,-8 9-73,-2 8-45,-2 1 3342,-3 6-3409,1 2-17,-5 1-17,2 2-11,-1-1-22,2 5-90,2 2-44,1 1-791,8 6-3869,8 0 4861,5 1 0,-3-3 0,-6-6 0</inkml:trace>
  <inkml:trace contextRef="#ctx0" brushRef="#br0" timeOffset="404312">30545 10625 11995,'2'-3'5999,"-1"1"-745,-1 2-4498,29-59-252,-22 43-370,11-16 1,-8 5-17,-17 28-12,-14 7 45,-18 9-95,12-4 0,-3 3-11,-4 3 0,-1 1-142,-2 3 0,2 1 102,7-5 1,1 1-250,-11 11 1,3 3 226,-5 12 14,14-13 0,3 1 15,5 18-91,22-5 79,7-13-34,12-12 0,8-3-190,28-1-216,2-8 1,3-3-307,-21-7 0,-1-3 464,0-3 0,3-1 0,-4-3-127,1-6 1,-3-3-103,9-4 1,-1-3 409,-5-2 1,-4-2 100,-10 8 0,-2-2 95,3-7 0,-4 0 692,-1-7-244,6-14 177,-19 18-76,-5 6 1076,-3 9-1233,-3 7 444,0 6-757,-7 7-96,-12 17-55,-5 7 33,-10 18-33,6 5-74,5 4 39,8 1 24,6-5 4,9-7 41,9-8 27,8-9 73,13-9-12,10-8-100,-2-9 42,-5-7 0,1-4 14,11-17-65,-17 13 0,-1-4 59,0-11 1,-4-4 5,4-16-26,-10 14 1,-2 1-15,-3-7 35,-9 5-46,-10 16-61,1 6-196,-1 7-650,5 10-1524,4 10-302,2 2 2683,9 18 0,-7-18 0,5 8 0</inkml:trace>
  <inkml:trace contextRef="#ctx0" brushRef="#br0" timeOffset="405261">31340 11150 21774,'30'-43'237,"-1"1"0,1 0 1,-3 3-1,0 0 1,-2 0-179,-3 3 1,-1-1 0,-1 0-829,10-18 0,0-1 801,-9 15 0,0-1 0,0 0 1,-1-2 1,0 1 0,-1-1 25,-2 0 1,-1 1 0,-2 2 0,2-7 1,-4 1 174,-3-6 1,-4 5 737,-8 1-945,-4-3 373,-4 36-417,-3 19 1422,-8 17-1395,-9 22-6,12-10 1,1 3-67,-2 8 0,1 3 64,0 7 0,2 2 2,0 2 1,1 2-15,2 0 1,2 1-57,2-4 1,4 1-82,4-4 1,4-3 5,0-12 0,6-2-519,18 8 1,8-6-91,-5-18 0,4-4 522,15 7 0,3-6 196,-6-13 1,-1-7 72,-2-5 0,0-6-36,9-16 0,-3-6 139,-14 7 1,-4-2 39,8-10 0,-7-2-1236,-15 8 0,-5 1 1242,3-9 954,-17-11-685,-15 19-292,-7 6-106,-2 5 476,-4 17-510,3 12-34,-7 10 18,0 17 10,4 10-39,4 10-54,5 4 71,11-11 1485,8-15 1,3-1-1492,9 6 51,5 7 28,9-25 0,3-14 0,8-16-34,6-10 34,3-14-15,-19 11 1,-1-1 3,5-9 167,-3-8-161,-20 31 515,-3-1-600,-4 11 283,0 0-283,-4 5 6,0 3 28,-1 7-17,3 5-11,6 7 16,10 2 6,10-1-5,12-5 5,7-9 6,5-9 56,6-26-3420,-10-13 3375,-6-10 0,-21 10 0,-4-3-213,-3 1 0,-1-3 207,2-13 0,-1-3-2,-1-2 0,-2-1-4,-1 2 1,-2 0-3,-4-1 0,-2 4-9,1 18 1,-1 2 14,-5-1 0,-2 4 2,-4 9-33,-2 3-17,-1 21 22,2 25 12,1 8-9,7 2 0,2 5 1489,2 0 1,4 3-1497,4 2 1,2 4 0,1-2-644,-1 2 1,3 1 631,3-6 1,3 2 0,-1-5-76,1-3 1,1-3-397,2 8 0,1 0-254,-2-8 1,-1-1-4171,0-4 1,0-3 4348,4 5 1,-5-12-1,-9-18 1</inkml:trace>
  <inkml:trace contextRef="#ctx0" brushRef="#br0" timeOffset="405602">32434 10694 20979,'42'-32'39,"0"1"1,-1 1-1,0 9 25,2 20 1,0 6 30,-10-6 0,-2-2 180,29-10-96,-33-1 348,-5-11 212,-15 4 292,-1-8-774,-6 12 494,-5-2-493,1 13 279,-1-1-458,4 6-40,-1 1-45,-1 8 12,-3 10 0,-1 3 22,-8 34-34,8-23 17,-1 7 0,0 1-111,0 8-29,-1 9-667,2-10-1814,4-16 2610,0 4 0,3-17 0,0-7 0</inkml:trace>
  <inkml:trace contextRef="#ctx0" brushRef="#br0" timeOffset="405778">32991 10212 20851,'-17'30'-826,"4"-19"1,13 13 0</inkml:trace>
  <inkml:trace contextRef="#ctx0" brushRef="#br0" timeOffset="406145">33018 10595 19529,'5'4'2868,"-1"0"-1384,-4-4-974,0 0-454,-30 0-40,17 5-4,-28 16-7,31-4 6,-1 19 6,17-10 11,7 6-5,13-3 72,27-4-22,-20-13 207,25-12-196,-41-8 67,11-18-50,-19-4 11,-1-12 0,-11-2 23,-6 1-12,-5 5-45,-3 9-50,5 9-95,3 11-67,4 5-253,1 7-45,1 2-2895,-2 19-4525,7-1 7852,1 10 0,1-16 0,-1-7 0</inkml:trace>
  <inkml:trace contextRef="#ctx0" brushRef="#br0" timeOffset="406794">33356 10646 16112,'0'-3'7366,"0"0"-5809,0 3-1602,2-28 39,-2 25 29,-1-5-29,0 25 0,-4 25 29,0-8-34,-3 17 27,0-14 7,-2-3 27,3-19 113,2-7 0,3-5 128,2-4-157,8-13-44,5-5 27,10-13-38,4 4-18,-1 4-38,-6 9-18,2 6-10,-10 9-1,5 9-5,-5 11-45,-2 9 45,-2 6 39,-5 1 17,-1 5-45,-1-17 28,3-1 72,1-21 1,8-5-28,9-11-28,9-13 50,6-13 45,3-9 17,-3-2 100,-6 5 18,-11 8-79,-10 10-84,-6 8 11,-4 7-39,-1 5-95,1 5 28,-2 1 39,1 2-73,0 0 17,0 4 22,-1 5-27,0 1-12,-4 19 28,0-1-56,-7 19 12,-1 1 55,1 5-33,4 7-202,7-12 171,12-7 0,5 0-528,0-9 0,2-1-71,9 14 0,0 0-85,-8-16 0,-2-2 726,-1 30 0,-12-38 0,-11 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0T15:12:20.35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2140 3196 9240,'0'-4'8188,"0"0"-7429,16-30 1,5-8 567,0 7-734,3-11 1,0 1 308,-8 21-347,-6 11-561,-7 8-83,-5 11 139,-4 14 45,-7 22-70,4-11 1,0 2-140,-1 6 0,1 1 111,1 1 0,2 0 14,3-4 1,4 0-1,3-5 0,3-2 45,16 15 302,14-17-145,-10-16 269,14-22-101,-11-19-253,-9 5 1,-1-2-292,1-6 0,-2-1 278,-1-2 0,-1 0-42,-2 1 0,-2-1 85,-2 3 0,-2 1-80,6-20-33,-6 12-23,-4 16-95,-3 11-106,0 9-348,8 12 775,-1-1-1356,17 16-881,-1-2-2430,8 9 3589,2 3 1,-16-15-1,-2-3 1</inkml:trace>
  <inkml:trace contextRef="#ctx0" brushRef="#br0" timeOffset="493">3037 3010 17916,'-3'-3'5136,"1"0"-3596,2 3-1523,-52-42-39,39 32 38,-40-21 24,51 58-40,0 10 0,1 14-17,6-2 22,7 1-5,3-11-5,13 4-18,5-4-38,-3-2-135,-4 7 67,-20-22-224,-19 8-218,-14-14-303,-12 2-218,-2-9-403,6-12-63,11-14 511,16-15 733,10-3 185,8 0 1,2-2 240,1-3 784,0-10 0,-4-2 516,-9 5-746,-1-16-67,-9 36 813,-7 6-779,5 8-443,-2-1-16,6 11-124,5 15-16,1-1-17,-1 23 11,1 4-1713,-3 5 0,-1 3 1640,-2 12-269,0-8 1,-1 2-2779,2-14 1,2-1 3091,0-4 0,0-1 0,-1 14 0,5-36 0</inkml:trace>
  <inkml:trace contextRef="#ctx0" brushRef="#br0" timeOffset="892">3168 3208 15149,'1'-3'7763,"0"1"-7427,-1 2-224,12-3-73,-2 5 68,20 1 55,9 7-128,-6-3 55,12-1 85,-22-7 16,3-6-27,-4-6-46,-2-13 7,-4-9-1,-3-11 39,-7-14-72,-5 19 296,-11-16-133,-3 35-147,-4-3 23,-3 17-11,-11 17-102,1 6-16,-3 7 12,7 13-12,8 2 0,1 2 0,5 15-258,20 9-778,1-30 0,5 0-2485,8 5 1,5-3 3019,0-10 1,0-4-1,11 5 1,-15-13-1</inkml:trace>
  <inkml:trace contextRef="#ctx0" brushRef="#br0" timeOffset="1759">3831 3184 18392,'6'-56'1501,"-1"0"0,-2 10 0,0 7-1047,1 4 190,-4 16-336,1 8-291,-1 6-6,4 16 6,0 5 11,10 26-28,-4-9 5,3 19 1,-1 5-586,-5-19 1,-1 0 582,4 15 0,-2 0 0,-4-13 0,-3-4-2976,-5 21 3012,0-11 90,-7-6 162,-1-30-151,-3-11-67,-2-17 750,2-21-772,1-19-21,8 10 1,1 0 1294,1 12 0,2 0-1311,0-19 0,2 0 5,3 20 1,1 0-15,2-6 1,1-1-144,2 4 0,1 2 140,1 4 1,1 1-25,15-23 5,6 9 0,-2 14 3,-2 14 0,4 2 6,2 7 0,1 2-1,-1-2 1,0 1-211,9 6 1,-1 6 162,9 11 16,-2 5 4,-25 4 0,-7 5 537,-11 21-501,-11-12 0,-9 0 5,-11-2 1,-9-2-351,-9 0 1,-4-2 355,-5-1 0,-1-2-8,2-3 0,0-1-1,2-2 1,3-2-9,14-7 1,4-1-6,-15 8 0,31-11 11,9-4 434,7 3-406,11 1 179,14 1-179,16 2-17,14 0-17,-26-7 1,3 0-121,10 0 0,1-1 373,-15-2 1,0 0-1055,13 0 1,-1-3-6125,12-5 3145,-2-2 3786,-3-8 0,-32 8 0,-2-2 0</inkml:trace>
  <inkml:trace contextRef="#ctx0" brushRef="#br0" timeOffset="2125">4695 3109 22806,'-45'5'138,"1"0"0,4 0 0,10 5-99,22 19 6,10 0 39,10-2 51,12-5 16,11-8-11,6-7 5,5-12-61,-11-1 124,12-24-57,-21 3 50,5-16 29,-20 7 39,-11 1-12,-9 4-49,-7 6-62,-7 8-57,-5 8-27,-8 11-28,-5 12-18,-6 12-27,3 12 17,7 10-23,10 8 6,19-25 0,2 1-395,4 1 0,3 1 134,5 2 0,4-2-411,5 0 0,5-1-855,6-3 1,5-2 1537,12-3 0,-1-4 0,6 3 0,3-9 0</inkml:trace>
  <inkml:trace contextRef="#ctx0" brushRef="#br0" timeOffset="2483">5584 3078 22392,'-38'-48'625,"0"0"0,9 6 1,-1 11-369,-19 33-201,19 20-42,9 0 0,2 6 6,5 10 0,3 7-1684,-1 13 1,3 6 1668,3-13 1,2 2 0,1 2-4,0 6 0,0 2 0,2 0-492,2-12 0,1 0 0,0 0 0,1-1 424,0 4 1,0-1 0,1 1-311,1-7 1,1 1 0,1 0 0,-1 0-2258,2 13 0,-1-1 0,0-1 454,0-2 0,-2 0 0,0-2 1735,-2 1 0,-1-1 0,-4-8 1135,-5-6 1,-6-8 950,-23-2-91,-10-47-856,6-16 120,15-9 0,1-10 553,8 6 0,1-4 1,2-1-572,-1-1 0,0 0 1,2-1-250,0-9 1,1-1 0,2 4 853,2-5 1,4 5-1230,4 9 1,6 3-1110,11 1 1,4 4 938,-5 13 0,4 3-51,19-11 0,6 2-767,-6 11 1,3 1 814,-2 2 0,4-1 0,-5 3 0,-3 1 0,-3 2 0,0 2 0,-1 0 0</inkml:trace>
  <inkml:trace contextRef="#ctx0" brushRef="#br0" timeOffset="3308">7114 3025 18767,'-4'-1'2621,"2"-1"-2481,2 2-134,33-15 5,19 8-687,-7-2 0,6 2 676,1 4 0,2 5-42,5 2 0,-3 4 212,-15 2 0,-7 4-86,6 22-39,-64 11-263,-5-21 0,-10 0 246,0-2 0,-6 1 0,3-2-472,-5 3 0,-1-1 455,2-3 0,-2 2 0,3-2-11,0 1 0,5-2 274,6-4 1,2 1-264,-10 18 56,60-26-33,8 1-18,7-12 1,4-5 6,17-4-145,-14-3 0,6-4 0,-3 0 161,2-6 0,-1-1-11,11-4 0,-3-5 95,-8-12 1,-10-4-1066,-18 14 0,-4-2 1071,5-14 0,-7-1 47,-13 12 1,-6 2-69,-4 4 0,-3 2 172,-3 5 0,-3 2 89,-2 0 1,0 3-174,-7-3-34,5 6-184,22 16 793,4 10-760,14 12 0,15 19 3,-7-11 0,2 3-168,2 9 0,-1 3-161,-3 9 0,-6 3 315,-10-8 0,-4 3 0,-1-4 0,1-5 0,-1-2 0,-9 1 0,1 0 0</inkml:trace>
  <inkml:trace contextRef="#ctx0" brushRef="#br0" timeOffset="4832">9023 3665 20912,'4'-61'859,"-1"-1"0,0 5 0,0 1-756,1 5 1,0 4-698,-2 9 0,1 0 625,0-14 0,0-2-14,0 9 0,1-1-4,-1 3 0,0-2 0,0 2 1,1-6 0,-1 2 2,0 1 1,-1 4 352,-2 4-464,-5 21 255,-1 17-177,-9 25 23,-6 25-933,2 5 0,0 9 914,7-21 0,1 2 0,0 2-48,2-1 1,-1 2 0,1 1 0,2-3-47,0 2 1,2-3 0,0 3-530,2 3 0,2 5 1,0 0-1,1-8-112,0 5 1,2-1-1198,2-4 0,1 7 0,1-1 0,0-8 1945,1-4 0,1-4 0,2 7 0,-1-4 0,-2-14 0</inkml:trace>
  <inkml:trace contextRef="#ctx0" brushRef="#br0" timeOffset="5498">8638 3883 13592,'-20'-50'923,"0"0"0,0 1 1,0-1-1,1 0 1,-3-6-1,-1-2 1,7 5-1,13 11-1605,17 10 0,10 7 659,9-3 1,7 2 16,8-2 1,8 1-1144,-2 3 0,5 0 0,-3 1 1143,-13 6 1,-3 1-1,2 0 4,8-4 0,1 0 0,0 0-350,-2-1 0,-2-1 0,-1 0 369,7-6 0,-1 0-69,-11 6 1,2 0-1,-5-1 144,5-11 1,-9 1 288,-8-4-113,2-6 635,-28 20-399,-11 14 1754,1 6-2218,-9 21 4,5 21 62,5-8 1,1 3 1102,-1 7 1,1 2-1144,0 5 0,1 1-2,2 2 1,0-1-6,2-11 0,0 1 23,-1 11 1,1-2 70,0 8-86,0-24 1,2-2 230,0 11-231,1-28 551,4 2-506,0-19 34,16-24-211,-6 4 47,22-28 45,3 7-61,-1 8-56,-1 6 73,-19 22 855,-2 14-833,-8 1 161,12 19-160,-6-5-12,9 9 12,-4-9 44,-1-6 163,4-9-50,-1-12-40,5-12-67,-9-2 101,3-12-62,-11 14 230,2-17-135,-7 16-66,-1-4-80,-2 13-16,-1 6-56,0 3-33,1 7 50,3 7-12,7 23 18,-1-8-74,9 20-240,-5-14-734,4 7-1860,-1-5-935,-5-12 3000,1-7 0,-11-13 0,0-2 0</inkml:trace>
  <inkml:trace contextRef="#ctx0" brushRef="#br0" timeOffset="5665">10135 2988 20263,'28'50'-1813,"-14"-15"0,3-25 0</inkml:trace>
  <inkml:trace contextRef="#ctx0" brushRef="#br0" timeOffset="5925">10582 3133 12305,'5'-10'4705,"-1"2"-1314,-4 8-1974,0 0-580,-43-34-826,30 36 416,-31-16-427,41 52-989,8-6 1,2 1 983,2 14-9,5-12 0,3-1-195,11 11 69,-10-18 0,0 0-482,14 20-442,-12-8 308,-11-13-3977,-33 4-3876,-12-17 8609,-16 2 0,21-12 0,12-3 0</inkml:trace>
  <inkml:trace contextRef="#ctx0" brushRef="#br0" timeOffset="6075">10475 3135 23237,'-16'14'129,"-3"19"-362,9 7 1,1 7-2875,-1 3 1,2 1 3106,0-6 0,2-2 0,-2 13 0,5-26 0</inkml:trace>
  <inkml:trace contextRef="#ctx0" brushRef="#br0" timeOffset="6991">12942 3259 20042,'-8'-50'690,"-1"0"0,0 0 0,1 5 0,-1 1 0,-3 7-427,-5 6 1,-2 6-186,-10-4-27,-7 10-1,-7 30-11,4 12-31,11-3 1,2 3 79,6 3 0,4 3-94,2 1 1,3 1-9,3 1 0,4-1 25,10 25-4033,25-10 4118,-2-21-567,7-19 0,1-7 640,1-8-57,0-4 1,0-4 190,10-16-169,-20 12 0,-1-1 118,12-19-1440,-14 6 1250,-13 16 1434,-7 7-1524,-5 12 2218,-2 11-2195,-5 31 27,0-2-156,-1 4 0,0 5 128,-1-4 1,0 4 373,1-6 0,-1 4 1,-1 0-381,-1 7 1,-1 0 0,-1 2-4,-1 2 0,0 1 0,-3 2 6,-1-4 1,-2 2 0,-1-1 0,2-5 11,3-6 1,0-4 0,-1 0-2,-4 8 0,-2 0 0,1-11-137,-17-5 168,1-16-5,-5-21-22,24-23 0,6-9-29,6-8 1,5-3-10,2-5 0,5-3-30,6 9 1,3-2-1,4 3 103,0 4 0,3 1 0,1 0-99,6-9 0,3-1 0,2 1 24,-4 10 1,2-1-1,2 2 1,-2 1 16,5-3 0,-1 1 1,0 2 8,-2 3 1,-1 1-1,0 2 5,8-7 1,-2 4-39,-11 10 0,-1 1 52,2-3 0,0 1 40,11-10 16,-17 14-11,-12 9 512,-6 7-646,-4 3 1851,2 11-1773,7 10 0,3 13-6,2 0 6,2 11-34,-7-3-1860,-6-9 1,-1 2 1210,-3 11-1787,-14 16-4846,-4-29 7316,-2 0 0,7-14 0,6-11 0</inkml:trace>
  <inkml:trace contextRef="#ctx0" brushRef="#br0" timeOffset="7181">13443 2817 22711,'5'46'-2458,"-4"-14"0,11-8 1,-8-18-1</inkml:trace>
  <inkml:trace contextRef="#ctx0" brushRef="#br0" timeOffset="7782">13554 3037 23063,'28'48'41,"0"0"0,-3-4 1,0-7 103,6-9 326,1-14-191,3-13-168,-7-11 229,15-35-117,-15 0-344,-10 18 1,-1-1 191,-4-1 1,-2-1 137,7-22-131,-2 5-79,-5 12-146,-6 22-123,-4 14 34,3 2-745,4 11-2508,11 18-1234,3 6 1261,3 2-2454,12 7 5915,-16-24 0,26 20 0,-24-28 4302,8 4 2335,-17-13-3467,-7-5-1557,-4-5-520,1-5-360,4-5-245,3-4-208,8-5-84,7-2-23,6-4-78,-4 6 101,4-7 168,-8 1-72,-6 0-62,-8 1-146,-20 11-62,-11 7 12,-14 6 22,-10 11 17,-4 10-17,1 9-17,7 9-11,11 6-6,12 9-27,17 6-18,19 3 12,6-14-642,10-13 1,4-3 164,7-1-1335,3-3 0,1-3 1057,8-5 1,-8-2 0,-22-10-1</inkml:trace>
  <inkml:trace contextRef="#ctx0" brushRef="#br0" timeOffset="9099">15065 3151 14617,'0'-8'6278,"0"2"-8321,-8-27 0,-4-4 2351,4 18 559,-5-19 0,-2 5-800,6 31 787,-2 6-848,3 2-6,3 24 0,8 3 3409,9 21-3415,14-2 3,-7-24 0,2-1-208,2 0 0,1 0 172,0-2 0,-1-1-269,11 21-690,-21-8-939,-31-7-970,-21-9-1008,-20-10 2425,26-11 0,1-3 980,-29-14 1361,11-16 454,10-14-499,25 18 1,2-1 680,3-1 0,2 0 933,-2-30-830,9 8-436,7 13-482,2 14-492,1 13 537,3 11-516,-2 18-22,0 17-95,-6 4 0,-4 2-28,-4 22-337,-3-6 1,-5 2-538,-1-12 1,-1 0-1214,0 1 0,0 1 1428,-2 6 1,3-9 0,6-20 0,2-6-1</inkml:trace>
  <inkml:trace contextRef="#ctx0" brushRef="#br0" timeOffset="9641">16664 3279 17210,'19'-52'1751,"0"1"1,-1-1-1,-3 6-676,-9 7-279,-1 0-304,-9 17-480,-1 13-24,-2 10 18,-4 19 11,-4 14 5,4-1 1,0 4-18,4-3 1,0 1-150,0-1 0,3 1 155,11 4 0,3-4-11,4-2 11,4-4 1,5-4 49,14-8 29,17-4 28,5-26-6,-20-6 0,-2-5-213,-11 5 1,-1-3 217,10-14 1,-2-3-3,-15 10 0,-2-2 8,5-13 0,-2-2-53,-6 10 0,-3 0-25,-1 0 0,-3 3-23,-2 0 12,-7 8-96,0 16-421,-3 4-2121,0 15 2604,-3 18 0,4-11 0,0 5 0</inkml:trace>
  <inkml:trace contextRef="#ctx0" brushRef="#br0" timeOffset="11675">17172 3077 20033,'-5'-44'1211,"-1"0"1,1 5 0,3 6-657,10 13-354,-3 9-134,-1 16-22,-3 7 39,0 32-51,-2-12 1,-2 4-752,-3 17 0,-3 5 736,0-10 1,-2 1 0,-1 2-489,-3 6 1,-2 1 0,-1 2 477,2-12 0,0 0 1,-1 0-1,0 1-384,-1 2 1,-1 0-1,-1 0 1,1 0 361,-2 1 0,1-1 0,-1 1 0,0-1-354,-1 1 0,0-1 1,0 1-1,-1-1 331,0 0 1,0-1 0,-1 0 0,0-1 12,0-2 0,0-1 0,-1-1 0,0-1 13,-6 8 0,-2-1 0,1-5 22,5-8 0,-1-4 0,0-4 404,-4-1 1,1-12-399,-7-30-9,27-15 1,8-9-7,7-17 1,7-5-37,1 8 1,2-1-1,3-2 34,0 9 0,2-1 0,1-1 0,1 0-179,2-3 0,2 0 0,1-1 0,1 1 179,2 0 0,1 0 0,1 0 0,0 1-6,0 1 0,1 1 1,1 0-1,-1 1-36,1 2 1,-1 1-1,1 0 1,0 2 21,-1 1 1,0 2-1,1 0 1,-1 0-219,11-8 1,-1 0 0,1 2 209,-2 3 0,1 1 0,-1 2 18,-2 3 1,1 2 0,-2 1 16,-3 4 1,-1 0-1,-2 2-1,10-6 0,-3 3 423,-9 7 0,-4 1-379,5-5 2046,-16 13-2113,-12 8 2216,-15 18-2211,-7 8 18,-6 8 1496,-8 17-1491,8-2-17,12-16 1,1 3-12,-5 29 6,10 0 11,11-6 28,10-8 34,14-10 33,9-14 23,7-14-18,4-17-32,-1-17 10,-4-17-16,-13 2 2,-14 2 0,-4 0-36,-3-6 39,-2-4 1,-5-2-630,-10-1 632,1 17 1,-2 2-4,-11 0 0,-23 7-78,8 18-11,-15 7-1,12 17 7,6 14-7,6 11 6,10 7-39,10 3-73,19-2-78,15-6-90,21-9 75,-19-21 1,2-4 0,3-2 0,2-3-19,1-6 1,0-4 174,1-1 1,-1-5-383,-1-3 1,-2-4 460,-2 0 0,-3-3 28,-3 1 0,-3 0 696,12-21-542,-12 7 56,-11 8-6,-8 9 144,-4 8-362,-4 7 896,0 5-930,-4 10 6,3 9 23,-1 12-1,9 7-11,10 4-11,14 1 0,14-3 25,-16-23 1,3-2 21,2-3 1,1-3 27,0-2 1,0-5-1593,3-7 0,-2-4 1658,9-5 54,4-28 63,-27 1-40,1-15-28,-11-7-103,-6 26 0,-1 0 3,-2-20-23,0 9-22,-1 19-23,-2 17-134,0 1-1244,-6 17-436,3 4 1792,-10 26 0,11-22 0,-3 9 0</inkml:trace>
  <inkml:trace contextRef="#ctx0" brushRef="#br0" timeOffset="12865">20026 3118 17994,'19'-48'1697,"-1"0"0,3-2 1,-3 9-1323,-5 20-207,5-3-151,-11 17-17,2 8 17,-5 4 44,7 29-38,-8-11 21,-5 15 1,-3 1-17,-7-1-9,-3 0 1,-3 1-3,-12 8 6,-5 5 436,8-16-202,13-18-33,8-15-100,8-10-29,17-35-17,4-8-232,-4 11 0,2-3 218,0 3 1,0 1 13,0 0 1,0 1-6,-1 3 0,0 2 39,15-20-73,-6 13-39,6 11-6,-4 14 1,8 8-1,-1 15 6,-9 2 22,5 15-27,-14 4 10,-1 25 7,-14-3 369,-8 0-364,-16-5-29,-1-15 24,-4 1 66,6-14 135,8-10-112,6-8-12,9-13-61,11-22-5,7-7-12,-6 12 0,2-1-6,1 5 1,0 0-12,2 1 1,0 1 5,14-9 6,8 5-34,1 15 5,-1 5-5,2 13 6,-16 12 16,-10 4-11,0 14-11,-6 0-16,4 9-7,-2 0-33,4-1 62,-5-17 5,6-3 45,-5-19-28,-1-5 17,11-17 0,-13 4-6,10-17-11,-10 8 5,7-7-10,-8 11-46,2 3 23,-8 13 23,3 9-6,-2 7 11,-1 2 0,6 8-23,2-3-5,21 10 39,4-10-3,8-11 1,0-3 14,2-6-4,-6-4 1,-4-5 25,-15-11 16,2-11-22,-11 2 29,-6-12 44,-11-6-62,-7 0-28,-2 3 29,-12 9-29,11 18-27,-3-1-85,9 12-140,5 5-78,0 3-2951,4 18 3259,7 8 0,-5-5 0,4-4 0</inkml:trace>
  <inkml:trace contextRef="#ctx0" brushRef="#br0" timeOffset="13615">22085 2548 21956,'4'-56'1011,"0"-1"1,-2 12 0,-1 5-670,-4 0 235,-1 26-628,0 11 186,1 17-135,-3 20 11,-1 8-723,-4 14 1,-2 7 700,1-8 0,-2 3-64,1-3 0,-2 5 1,1-1-121,2-6 1,0-1 0,1-2-36,-3 9 0,4 1-493,6-10 1,3 2 0,2-6 190,2-12 0,2-1-1440,9 28 0,3-6-2348,4-17-2569,3 2 6139,-16-37 750,-13-39 0,-5-10 1302,0 8 0,0-2 1526,-8-18 513,2 13 0,-1 0-2376,5 15 1,0 0-59,-4-11 1,0 1 284,-4-12 606,8 18-1474,13 2-312,8 20-12,25-9-54,1 16 1,4 3-138,-8-2 1,3 1 72,9 3 0,6 1 1,-3 1-51,-3 1 0,-1 0 5,18 1 1,-2 1 515,-24-3 1,-2 0-393,31 1 179,-37-8 112,3-1 112,-22-5-151,-6 2 709,-13-2-558,-10 4 5,-20 1-201,3 6-3,1 7 1,0 3-110,-11 11-56,15-5 0,3 3 6,2 16 0,23 0 27,22 1 23,22-5-28,0-9 28,-2-13 0,2-3-1844,13-3 1900,9-4 230,-12-17 94,-25-4-268,-1 1 101,-13 1-95,-8 11-45,-2 2 1849,-1 3-1983,0 2-68,0 2 17,0 6 56,0 7-56,0 13-146,2 12-425,4 8-655,4 4 335,1-11-5276,16 9 6223,5-27 0,-8 3 0,0-19 0</inkml:trace>
  <inkml:trace contextRef="#ctx0" brushRef="#br0" timeOffset="14049">23039 2835 19535,'6'-47'1449,"0"0"0,0 0 0,2-16 0,-3 9-1118,-4 19 224,-2 9-550,1 19-72,-2 0-22,2 15 83,-2 3 28,1 50-14,0-28 1,-2 3-682,0 20 1,-2 4 672,-2-3 0,-2 1 0,-2 0 0,-1 0 8,-1-5 0,-1-1-142,0-6 0,0-4 134,1-8 0,1-4 72,-7 11 124,6-21 45,6-14-129,5-19-56,7-15 6,7-21 510,-2 18 0,3-2-564,3-3 1,3 1 10,0-1 1,3 1-4,-1 5 1,0 1 11,19-15 250,-3 16-267,-3 13-11,-1 9-22,-1 17 22,-4 14-17,-9 5 11,-10 3 1,-4 4 22,-4 20-266,-4-15 1,-4 1 256,-3-10 0,-5-3-14,-4-3 1,-2-2-6,-18 9-180,4-18 1,-3-5-784,-12-6-113,16-5 0,3-5-6776,1-21 7863,21-6 0,6 15 0,4 9 0</inkml:trace>
  <inkml:trace contextRef="#ctx0" brushRef="#br0" timeOffset="14791">23785 3203 17333,'0'3'6442,"0"-1"-4028,0-2-2263,-36-60-112,39 7-32,-5 9 1,-2-7 0,5 4-589,12 5 1,4 0 587,4-12 1,2-6 0,-1 4 3,-3 1 0,0 2-2,-4 10 1,1-1-1,-1 0 47,-3 0 0,-2 0 0,-2 4 47,-2 4 1,-2 2-40,2-8 1,-1 3 193,-5-4 176,-1 27-412,-1 4-78,-2 10 17,-3 16 39,-11 24-9,-1 12 1,-1 6-424,5-13 0,-2 3 439,-1 7 1,-2 8-1,2-4-492,2-11 1,2-2-1,0 0 477,-1 1 1,1 0 0,0 1-72,-4 15 1,-1 2-1,5-4-1073,9-14 1,2-3-1,0-1 926,-3 3 0,1 0 0,5-3-662,10 13 1,12-10-1200,11-20 1,3-6 982,-8-1 1,2-3-1745,21-8 1,2-8 957,-15-7 0,0-7 2140,0-3 0,2-4 0,-3 1 576,2-2 1,-3-2 1559,10-15 0,-7-3-221,-21 16 0,-4 0-622,1-4 1,-4-2 646,-13-28-1675,-6 25 1873,-18-1-1923,4 23 3068,-2 1-3455,5 7 269,5 9-341,6 6-12,2 3 6,4 5 34,19 12 5,10-3 0,-1-6 0,3-3 62,17 1 22,3-16-55,-24-11 10,-4-17 40,-9-14-96,-3 8 68,-6-15 55,-11 23-100,2 4 28,-10 6-23,-1 14-16,-10 9-12,-19 22-39,5 11-207,1 7 226,24-19 1,5 3-3,3 26-62,8-21 1,5 3-897,12 7 0,5-1-67,-5-14 1,2-2 1024,10 7 0,-1-6 0,-9-13 0,-1-2 0</inkml:trace>
  <inkml:trace contextRef="#ctx0" brushRef="#br0" timeOffset="15882">25555 3389 20481,'10'-57'1549,"0"1"1,2-5 0,0 7-900,-1 14-320,2-1-262,-9 31-102,-4 9 23,3 21 5,1 12 17,1 26-5,-1-7 8,-7 3 0,-4 0-693,-4-4 709,-3 1 1,-4-2 42,-13-12 100,-17-1-5,11-22-106,7-15 27,17-36-77,14 6-24,9-15 1,7-6-952,2 12 1,2 1 967,3-10 1,2 0 2,-2 9 1,2 0 0,1 2 0,3-2 1,-4 3-10,-3 7 0,0-1 0,6-6 0,3-4 0,-4 7 554,8-2-599,10 0 17,-18 19 20,0 8-70,9 32 66,-16-4 9,0 6 1,-2 8 4,-13 4 1,-5 2-6,1-8 1,-4 1-4,-16 25 1,-9-3 5,0-24 0,-2-3-3,-5 8 0,-3-3-242,-11-4 0,-1-5 250,-7 2-19,21-10 0,2-2 1973,7-3-1914,18-4-39,20-4-51,16 2 45,6 0 0,2 0 0,20 2-332,-9 0 1,0 1 328,-14-3 1,-1 0-1266,9 1 0,-1-1 1274,21 2-403,-20-5 1,-1-3 407,-1-2-109,1-6 0,-1-4-3,0-12 84,10-11 23,-22 7 5,-12 9 0,-10 9 387,-16 2-381,-5 6 5,-14 1 2914,0 4-2936,3 5 1191,10 0-1191,4 13 192,9-3-176,8 11 24,11-3-18,13-3 0,13-7-16,-3-6 16,22-13 23,-23-9-28,7-4 39,-16-26-17,-20 10 23,-1-17-12,-16 12-44,-8 7 11,-1 11 5,-13 4-11,10 10-11,-9 5-61,8 15 44,0 14 11,0 17-14,11-14 1,1 1-15,-4 23-280,7-5 1,3 2-975,5-13 0,3-1-82,4 16 1,7 0-1426,11-13 1,6-5 2794,2-6 0,2-4 0,16 4 0,-17-17 0</inkml:trace>
  <inkml:trace contextRef="#ctx0" brushRef="#br0" timeOffset="16232">27552 3164 21735,'-31'-48'1404,"-1"0"1,4 5-1,1 7-1040,-5 7-252,6 14-62,5 15-50,1 18 34,-5 24-23,4 6-717,8-8 0,-2 6 0,1 1 709,1-5 1,1 1 0,-1 2-512,-1 4 1,-1 3 0,-1 2 0,1-1 498,0-2 1,0-1-1,1 1 1,-1 1-60,0 1 1,0 0 0,-1 2 0,-1 1-658,0-4 1,-2 3 0,0 0-1,-1-2 1,2-2 465,0-4 0,2-3 0,-1 0 0,-2 0-181,-3 5 0,0 2 0,-3-3 0,-3-4-382,-9 0 1,-5-5-1,2-5 828,-5-2 0,-1-5 120,-14 6 0,4-17 1020,9-54-819,41-2 1,11-7-61,4 5 0,5-2 0,4-1 166,7-8 1,4-2 0,3 1-311,-4 10 0,2 0 1,1 0-1,1 2-17,2-1 0,1 0 1,1 2-1,-1 2-82,3-2 0,-1 2 1,3 2-6,-3 5 1,4-1 0,-1 2-1,-3 4-193,11-6 1,0 2-529,-5 3 0,2-1 0,-5 3-1847,-3 4 1,-4 2 2548,0 0 0,-5 2 0,-7 5 0,-2 0 0</inkml:trace>
  <inkml:trace contextRef="#ctx0" brushRef="#br0" timeOffset="17328">29073 3431 20256,'-3'-52'745,"0"0"0,-2 5 0,-7 11-577,-27 21 234,-12 13-338,14 13 1,0 3-329,-15 8 278,14 3 0,3 3 14,-4 16-22,18-15 0,2 1 8,6 0 0,4 1 19,10 28 51,24-3-31,-3-32 1,6-2-10,5-3 1,4-4 28,2-4 0,1-4 41,-2-4 1,0-5 19,-5-5 1,-2-5-1509,-1-12 1,-4-5 1452,5-16-9,-15 5 0,-5-1 107,-5-20-104,-1 1 64,-8 23 1,-3 3-21,-8-2-61,-13-8-61,-13 27-29,11 11 186,-16 14-152,16 14-78,-6 20-79,20-14 0,3 2-177,1 3 1,5 2 1380,4 1 0,6 1-1868,4-2 0,5-1-336,7-2 1,4-3-177,6-2 0,4-5-14,3-4 0,3-4 266,2-4 0,2-4 577,-1-7 0,1-5 518,-3-3 0,-1-5-989,2-14 1,-4-3 1394,-12 8 0,-2-1 829,5-17 0,-5-2-24,-9 10 1,-3 0-159,3-8 0,0-1-286,-3 1 1,-2 2-172,-3 4 1,-1 2 663,0-27-961,-5 27 164,-1 6-410,0 23 2953,0 1-3161,0 17 744,1 0-597,2 33-6,-1 14-9,-1-17 1,-2 3-732,-3 6 1,-3 0 753,-3 1 0,-2-1-14,-4-3 0,-1-3 17,-1-7 0,-1-3 0,-1-4 0,1-5 0,-5 4 134,2-9 336,17-21-341,2-11 1492,5-3-1627,3-11 12,18-27-12,8 2-201,-6 12 1,2 0 191,0 7 1,2 3-20,6 0 1,0 4-1,11-4-28,14 7 0,-23 22-22,18 23-267,-17-1 323,-13 2 0,-4 4-12,0 19 0,-11-18 1,-2-1 0,-2 17 8,-17-17 0,-7-3 8,-26 1 17,-3-10 1,-4-4-38,17-8 1,-1-4-149,-17-5 1,1-5-617,-7-13-739,26 1 0,5-3-4425,0-20 5166,21-2 0,13 22 0,2 9 0</inkml:trace>
  <inkml:trace contextRef="#ctx0" brushRef="#br0" timeOffset="17759">30180 3480 21119,'-25'41'229,"0"-1"1,1 0 0,-10 16 0,4-8-197,-2-12 24,1 4-40,11-16 112,-3 3 576,12-19 359,4-1-526,2-4 140,6-9-578,0-2 58,5-17-13,6-8-30,2 5 0,2-2 36,4 0 0,0 1-44,16-19 16,-4 14 235,-13 15-218,-8 9-100,0-1-102,-9 9-11,1 5 73,4 13 11,-1 4-8,3 11 0,0 5 0,-5-4 0,0 2-386,1 17 1,-1 4 376,-6-4 0,-2-2 0,0-9 1,-1-1-9,-6 8 0,-4 0-28,-6-6 0,-5-2-65,-1 0 1,-4-3-188,-9 1 0,-2-6-6,13-15 0,-1-4-3509,-13-2 1,2-7 3808,-1-8 0,-5 0 0,34-3 0</inkml:trace>
  <inkml:trace contextRef="#ctx0" brushRef="#br0" timeOffset="17942">30363 3295 17955,'0'0'0</inkml:trace>
  <inkml:trace contextRef="#ctx0" brushRef="#br0" timeOffset="18349">30621 3657 21836,'6'7'2471,"-1"-1"-2135,-5-6-96,0 0-94,11-1-90,1-1 73,34-10 5,-9-3 46,16-12-74,-19-7-55,-10-6-12,-11 5 118,-4-7-23,-7 20-55,-1-2 100,-9 10-112,-4 8-56,-4-1 23,-18 11-29,5 9-44,-15 12 34,6 13-1,4 8-3,18-8 1,4 3-31,5-10 0,3 1-359,3 11 1,6 0-63,8-12 1,4-2-291,17 16-1790,9-14 0,4-5-2065,9-2 4605,-4-7 0,-2-2 0,-17-9 0,0-3 0</inkml:trace>
  <inkml:trace contextRef="#ctx0" brushRef="#br0" timeOffset="18825">31602 3576 16297,'0'-7'7013,"0"1"-6649,0 6-23,-34-60-257,18 45-73,-6-17 1,-1 8 21,0 36 18,-7 11-32,7 3 1,0 3 2,-12 13-1656,2 3 0,3 0 1701,3-2 14,3-4 0,3 2-509,7 9 540,1 0 117,21-17 1,7-1-67,7-1 8,25 2 0,10-5-107,-10-16 1,4-4-26,-2 0 0,5 0 0,-4-3-8,5-4 0,0-5 25,-5-6 0,2-5 0,-4-2-12,0-9 1,-2-5-301,-3 2 1,3-3 0,-6-3 271,-8 1 1,-4-1 0,-2-2-6,-1-1 0,-2-1 1,-2-1 4,-3 0 1,-1 0 0,-3-1 8,2-18 1,-3 0 10,-5 4 1,-4 1 13,-3 5 0,-2 1-114,-1 6 0,-1 2 154,0 7 0,-1 1 2710,-2-14-2672,2 18 645,2 16-841,-1 8 1280,-7 19-1217,-9 15-18,3 0 1,-1 4 11,-2 10 0,-1 4-352,6-9 1,0 1 0,1 2 339,1 3 1,0 1 0,0 1-51,2 0 0,-1 1 0,2 0-134,1-2 0,0 0 0,1-1-267,-1 17 1,1-2-255,1-7 0,3-2-1093,4-7 0,3-3-8010,6 21 8935,2-26 0,-3-19 0,-6-13 0</inkml:trace>
  <inkml:trace contextRef="#ctx0" brushRef="#br0" timeOffset="18982">31977 3597 21511,'-1'-4'2997,"0"0"-2767,1 4-157,65-53-45,-9 37-81,-19-2 1,4-3 0,0 6-1852,7 12 1,-1 6 1903,6 1 0,-3 1 0,7-1 0,-9 4 0</inkml:trace>
  <inkml:trace contextRef="#ctx0" brushRef="#br0" timeOffset="19798">32740 4022 25163,'12'-12'-1020,"-4"2"1,-7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0T15:25:15.82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3939 2793 9559,'3'-45'2453,"1"1"0,-1 0 1,2-20-1,-1 17-2811,-4 38 60,0 5 495,0 22-34,0 20-68,-2 24-669,2-22 1,-1 2 609,-1 4 0,0 2-2,0 1 0,-1 0-12,0-1 0,-1-1-2,0-4 0,-1-3 118,0-5 0,0-3 2,-6 16 353,1-20 498,0-16-812,4-11 34,-2-13-67,5-11 860,-1-13-961,12-6-22,8-5-23,14 1-12,10 2 7,8 4-236,-22 21 1,1 1 518,25-15 7,-3 3 37,-4 4 7,0-2-13,-17 11 30,1-4 1,-18 10 136,1-3-322,-4 0 478,-1 1-541,-2-1 203,0 2 41,-1 2-81,-1 4-21,-1 3-111,-1 5-463,0 20 272,1 8-2,0 19-188,2 3-23,1 0-28,4 0-367,11 3-22,-4-19-169,13 4-899,-1-26-279,13-3 260,8-18 1463,-18-7 0,0-3 936,12-11-189,-15 3 0,-3-1 705,1-12 573,-2-8 371,-10 2-406,-10 6-376,-8 7-909,-5 8-746,-7 11 84,0 6 699,-21 23 455,8 5-265,-14 21 6,13 2-58,12 3 43,13-2-21,17-5-654,11-6-417,21-4-577,-12-14 226,20-4 360,-15-17 593,10-10 385,-2-13 440,-7-13 121,-11-9-65,-12-6-664,-16 0-359,-15 0-486,-14 8-521,-8 9 68,-6 12 59,1 13 456,1 12 482,5 13 552,1 24 149,15 3-12,4 4-118,21 1-920,16-10-708,5-11 1,5-1-223,1-4 0,2-4-552,11 0 1,1-5 544,-6-6 0,0-4-760,-1-4 0,-1-2 2519,18-9 18,-21-2 0,-3-3 2013,10-17-525,-1-1 574,-16 0-1319,-20 23 550,1-6-1273,-8 10 2117,-2 2-4241,-3 5 866,-5 18 759,4-3-92,-2 23-117,7-2 65,4 9-6,6 2 248,6-2 169,3-6-781,-1-6-1077,-2-7 296,-3-8 1284,-2-6 119,-3-9 956,2-12-3893,1-12 3376,1-2 169,3-19 61,6-5 56,2 0-47,6-4-191,-6 28-1093,5 3 853,-10 16 404,27 3 3109,-11 16-3867,18 11-165,-19 3-357,4 15-263,-11-2-337,0 13-222,-7 1-153,-8 1 422,-4-19 546,-3-2 339,0-24 761,0-2-214,0-13-7,2-11 95,4-19-61,6-12-80,2 4-257,-1 16 0,1 1 333,13-15-166,-8 17 1,1 2 320,10-7 48,4 11 235,-9 21-409,8 12-432,2 15-328,-4-1-177,7 13-193,-17-16-145,10 17-133,-5-2-306,-1-1 559,1-1 166,-8-15 348,-5-9 225,0-6 448,5-14 759,-2-2 53,28-34-237,-11 0-593,-12 18 0,1-2 181,1-8 1,-3 1 156,3-9-807,-8 14 0,-3 0 0,-4-4 0,-7 10 0,-5 9 0,-1 7-849,-4 3 395,-5 12 1299,-2 7-387,-6 14-458,8-1 0,2 29 0,16-13 0,2 11 0,12-22 0,7-3-1747,-2-8 1,2-1 1081,9 7 0,-1-2 1,7-2-1,-16-10 1</inkml:trace>
  <inkml:trace contextRef="#ctx0" brushRef="#br0" timeOffset="616">7462 2291 20516,'-8'-39'654,"1"0"0,-8-19-518,1 77 1028,-7 25-653,0 6-1145,10-13 1,1 8-1,1-1 691,2 11 1,2 2-32,1-3 0,-1 5 0,4-2 60,3-7 1,3-1-1,2-1-20,0-1 1,2-1 0,3-1-328,1-2 1,3-2 0,2 0-552,11 13 1,4-2 415,-5-18 1,3-2 0,-4-3 0,-2-3 0,-2-3 0,26 14 0</inkml:trace>
  <inkml:trace contextRef="#ctx0" brushRef="#br0" timeOffset="3198">8319 3030 16465,'-4'-48'953,"0"-1"0,0 0 1,0 2-1,0 2 0,2 8-208,2 6-638,0 6-67,0 42 4,0 6 9,0 23 1,0 6-1080,0 10 1035,1-20 0,-1 6 1,1-2-22,1 8 1,1 0 3,-1-8 1,1 2 0,0 0-417,0 0 0,1 1 1,0-1 381,0-2 1,1-1 0,0 0-32,3 15 0,1-3 8,-1-9 1,0-5 5,-1-9 1,-2-4-65,0 7 5,-12-20 12,-10-24 33,-11-24 67,12 2 1,0-5-265,-1-10 0,1-4 283,5 8 0,1-1 0,1-3 11,0-4 1,1-3-1,2 0 6,0-3 0,2 0 0,1-1 5,0 1 1,2-1-1,0 1 4,2 3 0,1 1 1,0 1 1,0 5 0,2 0 0,-1 1 83,3-13 1,2 1-122,0 8 0,4 3-262,1 5 0,5 4 233,5 3 1,5 4-6,7 3 1,6 5 7,6 2 1,5 5 2,6 3 1,2 5-501,0 6 1,1 5 485,-3 5 1,-3 5-18,-8 5 1,-7 5 548,-10 4 1,-8 3-474,-15 3 0,-9 2 61,-14 2 1,-10-2 141,-11 1 0,-7-4-82,-8 0 1,-4-4-190,-1-4 0,0-3 154,5-5 0,2-4-358,8-4 0,4-4-2509,-10-6 2775,32-19 1,11 7-1,13-6 1</inkml:trace>
  <inkml:trace contextRef="#ctx0" brushRef="#br0" timeOffset="3851">9179 2422 24635,'16'30'-654,"0"-1"0,5 3 0,2-2 108,20 6 300,-15-12 1,1 1 240,-1 1 0,-1 1-5,-5 0 0,-4 1 5,5 24 238,-28-2-326,-19-10 1267,-18-9 371,-4-13 37,3-10-111,9-22-793,18-11-503,10-8 139,26-17 143,17 1-863,-8 18 1,2 1 359,6-1 0,2 3 12,3 1 1,2 2 146,0 2 1,-1 3 404,-1 1 1,-1 2 140,-1 3 0,-2 1 438,8-3-568,-5 6-526,-28 10-294,-4 6 371,-6 9-1306,-11 12 364,-4 11 90,-6 7 89,1 5 402,10-18 0,2-1-193,1 12 286,12 12 188,10-25 48,24 7-6,-9-16 222,2-9 1,1-5 433,-2-4-222,-2-5 1,1-3 894,2-13 177,3-17-1370,-11-13-178,-19 11 0,-3-1 0,-3-17 0,-8 16 0,-4 1 0,-16-6-315,7 19 0,-3 1-1031,-27-12-61,-10 15 694,19 13 884,-2 16 841,25 12-175,3 18-882,11-6 1,5 3-610,4 0 1,4 1-2063,6 9 1,2-1-280,-1-12 0,2-3 2859,5 2 1,-2-4 0,-3-7-1,1-1 1</inkml:trace>
  <inkml:trace contextRef="#ctx0" brushRef="#br0" timeOffset="4292">10668 2649 32767,'0'-38'-889,"0"-1"1,-1-23-369,-8 82 1665,2-3-385,-3 16 0,0 6-67,3-7 1,1 2-574,-4 17 0,1 2 550,2-5 0,0 0-314,2 0 0,1-2 437,1-11 0,1 0 106,0 3 0,1 0-639,5 21 48,0-6 215,3-12 73,-4-27-272,-1-14 430,-2-16 589,0-17-723,-1-4 1,0-3-120,0-22-452,2 18 1,1-7-1,1 6 772,-1 10 0,1 0 39,2-9 0,0-5 0,0 3-654,1-8 0,-1 2 443,0 1 1,1 1-25,-2 1 0,2 3 336,3-5 217,2 20-93,41 11 718,-19 13-95,8 6 0,3 2-638,-12 6 0,-2 1-36,9 6 1,-1 1 234,16 14-484,-27-1 0,-8 3-700,-20 19 230,-11-12 1,-6 0-454,-4-11 1,-7-2 685,-6-1 1,-7 0 0,7-3 0,-8 2 0,10-5 0,-1-1 0</inkml:trace>
  <inkml:trace contextRef="#ctx0" brushRef="#br0" timeOffset="4898">11436 2231 13670,'0'-8'5742,"0"1"-4687,24-24 1,7-3-732,-9 16-2776,20-18 0,3 8 2728,-17 32-148,3 6 0,1 6 246,-5 7 1,-1 6-324,10 11 0,-3 7-14,-11-10 1,-1 2 0,-4 3-32,-1 4 1,-3 2-1,-5 2-433,-4 2 0,-6 1 1,-5 1-1333,-6 3 1,-7 1-1,-2-3 1782,-3-4 1,-2-2 0,0-4 0,-5 3 0,2-6 0,9-18-1,0 1 1</inkml:trace>
  <inkml:trace contextRef="#ctx0" brushRef="#br0" timeOffset="8215">13055 2357 21133,'-49'-12'303,"0"0"1,2 3 0,5 9 638,15 17 0,4 7-720,0-2 1,2 2-44,-12 25-190,16-12-72,20 11-241,18-20 218,19 9-82,9-13-443,2-4 278,-9-3 294,-16 0 36,-17 4-325,-24 4 1158,-19 8 312,-3-5-483,-3-2 1,0 0 114,4-3-424,2 0 0,4 1 62,15-4 254,4 6 476,15-4-1711,4-5-554,19 9 352,-7-7 181,8 9-19,-9-2-129,-7-1-321,-5 4 338,-10 2 1289,-11 5 451,-13 5-547,-10 4-187,15-21 0,0 0 272,-19 22 103,10-4 72,14-3-375,21-6-835,6-9-1923,46 3 1699,-24-19 0,1-2 0,21 8 0,-8-8 0</inkml:trace>
  <inkml:trace contextRef="#ctx0" brushRef="#br0" timeOffset="10381">9523 5234 18089,'-45'4'270,"1"0"0,-1 0 0,-8 8 0,0 5 1,8 5-201,10 9 0,5 4-518,-9 5 1,1 4 447,3 6 0,6 1-517,9-8 1,3 1 460,-2 9 0,6 2-96,16 6 1,7-3 134,-3-24 1,5-3 16,19 8 0,6-9 16,7-19 23,-2-7 1,3-5 16,-4-7 0,1-6-2,3-3 0,3-6 0,-3 1-32,4-4 1,-2-3 20,-3-2 0,1-5 0,-5 0-273,-2-6 1,-5-3 270,-6 8 0,0-3 0,-3-1 4,-2-1 0,-3-1 0,-1-1 40,-1-7 1,-1-3 0,-3 3 71,2-10 0,-3 1 103,-2-3 1,-2 7 86,-3-1 382,-9 13-220,-1 25-121,-2 3-433,3 18 1025,4 17-935,4 23-23,0 3-5,-1-8 0,-1 3-402,-4 13 1,-2 0 389,2-10 1,-1 2 3,-4 5 0,-1 4 1,0-5-289,1-7 0,1-1 279,-3 6 0,2 1-1270,4-7 0,4-6 1281,2-4 135,12 13 190,2-38-45,15-11-201,-6-11 16,1-8 0,-1-4-50,3-2 8,1-5 1,-1 0-20,-8 8 33,12-16-72,-24 32 1237,1 0-1254,-4 12 460,3 7-438,13 14 3369,2 4-3375,9 10-5,-9-11 67,8 2-51,4-7 24,1-5 44,4-5 33,-10-19-44,-9-2 56,2-16 44,-3-14-111,-4 7 156,5-24 52,-14 31-119,2-5 196,-6 15-358,-2 13-11,-2-1 10,0 11 12,0 2-11,3 23-45,1 1-33,3 6-903,11 22 225,-6-29-1132,0 0 0,2-1 1899,1 0 0,-4-10 0,-7-14 0</inkml:trace>
  <inkml:trace contextRef="#ctx0" brushRef="#br0" timeOffset="10565">10803 5099 15289,'-9'15'0,"1"-3"0</inkml:trace>
  <inkml:trace contextRef="#ctx0" brushRef="#br0" timeOffset="11574">11109 5731 25057,'25'-53'87,"-1"0"1,-4 10 0,-2 1-37,1-7 0,-4 1-893,-6 12 0,-1 1 873,3-15 0,-1 1 75,-4-14 549,-5 22-587,-3 19 202,-1 12-332,1 7 6,1 2 280,0 1 831,0-1-960,-1-6-33,-3-6-23,-3-7-11,-1-4 0,-1 1-6,3 2-5,0 2-6,3 1 12,1-1 16,1-3-11,1-3-6,1 3 40,0-12-12,0 11 1,-1-8-6,0 11-6,-2 6-28,2 6 6,-1 3-17,2 4-140,0 0 129,0 7 5,0 0 0,0 28 1,0 3 5,0-5 0,0 3-478,-1 2 0,-1 1 472,0 6 1,0 1 2,0 4 0,0 0-20,0 1 1,1 0-1,1-2 1,3 0-6,2-3 0,4-3-64,3-2 0,5-4-456,6-2 1,5-5 208,5-2 0,5-6-174,5-3 1,2-4-169,4-5 1,0-4-76,1-5 0,-1-5 56,-1-3 0,-2-4 305,-2-3 0,-2-4 325,-3-1 0,-2-2 143,-5-1 0,-2-1 9,-6 2 0,-3-1 444,6-21-279,-14 11 503,-17-13-67,-8 14 51,-11-13-90,-8 12-162,-9 11-90,-11 10-84,-9 16-196,27 3 0,-1 4-1136,-5 10 1,1 2 1051,-12 13-11,19-8 0,5 1 494,6 10-522,4 11 170,19-6-98,18-6-16,20-9 22,17-14-36,-24-12 0,0-5 1709,3-4 1,0-6-1660,6-10 1,-2-5-46,-13 7 1,-3-2 33,7-18 0,-5-1-437,-8-10 417,-9 12 0,-1-7 1,-2 2-651,-2-5 1,-2-2 690,0 4 1,-1-3 0,-1 2 98,-4-5 0,-3 4-169,0 7 0,-2 4 276,-10-16-101,3 24-185,7 17-5,5 14-6,5 17-12,5 19-5,0-5 1,1 4-258,4 13 0,1 4 124,-3-9 1,0 3 0,1 2-678,1 8 0,1 2 1,0 3 826,-2-4 0,2 3 0,-2-2 0,0-5 0,-2-8 0,-1-4 0,0-1 0,0 1 0,1 1 0,-1-1 0</inkml:trace>
  <inkml:trace contextRef="#ctx0" brushRef="#br0" timeOffset="12707">13280 4718 7598,'0'-46'1865,"0"0"0,0 6 0,-4 8 1216,-10 22-2684,-6 21 214,-6 26-283,9-2 0,0 4-122,-3 14 1,2 4-155,5-11 0,1 1 1,1-2-20,-4 13 1,5 2 11,5-3 0,3 3 0,5-4-29,6-1 1,6-1-70,-1-5 1,4 3 0,4-5-335,3-11 1,5-5 0,3-2 386,9 1 0,5-4 0,-5-2 0,-4-1 0,-2-4 0,4-5 0,0 0 0</inkml:trace>
  <inkml:trace contextRef="#ctx0" brushRef="#br0" timeOffset="14066">3663 3943 14646,'-16'-46'1172,"0"1"1,-1 0 0,-4-18-1,4 7-719,7 2 1083,1 3-1334,4 33-164,-1-2 14,3 38 614,1 18-487,1-4 1,1 2 44,2 6 1,2 1-316,3 2 0,4-1 168,6-1 1,3-3-103,-2-9 1,3-2 70,1-4 1,4-4 358,28-4 1,6-8-929,-12-8 1,3-4 737,4-1 0,5-1 1,-2-5-460,-8-6 0,-1-4 1,1-1 498,-7 2 0,0-1 0,0 0 1,-1 0 129,6-4 1,-1 2 0,2-3-378,-3 1 1,3-2-1,0-1 1,1 0 331,2-2 0,1-1 0,1 0 1,-1 1-417,2-1 1,-1 1 0,1 0 0,1-1 179,-8 5 0,2-1 1,0 1-1,-3 1 1,-3 2-4,5-1 1,-5 3-1,2 2-359,6-1 0,2 1 0,-6 5-1857,-7 5 1,-1 3 2038,9 0 1,-4 2 0,-9 6 0,-20 5-1</inkml:trace>
  <inkml:trace contextRef="#ctx0" brushRef="#br0" timeOffset="15581">9203 3454 8230,'-45'8'1202,"1"-1"0,0 1 0,-10 1 0,12 0 614,27-2-568,49-6-964,2-4 1,7-2-1243,-2 0 0,3 0 0,3-1 1045,11-1 0,3-2 0,-1 1-52,-7 1 1,-1 0 0,6-1 56,-5 1 1,5 0-1,3-1 1,0 0-1,-5 1-391,-2 0 1,-2 0-1,0 1 1,3-1 298,4-1 1,4 0 0,2 0 0,-3 0 0,-4 0-19,7 0 0,-6 0 0,3 1-5,-5-1 0,3 1 1,-2 0-1,-6 1-8,10-2 1,-4 0 209,-9 2 1,2 0 0,-8 0 39,8-1 202,-68 4-468,-15 5 0,-11 2 33,-3 0 0,-5 0 0,-4 1-221,6 0 1,-4 1-1,-1 0 1,-1 1 265,5-1 0,-1 0 1,-2 1-1,0 0 0,0-1-72,-4 2 1,-1 0 0,-1 0 0,1 0 0,-1 0 209,0 1 0,-1 0 0,0-1 0,1 1 1,3 0-47,-1 0 1,2-1-1,1 1 1,-2 1 93,3-1 1,-1 1-1,-1 0 1,4 0 0,5 0 116,2 0 1,5 0 0,-1 1-66,-10 2 0,-1 1 1,10 0 706,3 13 1700,54-10-2615,19-7 266,9-10 0,11-4 103,2-2 1,6-3-1,2-1-337,-10 3 0,1-1 1,1 0-1,4 0-287,-11 0 1,2 0 0,2 0 0,0 0 0,1-1 0,-2 1 172,8-1 0,0-1 1,0 1-1,0 0 0,0-1-9,1 1 1,0-1 0,0 0 0,0 1 0,-1-1 51,-2 1 0,-1-1 0,0 0 0,-1 1 0,-1 0 179,8-2 1,-1 0-1,-2 1 1,-3 0-222,-1 0 0,-4 1 0,-2 0 130,-2 0 0,-3 0 0,-10 1-134,-6 1-41,-69 2-61,8 7 0,-7 2 76,-17 1 0,-10 1 1,1 0-1,4 1 0,1 0 0,-4 1 27,15-3 1,-2 1 0,-2 0-1,0 0 1,0 0 27,-3 0 1,-1 1 0,0 0 0,0-1 0,-1 1-3,0 0 0,-1 0 0,0 0 0,0 0 1,1 0 8,0 1 0,0-1 0,1 0 0,0 1 0,0-1-3,4 0 0,0 1 1,0-1-1,1 0 0,2 1 58,-8 0 0,1 1 0,3 0 0,1-1-189,-5 2 1,3 0-1,3 0 137,-4 1 1,7 1 72,1 4 101,52-9-902,48-9 717,-4-4 1,6-2 47,-6-1 1,3 0-1,3-1-43,-6 1 1,2 0 0,2-1 0,1 0-9,6-1 1,2-1-1,1 1 1,1 0-9,-9 2 0,2-1 0,0 0 0,-1 1 0,-2 0-8,3 0 1,-2 0 0,0 1 0,3-1-16,2 0 0,4 0 1,2 0-1,-4 0 1,-5 2 293,5-2 1,-6 2 0,2 0-252,-2 0 0,3-1 0,-1 1 0,-8 1 1100,6-1 0,-10 2-887,2-1 1081,-47 6-1487,-45 7 146,3-1 1,-6 1-684,6 0 0,-3 1 1,-3 0 680,-7 1 1,-3 2 0,-1 0-72,10-1 0,-2 0 0,0 1 0,0 1 105,-9 2 0,-2 2 0,2 0 0,5-1 0,8-3 0,5-2 0,0 2 1,-17 6-1,-1 1 0</inkml:trace>
  <inkml:trace contextRef="#ctx0" brushRef="#br0" timeOffset="18082">2753 3048 12102,'-53'4'911,"0"0"0,6-1 0,5-2-642,-9-7-180,16 0 51,-12-8-33,4-1 17,-11-9 2,23 6 0,2-2 25,-16-18-87,23 12 1,3-1-4093,-2-27 4146,10 9 745,9-19-861,12 26 1,4-1 50,4-4 0,2 0-204,2 1 1,4 0 211,6 5 0,5 1 0,-2 4 6,-5 5 0,2 1 125,9-5 0,7-4 1,-2 4-110,5 2 0,3 1 203,-14 9 0,4-2 0,1 1 0,-1 0 757,8-2 1,-1 1 0,3 0-714,0 0 0,5 0 0,-1 1 1,-5 2-723,-7 3 0,-3 1 0,1 0 786,6-2 1,3 1 0,-1 0 32,2 2 1,0 0 0,-1 2-338,-9 1 0,-1 0 1,3 0 46,0 0 0,2-1 0,1 0 0,-6 2 151,12-3 0,-5 2 17,3-1 0,-4 1 893,13-1-789,-28 4 1,-1 1 1177,3-1-497,-13-3 3190,-23 3-4550,-9-5-1135,-4 2 200,-27-7 478,-1 5 198,-11-4 999,18 9 1,-2 1-557,-13 0 0,-2 0-359,10 2 1,-3-1 787,-9 1 0,-6-1 0,7 1 506,14 2 1,1 0-456,-12-1 1,-6 0 0,7 0-53,15 1 1,2 0-98,-8-1 1,3 0-96,10 0-280,23-4-1372,21 0 2022,18-6-167,3 2-281,0 4 1,1 1-372,22 2-52,-17 1 1,1 1 154,-6 3 1,0 2-36,2 1 1,0 2 602,5 1 1,0 3-1062,4 1 0,-1 1 10,0 1 1,-1 2 303,-5 1 0,-4 2 114,13 13-119,-37-1 0,-11 4 31,-14-4 1,-9 2-2756,-10 18 1,-5 2 3252,-5-7 1,0-5 0,10-9 0,2-4 0,-7 6 0</inkml:trace>
  <inkml:trace contextRef="#ctx0" brushRef="#br0" timeOffset="19141">6981 2231 13547,'-16'-54'373,"0"0"0,-7-1 1,-5 8-372,-1 25 1,-4 6-519,-15-9 0,-5 2 612,11 7 1,-2 2 0,-2 1-807,-8 0 1,-3 1 0,-1 2 854,8 2 1,-1 2-1,-1 0 1,-2 1-390,-5 1 1,-3 1-1,0 0 1,2 1 428,8 1 1,1 0-1,0 1 1,-3 1-19,0 0 1,-2 1 0,-2 0 0,-1 2 0,-1 0-238,5 1 1,-2 2-1,0 0 1,-1 1-1,-1-1 1,1 1 313,-2 0 1,-1 0-1,0 1 1,0 0-1,-1 0 1,-2 1-173,4 0 1,-3 0-1,-1 1 1,1 1 0,-1 0-1,2-1 1,3 1 165,-2 1 0,2 0 1,1 1-1,1-1 0,2 0 1,2 0-14,0 0 0,2-1 0,2 1 0,-1 0 0,-1 2-21,-1 2 1,-2 1-1,-1 2 1,1 0 0,4-1-1,5-2 227,-4 3 1,6-2 0,-5 4-200,0 3 0,-6 4 0,-1 1 0,3 1 0,8-2 72,7 1 0,6-1 0,0 2-495,-11 11 0,-1 4 0,8 0 204,6 9 0,11 0-587,7-1 1,9 1-129,9-1 0,9-2 371,9 0 0,8-2-158,-5-17 0,4-1 0,3-2 287,6 1 1,4-2-1,3-2 95,6 0 0,4-1 0,2-2 166,-9-6 1,3-2 0,0 0-1,-1-2 22,-7-1 0,-2-2 0,1 0 1,6-1 23,-1-1 1,6-1-1,2 0 1,1 0 0,-1-2-1,-2 0-163,-2-1 1,-1-1 0,-1-1 0,1 0-1,4 0 180,-3 1 0,3-1 0,3 0 1,0 0-1,0 0 0,0-1 1,-3-1 0,4-1 0,-2 0 0,0-2 0,0 0 0,-1 0 0,1-1-37,1 0 1,0-1 0,0 0 0,0 0 0,0-1 0,-1-1-213,0 0 1,0-1 0,-1-1 0,0 0-1,0-1 1,0 0 186,0-1 0,-1-1 0,1 0 0,-2 0 1,0-1-1,-3 1-93,-1-1 0,-3 1 1,0 0-1,0-2 0,3-1 101,3-2 0,2-2 1,2-2-1,-1 0 0,0-1 1,-4 0 32,1-2 1,-1-2 0,-3 0 0,1 0 0,0 0 14,1 1 0,1 0 0,-1 0 0,-1-1 0,-1-2 89,-1-2 1,0-2 0,-1-1 0,-4 0 0,-5 0 202,3-5 0,-7 0 1,-1-3-235,6-7 0,-1-3 0,-6-1 80,-6 3 1,-5-1-1,-7 0-422,-7 4 1,-5 0-1,-8 1-83,-8 2 0,-7 2 0,-6 3 41,-12 0 1,-7 5 0,-5 4 134,1 7 1,-4 2 0,-4 4 0,-1 1-110,1 3 1,-3 1 0,-2 3 0,-1 1 0,-2 2-487,11 1 0,-2 2 0,-1 1 1,-1 1-1,0 0 0,0 1 0,1 0 716,-8 0 1,-1 1-1,1 1 1,1 0 0,1 0-1,4 1 1,-9 0 0,2 1-1,4 1 1,4-1-1,8 0 1,0 0 0,0 1-1</inkml:trace>
  <inkml:trace contextRef="#ctx0" brushRef="#br0" timeOffset="21567">8618 6633 15272,'-7'0'-1462,"1"0"1966,6 0-224,87 5-1157,-38-10 1,5-3 933,-6 3 0,6 1 1,3-1-1,0-2-774,2-3 0,1-2 1,1-1-1,2 0 736,-5 1 0,1 1 0,2-1 0,0 1 1,2-1-196,-7 2 1,1 0-1,1 0 1,1 0 0,0 0-1,1 0 177,-6 2 1,0 0 0,1-1-1,0 1 1,1 1 0,-1-1 0,1 0-198,1 1 0,1 0 0,1 0 1,-1 0-1,-1 0 0,0 0 0,-2 1 192,9-1 1,-3 0 0,0 0 0,1 0 0,3 1-89,-7 1 0,4-1 1,1 1-1,1 0 1,0 0-1,-3 0 1,-3 1 84,6 0 0,-3 0 0,-1 1 1,-2 0-1,2 0 0,2-1 0,1 0 1,-1 0-1,-2 1 0,-3 0-18,-3 1 0,-2 0 0,-4 0 0,-8 2 302,-1 1 0,-8 2-277,-3 1 224,-72 15-219,-6-9 1,-12-1 43,14-1 0,-5 0 0,-4 0 0,1 0-46,4-1 1,0-1-1,-2 1 1,-1-1-1,0 0 7,3-1 0,-1 1 1,-1 0-1,0-1 0,0 1 1,2-1-5,-2 0 1,2 0 0,0 0 0,-1 1-1,-5-1 6,2 0 1,-4 1 0,-2 0 0,-1 0 0,0 0 0,3 0 0,3 0-20,-2 0 0,3 0 0,1 0 1,0 0-1,-5 0 13,6 0 0,-3 0 1,-1 0-1,-2 1 1,2-1-1,2 1 1,2-1-160,-3 1 1,2 0 0,1 0 0,3-1 0,0 1 147,-4 1 1,1 0 0,3 0 0,3-1 288,1 0 1,3 1-1,4 0-511,-10 4 1,11 0 226,16 0 408,47 3-312,17-12-20,7-5 1,12-4-1,1 0-29,-8-1 0,1 0 0,1-2-28,-6 2 1,2-1 0,0 0-1,3 0 11,-5 0 0,2-1 1,0 1-1,1-1 0,-1 1 59,7-2 1,0 1 0,1 0 0,5-1-86,-14 2 1,4 0 0,2 0 0,1 0 0,0-1 0,-1 1 0,-2 0 1,2 1 1,-2-1-1,0 1 1,-1-1-1,2 1 1,1 0 3,-1 0 0,3 0 1,2 0-1,-1 0 1,-1 1-1,-4-1 1,-5 2-7,5-1 0,-6 1 0,-2 0 1,1 0 11,22-1 1,-2 1 0,-14 0 1430,-13 3-1340,-19 0-82,-60 8 0,-25 2-34,22-4 1,-6 2-437,-2 0 0,-12 1 0,-4 1 1,1 0-1,8-1-147,1 0 0,4 0 0,-4 0 592,1-1 0,-7 2 0,-1-1 0,4 0 0,11-1 0,1 0 0,6-1 0,-1 0 0,0 1 0</inkml:trace>
  <inkml:trace contextRef="#ctx0" brushRef="#br0" timeOffset="24357">18411 1578 25928,'-11'34'-667,"0"-1"1,1 0 0,1 2 128,0 13 1,1 1-811,0-6 0,-1-2 1198,2-9 0,0-1 130,-3 8 0,0-3 66,-1 4 911,-4 9-25,8-28 1306,3-11-1154,2-17-1668,1-4 318,0-22 31,3-30 134,0 25 0,0-3-53,3-14 0,2-1 44,2 2 1,2 2 27,-1 8 1,1 1-9,4-8 0,4 1 736,4 6 0,2 1-232,-6 7 1,3 1 92,16-9 0,4 6 315,8 10-147,-13 11 1,0 3 733,22 7-623,-2 17-771,-3 12-277,-27-3 0,-1 3-14,-1 5 1,-1 2-588,12 23 294,-17-16 0,0 3-357,0 5 0,-2 1-319,-2-9 1,0 3 550,0 1 0,1 4 1,-1-4-103,-4-6 1,-2-1-77,5 12 1,-4-1-2391,-4 9-140,-13-20 3106,-9-9 1,6-16 0,-1-2 0</inkml:trace>
  <inkml:trace contextRef="#ctx0" brushRef="#br0" timeOffset="25000">18344 1874 32767,'-3'-49'-2636,"0"0"1,7 6-1,10 8 3260,30 17 0,10 10 570,-13 1 0,3 1-1017,6 3 0,5 0 1,-3 1-303,6 0 0,2 2-532,-13 0 0,5 1 0,-1 0 0,-4 0 36,9 1 1,-4 0-268,5 1 1,-4 1 265,9 2 1085,-5-2-863,-8-1 266,-14-2 2528,-23-4-742,-8 1 1118,-1-2-1272,-2 3-1479,0 0-704,0 6-1150,-1 7 199,-3 12-228,1 3 948,0 4 0,-1 3-860,-1 26 1500,1-15 0,0 2-430,0-4 0,1-1 284,0 1 1,0-1 624,0-9 0,1 1-139,5 10 0,1 0-391,6 18-111,3-2 155,-4-18 574,-8-30 246,-1-3-376,-6-11 1636,-11-14-967,-14-17-367,4-1 0,-1-3-18,7 10 1,0-1-74,-3-7 0,1-4-227,9-4 0,4-1-152,5 6 1,2-2 89,2-16 0,5-2-848,7 13 0,4 3 760,-2 9 0,4 2 237,13-7 1,3 3 274,-9 14 1,1 1 157,12-7 0,2 3 320,-8 10 0,1 3 384,1 2 1,-1 3-199,-1 3 1,-1 4-1172,27 9 0,-17 4 0,0 29 0,-25-4 0,-7-7 0,-4 1-1164,-19 27 117,2-31 0,-5 0 173,-3-2 1,-3-3 173,-2-3 1,-1-2-1310,-27 11-2991,0-10 5424,12-9 1,17-6-1,12-4 1</inkml:trace>
  <inkml:trace contextRef="#ctx0" brushRef="#br0" timeOffset="25500">20184 1784 32767,'-5'56'-2311,"-1"1"1,0-3-1,-1-2 1280,-1-16 0,-2-3 753,2 3 1,-1 0 120,0-2 1,1 0 91,0-2 0,0-2 50,-7 21 88,3-10-1761,3-14 2749,5-11 176,2-8-522,4-11-19,4-12-365,6-16-85,4-18-157,-2 3-113,-1-7 1,-1-5-77,-4 19 1,-1 0 39,3-15 0,0-1-72,-4 11 0,0 3-279,-2 8 1,0 1 170,1-4 0,1 0-170,8-25 121,6 15 486,9 13 748,10 10 723,-2 13-500,-4 8 1,1 5 860,19 11-1207,-15-3 1,0 3-295,-8 3 0,-3 3-528,-3 7 0,-3 2 0,2 11-485,-21 20-1695,-47-18 976,4-8 879,-2-13 0,-5-5 107,10-8 0,1-2 4,-1 1 0,-1-2 537,-11-1 1,5-2-1,13-1 1,-13-1-1</inkml:trace>
  <inkml:trace contextRef="#ctx0" brushRef="#br0" timeOffset="26456">19341 3248 10549,'24'-45'1381,"-1"1"0,1-1 1,-1 3-1,-1 0 1,-3 7-845,3-2 141,-5 6-804,-14 30 782,-5 14-629,-9 25-4,1-6 0,-1 1-183,0-2 0,-1 2 152,-6 15 1,0 3-286,2-6 0,1 2 268,1-2 1,0 3-1,0 0 12,2-5 0,0 0 1,1-2-100,-3 11 1,1-4 163,3-11 1,-1-6 172,-12 0 143,-9-8-49,2-12 0,-2-3 72,-14-3-172,4-12 0,0-5-5,6-5-126,3-2 0,2-2 72,-3-12-83,11 7 1,2-1-125,-6-8 358,4 2-831,12 21 1061,8 14-350,-2 9-162,9 13-118,27 28 73,-6-18 49,-2-9 1,3-2 202,27 5-52,-21-15 0,2 0 13,11 2 0,3-2-82,10-1 0,1-4-469,-9-2 0,0-3 633,5-3 1,-4-4 143,10-4-166,-29-2 1,-2-3 235,22-21-266,-3-2-585,-4-7 419,-19 16-142,-10 9-1527,-8 9-261,-6 8 2067,-8 13 1,4-7 0,-4 7-1</inkml:trace>
  <inkml:trace contextRef="#ctx0" brushRef="#br0" timeOffset="28358">19051 4900 9979,'23'-49'1615,"1"1"0,-4 6 0,-5 6-1184,-7 11 1629,-6 12-2133,-3 10 774,-3 12-612,-12 30-66,-6 18-212,6-14 0,1 3 180,0 0 1,2 1 2,1 0 1,1 0-4,2-2 1,0-2 355,2-4 0,0-4-291,-4 16 129,-5-10 129,-1-21 537,-10-3-241,7-12 484,2-11-1016,12-13 468,5-2-563,11-16-16,8 2-29,22-13 17,3 12-203,-14 19 1,0 3 224,12 0 1,-7 7 0,2 2-46,19-1 26,-14 2 0,2 0 22,-7 0 1,0-1 2,-1-1 1,1-2 18,-2-1 1,-1-3-79,-2-2 0,-2-2 116,22-19 21,-11-3-16,-16 8 151,-8-8-95,-12 14 0,-3-8-50,-3 13 61,-4 0-135,3 10 297,-2-1-381,3 14 357,-2 14-238,-1 5-12,-2 7 0,-2 4-17,-7 24-360,3-14 1,-1 2 359,2-5 0,-1-1-39,-1 0 0,2 0-87,0-1 0,1-1-317,3-3 0,2-1-946,-1 23-622,18-16-935,15-18-1069,23-16 2211,-16-11 1,1-4 773,28-7 866,-10-7 0,1-5 181,-15 7 0,-1-3 61,17-10 1,-2-2 389,-14 5 1,-3 0 371,-4 1 1,-2 1 428,-6 3 0,-3 0 1884,9-13-514,-15 11-1318,-12 12-895,-12 7 747,-4 7-814,-27 14-135,8 7-27,-17 17-57,14 6 121,9 5-227,10-8 23,9 19 32,14-23 85,9 13 84,14-21 11,9-7-6,9-9-122,-7-6 234,22-18-134,-22-6-135,-12 1 1,-1-4 95,7-28-132,-20 19 1,-3-2-10,-2-2 1,-2-1 11,-2 0 0,-2 0 46,-8-26-35,-12 12-28,-14 15-11,-12 13-73,-5 13-22,0 16-7,5 15-26,8 16-52,10 13-60,10 6 21,9 4-492,15-3 234,12-5-14,16-11 65,13-11 44,9-14 287,-27-12 0,0-4 159,0-4 0,0-3 59,-1-2 0,-1-3 46,-1-5 0,-3-2 247,22-25 6,-9-6 8,-9 1-210,-9 12 626,-8-2-528,-9 20-198,-1-2-671,-4 13 18,0 8 501,-2 10-82,-3 21-20,1-4 12,-3 25 37,1-11 31,-2 11 25,0-14 445,-6 9-535,7-26 219,-1 3 412,6-18 55,2-7-354,6-9-124,7-10 7,12-15-6,11-13-317,-2 5 262,-5 9 1,2 1 57,10-8-72,-12 13 0,0 2 4,10-1-32,-5 11 40,-2 7-33,1 12-77,-2 9-45,-2 13-63,-6 9-51,-9 10-46,-11 4-20,-15 2 4,-10-2 65,-6-4 64,2-7 405,8-12-15,10-12 190,7-8-167,10-14-45,11-10-62,16-14-68,-1 1-71,0 4 1,2 0-258,-10 9 1,2 1 229,10-8 1,2 2 56,18-3 30,-11 11-150,-12 6 6,-9 7 0,0 21-60,-11-6 38,2 18-71,-7-3 407,1 3-471,6 9 18,2-4 15,5-7 144,7-7 101,-8-11 110,9-11 60,-7-15-22,9-13-11,3-15-129,-11 7 1,-1-2-259,10-16 250,-11 14 0,0-1 223,0-5 142,-2-3-182,-11 15-3510,-20 12 3142,1 11 53,-20 9 90,9 8-29,-23 27-58,13 7-88,10-10 1,3 4-1203,12 8 1,5-1-3298,8 20 4653,7-22 1,3-6 0,-2-11 0,2-3 0</inkml:trace>
  <inkml:trace contextRef="#ctx0" brushRef="#br0" timeOffset="30141">20074 6394 12068,'16'-42'2146,"0"0"0,2-1 0,-2 8-1578,-6 22-299,2-2-125,-4 17 185,-3 7-275,2 36-99,-14 11-537,0-10 1,-4 3 621,-5 2 0,-4 0 1,-4 5 1,-2-1-54,-1-2 0,-1-1 3,1-4 0,-1-3 1,4-7 0,-1-2 317,-1-5 1,1-3 225,-9 4 98,-11-9 5,12-23-133,-14-14-196,-2-13-236,24 7 0,2-3-62,1-1 0,2-2-41,-14-25-129,14 12 79,1-3-279,10 23 1223,1-2-1455,5 15 294,2 7 436,1 10-120,3 22-37,5 7-39,2 6 95,4-14 1,4-2 105,16 13-36,-6-12 1,3-3-161,1-8 0,3-3 169,4-4 1,2-2-201,5-4 1,0-3 370,2-3 1,1-4 44,-3-2 0,-1-2 2,-4-3 1,-3-2-191,-7-2 0,-4-1-1302,12-17 1159,-20 0 1,-11 14-1,-6 5 1</inkml:trace>
  <inkml:trace contextRef="#ctx0" brushRef="#br0" timeOffset="31224">19210 8292 11637,'0'-4'3867,"0"0"-2990,0 4-416,-72-10 63,21 26-893,-6-8 1,-1 5 510,17 13 1,4 6-60,-3 1 1,3 2-48,2 1 1,3 1-41,5-2 1,4 1 113,6-3 0,6 0-121,9 1 0,5-3 67,7 9 100,28 0 29,8-27-581,-12-6 0,0-2 492,26-3-21,-19-6 1,2-4-6,8-8 0,1-5-28,1-4 0,1-3-14,-12 4 0,1-3 0,-4-2-775,9-14 1,-4-1 763,-10 8 0,0-3 16,-5 2 1,0-5 0,-1 3-39,-1 1 1,0-1 54,-2 3 1,0-1 0,-1 3-64,1-2 1,-2 4 280,13-18 762,-12 17-1058,-11 17 1584,-7 10-1495,-4 16 976,-2 13-970,-5 21-11,-8 17-372,2-23 0,-3 1 321,-4 4 1,-2 2-12,-2 1 1,-2 1-4,1 0 1,0-1-284,2-3 1,2-2 285,3-5 1,3-2-12,-3 19 0,9-18 185,5-16 325,6-11 914,9-15-1217,14-11-44,13-15-22,6-8 349,-2-2-355,-9 7-46,-11 12-178,-11 13-17,-7 7 106,0 9 17,3 7-11,4 9 243,5 7-215,0 2-23,2 1 23,3-3 17,3-5 16,5-8 23,3-6 33,6-11 12,5-12 44,3-11-5,0-12-443,-6-6 404,-5-2 78,-9 5 140,-9 10-34,-8 10-246,-7 11-224,-3 5 56,-2 8 112,-2 8 0,-3 10 420,0 12-442,1 7-23,4 3 6,6 3-118,4-3-252,4-5-762,3-6-3584,4-9 4755,-2-7 0,-6-8 0,-4-6 0</inkml:trace>
  <inkml:trace contextRef="#ctx0" brushRef="#br0" timeOffset="31382">20654 8201 11318,'0'0'0</inkml:trace>
  <inkml:trace contextRef="#ctx0" brushRef="#br0" timeOffset="32175">20490 8947 20580,'43'-38'44,"0"-1"1,0 1 0,0-1 0,0 0 0,-4 0-12,4-7 1,-2 0-774,-12 11 0,0-1 0,0 0 762,-1-1 1,0-1 0,-2 1 30,9-16 0,-2 1 286,-8 5 1,-4 2-254,-6 6 1,-5 2 620,-6-21-528,-15 14 163,-7 15-353,-1 13 1507,1 12-1535,-1 17 28,-3 20 0,8-6 0,0 4-175,-1 9 0,1 2 188,0 6 1,2 3-467,0 3 0,3 1 433,2 1 0,2 0-5,2-3 0,2-2-241,5-2 0,4-2 204,3-5 0,5-2-8,7-3 0,6-3-20,8-4 0,5-4-407,6-4 0,5-5 404,7-4 1,1-4 55,1-5 0,1-5 299,-4-3 0,0-5-216,-17-3 1,-1-4-1,-3 1-18,-3 0 0,-3-1 499,3-6 1,-7-2-360,-14-1 451,-7 2-547,-10-2 998,-17 8-1025,-20 7-6,-22 9-6,25 4 0,-1 4-452,-2 2 1,2 1 423,-20 10-194,26-2 1,5 2 188,1 9 0,0 16 16,24-10 23,9-8 73,38 11-50,-17-24-1,26 7 6,-23-19 42,9-11 0,3-5-228,-11 1 0,1-3 206,21-13 0,-2-3-34,-23 8 1,-2-3-11,-1-7 0,0-5 0,-1-1-10,-3-1 0,-1 0 1,-1-3-3,4-5 1,1-2-1,-3 1-5,-3 7 0,-3 1 0,-1 3 13,-2-2 0,-2 2 92,-5-2 1,-1 2 364,0-7-247,-5 5 0,-3 3-8,0 13-202,-4-2 276,4 23-304,-2 19 1047,-1 5-1056,-3 15 1,-2 7 5,0-4 0,-1 4-804,-3 10 1,-2 7-1,0-3 759,1-1 1,0 1-134,-1-1 0,0 3 0,1-3-1293,2 1 1,1-1 1473,1-6 0,1 1 0,1-4 0,1-5 0,1-5 0,3-3 0,-1-1 0</inkml:trace>
  <inkml:trace contextRef="#ctx0" brushRef="#br0" timeOffset="34608">9694 6161 6367,'-48'8'335,"1"-1"1,-1 0 0,-20 4 0,15-3 84,36-5 595,23-2 172,43-7-297,-4 1 1,8-2-993,-7-1 1,4 0 0,3 0 538,-5 0 0,3 0 0,1 1 0,-2-1-629,10-1 1,-2 0 0,5 0 363,-13 2 0,2 0 1,2 1-1,2-1 1,0 1-359,-3 1 0,1 0 0,1 0 1,1 1-1,0-1 0,0 1 296,2-1 1,1 1-1,0-1 1,0 1-1,2 0 1,0 0-234,-1 0 0,1 0 0,1 1 0,0-1 0,0 1 0,-2 0 0,-1 1 204,0-1 0,-2 1 0,-1 0 1,0 0-1,-1 1 0,1-1-19,7 1 0,1-1 0,-1 0 1,-1 1-1,-1 0-17,-5-1 0,0 1 1,-1 0-1,-1 0 0,-1 0 12,5-1 0,-1 0 0,-1 1 0,-3-1 5,7 0 1,-3 0 0,-4 0 219,8-1 1,-8 0-419,10-2 764,-38 0-3798,-27 0 3163,-16 1 0,7 2 0,-1 0 0</inkml:trace>
  <inkml:trace contextRef="#ctx0" brushRef="#br0" timeOffset="35291">15521 4654 20763,'0'-4'-47,"0"0"624,26-12 1,11-1 286,5 7-1121,8-7 1,1 2 597,1 18-190,-4 12 1,3 6-133,-9 3 1,0 5-463,-1 0 0,3 3 1,-4 3 513,-5 1 0,-2 3 0,-5 2-176,-2 3 0,-4 2 0,-6 2-121,-6 1 1,-7 2 0,-6-1-343,-11 2 0,-7 0 0,-6-2-2709,-9 0 0,-6-1 0,-1-5 2639,7-9 1,0-2 0,1-4 0,-12 5 0,8-7 0,14-10 0</inkml:trace>
  <inkml:trace contextRef="#ctx0" brushRef="#br0" timeOffset="36424">9512 7092 13504,'-4'-4'1346,"1"1"-1086,3 3 573,60-24 577,-9 14-1207,-9-4 0,2 1 161,0 8 0,-5 5-20,5 3 621,5 7 60,-41 12-598,-29 8-32,-7-3-284,-12 0 1,-4-1-429,8-5 0,0-1 433,-17 10 0,0 0 61,12-6 1,3-2-19,6-1 0,3-2 125,-9 13 469,20-6-409,14-10-398,22 2-452,5-9-137,18 1-43,1-5-23,5-1-14,2 2 171,-1 2 102,-7 6 225,-15-2 1181,-10 5-679,-24 6-9,-16 4 5,-23 8-135,16-18 0,-1-1-65,-1 2 0,-1-1-29,3 0 1,2 0 51,-11 9-24,17 16 306,23-22-316,10 14-79,39-9 231,7-6-56,-11-6 1,4-1-737,-5-4 1,-1-2 777,-9-1 1,0-1-13,2 3 1,-4 1 65,-9 3-109,1 3 16,-64 14-210,11-15 1,-5-1-725,-21 9 1,-6 0 617,18-9 0,0 0 0,-1 0-150,-1-1 1,0 0-1,1 0-2794,-18 2 0,3-2 3023,13-3 1,4-1 0,-5 0 0,25-5 0</inkml:trace>
  <inkml:trace contextRef="#ctx0" brushRef="#br0" timeOffset="38831">4761 10901 10126,'0'-6'5386,"0"0"-5264,-11-24 1,-7-5-19,-8 13-135,5-13 1,-3 2 609,-24 27 979,-14 9-1135,30 2 0,0 2-632,0-1 0,1 3 628,-21 24-49,26-4 1,2 4-109,3-8 1,2 3-1,0 9 1,0 5-1,5-4 145,5-2 0,2-1-175,-4 8 1,6-1-135,12-5 0,7-6-147,16-3-120,10 3 210,9-31 855,2-31-197,-8 3-191,-8-11 1,-3-2 57,-6 0 18,-1-5 0,-4-1 654,-7 1-84,1-12-381,-13 33-613,-6 12-342,3 12-1011,-5 27 1064,5 7 1,1 4-19,-2-4 1,1 5-1140,3 15 1,1 7 0,0-4 1057,-1-10 0,0-1 85,2 2 0,-1 4 1,1 1-493,-1 7 0,-1 1 0,-1-4 553,2 1 1,-2 2 93,-1-8 1,1 7 0,-3 1 0,-2-3-218,-6 6 1,-4-3 0,-1-1 141,0-1 1,-2-2 0,-3 0 122,-4 1 0,-3-1 0,-3-9-476,-8-5 0,-2-10 378,10-10 1,-2-8-184,-12-14 1,2-13 34,15-7 1,4-6-28,-8-1 1,4-8 11,11-9 1,7-9 0,4 1 292,4 8 0,3 1 1,1-4-276,1-2 1,2-4 0,1-1 0,3 3 118,2 3 1,4 2-1,1 0 1,0 3 4,2-5 0,2 3 0,3-2-11,4 1 1,4-2 0,2 1 0,-2 4 86,0 2 1,0 3-1,1-1-12,2-1 0,1-2 0,1 0 0,-1 4-24,4-2 1,-2 3 0,0 2-41,0 1 0,-1 1 0,-1 3 18,4-4 0,1 1-155,-5 7 0,1-2 0,-4 3 369,-1 2 1,-1 1-111,9-8 1,-3 1 193,0 1 332,-20 14 1360,-11 10-1714,-11 10 2029,1 1-1967,-14 21 594,4-1-707,-2 15-34,8-12-136,5 6-343,11 1-85,3 0 30,4-3-2,13 2-94,-12-16 57,15 17 40,-7-3 102,-2 3 105,-3 7 214,-12-6 74,-6-8 304,-10 9 70,1-19 397,-17 16 303,7-21 590,-8 2-334,9-10 149,-6-10-957,9-7-643,-4-9-291,8-9 141,5 6-290,6-9-298,13 2 453,6-2 294,14-3 588,5 6 534,9 0 60,-7 6-248,3 0-671,-7 5 0,0 0-153,14-7-123,-11 5 0,-2 1-100,1-3-181,-10 3-32,-9 5 54,0-3-25,2-5 79,2-3-269,6-7-186,-4 7-1421,-4 4-2150,-4 8-3382,-4 6 7518,-5 6 0,-4 1 1,-2 0-1</inkml:trace>
  <inkml:trace contextRef="#ctx0" brushRef="#br0" timeOffset="40024">6172 10654 25429,'-47'-2'173,"0"-1"1,3 2-1,6 5 109,4 24 445,2 11-503,1 10-238,7 4-139,9-10-14,7 15-175,8-31 136,13 22-206,3-32-264,11 1 346,2-20 538,6-15 385,4-15 100,0-13-116,-10 4 122,-3-13 122,-11-2-19,-3 4-95,-6 1-640,-6 28-681,-1 12-305,-2 6-276,1 8 1214,-1 6-96,0 3 7,1 15-156,6 13-198,7 7-89,-2-17 0,3 0-1601,18 23 792,-12-26 0,2-2-2791,23 17 2253,-7-15-772,18-16 2523,-19-22 996,12-12 753,-16-15 504,-8-7 1211,-4-13-1824,-9 19 2070,-4-16-2459,-6 36-519,-3-6-1574,0 19-405,0 7 1181,2 5-10,1 19 1,0-6 28,5 32 0,0-17 28,6 14 46,-5-18 201,5 6-605,-5-24 303,8-1 98,7-26 305,9-12-32,9-7 10,4-1 29,-3 4-75,-6 10-259,-11 9-156,0 11 38,-12 13-289,0 12-18,-6 15-71,0 6-88,8 1-71,13-5 296,20-8 28,-15-19 1,3-4 400,6-3 1,3-2 58,4-3 0,-1-3 114,-8 0 1,1-3 31,19-10 0,-3-3 297,1-3-315,0-7 1,-2-6 78,-27 7 0,-4 0-190,4 1 1,-4-2 262,-2-29-83,-28 25-223,-12-3-153,-20 12-67,-18 12 117,22 11 0,-2 5 188,-3 3 0,0 3-360,0 5 1,1 2 272,5 2 0,2 3-11,5-2 1,4 2 588,-7 20-634,16-4 6,19-7 51,14-6 77,18-11 24,17-13-312,-20-9 1,2-5 273,4-5 1,1-4-3,2-7 1,-2-4-15,-8 5 0,-2-3 49,-5-3 1,-1-5-1,-4 0-29,-2-6 0,-3-2-236,-2 3 1,1-4-1,-3 2 241,-3-13 1,-3 3-15,-2 12 0,-2 2 137,-3-6 1,-3 4 640,-5 1-657,-6-4-157,2 30-103,3 10 671,3 14-357,2 13-95,2 22-48,3 19 94,3-23 0,1 2-284,2 7 1,1 1-361,2 4 0,1 1-951,1 3 0,2-1-3332,3 1 0,1-3 4708,-1-7 1,1-5-1,6 12 1,-8-29-1</inkml:trace>
  <inkml:trace contextRef="#ctx0" brushRef="#br0" timeOffset="40875">8663 10442 21919,'-56'-23'228,"-1"0"1,2 5-1,0 13-202,-1 30 1,4 11-2876,19-14 1,2 2 2835,-10 12 0,7 3-22,19-10 1,5 2 470,1 2 0,2 2-476,-1 11 1,2 1-62,2-11 1,2 2-90,10 25 1,6-2 85,1-29 1,2-2 41,3 16 0,5-6 37,7-22 0,3-8 33,-4-5 0,2-5 21,7-4 0,2-3 6,-2-6 0,1-6 19,6-16 0,-3-6 177,-13 13 1,-3-4-193,-1-2 1,-1-4 0,-3 0 20,1-6 0,-3-1-19,-3 6 0,0-2 1,-1-1-437,-1 0 0,0 0 0,-2 0 458,-1 0 1,0 1-1,-2 1 92,4-15 1,-3 2 1043,-3 9 1,-2 3-606,2-18 164,-6 25-753,-3 18 258,0 10-623,0 10 2462,2 12-2086,4 17 2,3 22-16,-3-19 0,-1 4-182,0 5 0,-2 2 200,-4 6 0,-4 1-18,-2 1 1,-3 0-3,-3-1 0,-3-1 5,2-6 1,-1-2-98,1-7 0,2-3 87,-5 18 5,6-21 56,6-14 212,3-12 52,6-9 738,5-8-1019,11-14 12,10-11-12,6-5-39,3 2 17,-1 5-34,1 8-90,6 6 23,-8 10 236,-3 5-219,-10 12 44,-7 6 18,3 11-1,0 6 1,1 3-1,9 3 12,-8-13 5,7-1 101,-12-16 95,2-3-17,1-13 18,6-27-158,-7 4-25,-4 1 0,0-2 9,4-19-1,-7 22 1,-1 1 151,9-18 213,-9 18-342,-5 17-117,-5 9-107,-4 6 94,-1 7 74,-3 10-28,1 12-101,8 20-11,4-13-403,7-4 0,4-2-146,4-4-2098,6-2 1,3-3 2786,0-8 0,5 1 0,-23-13 0</inkml:trace>
  <inkml:trace contextRef="#ctx0" brushRef="#br0" timeOffset="41024">9747 10314 14992,'0'0'0</inkml:trace>
  <inkml:trace contextRef="#ctx0" brushRef="#br0" timeOffset="41775">10020 11082 22643,'31'-39'14,"0"-1"0,0 1 0,0-1 0,4-3 0,-2 0 0,-2 2 2,-4 6 1,-1 0 0,-2 1-458,6-14 1,-3-3 453,-3 1 0,-1-5 1,-2 3 0,0-1 0,-5 0 6,-7 4 1,-3-3-1,-4 8-3,-16-14 216,-1 21 0,-4 4-277,-15 10 33,1 10 410,10 16-377,-6 22-16,5 10-12,-5 10-2,17-12 0,3 2-94,3-2 0,3 3 77,6 22 0,4 4-621,4-8 1,4-1 614,1-1 0,5-1-81,5-3 0,5-3-134,9-1 0,2-2 187,-9-7 0,3-1-1,-1-7 0,3 1 1,0-7-303,13-6 1,0-8 338,2-2 1,1-6-1135,8-7 1,-3-6 1161,-20-1 1,-2-3 13,16-14 1,-4-2 208,-1 0-86,-5 1 1,-5 0 328,-16 8-443,0-1 1157,-32 20-1253,-16 19 772,-5 1-715,1 8 0,1 4 0,-2 3-23,6 3 0,4 0 29,10-5 3369,5 21-3331,13-28 125,7 5-85,9-13-6,9-6 0,7-11-44,-5-5 38,11-18-33,-22 1 0,-1-6-553,2-2 0,-2-5 539,4-14 0,-3-1 0,-9 13 0,-2-1 31,0-12 0,-2-2-318,-5-2 1,-2 2 311,0 10 0,-1-1 101,-4 4 0,-2-2 0,-1 6 280,-7-14-204,3 19 0,-1 3 70,-1 5-219,5 13-112,1 9 23,4 8 1033,-2 27-1011,1 19-14,-1-5 0,1 4-2,0-9 0,0 4-18,-1 9 1,1 6-1,-1-2-805,2-11 0,-1-3 0,0 4 318,0 2 0,0 5 1,0-1-1,0-4-907,0-1 0,1-4 0,-1 1 1428,1 3 0,-1 1 0,0-8 0,1 12 0,-1-2 0</inkml:trace>
  <inkml:trace contextRef="#ctx0" brushRef="#br0" timeOffset="42717">11873 10426 18317,'11'-48'1506,"-1"-1"0,1 2 0,-4 8-740,-9 20-446,-2 2-448,-1 8-146,-10 24 547,2 3-205,-3 8 0,-1 5-120,2 0 0,0 3-386,-2 10 0,0 2 428,4 2 1,5 1-18,10 5 1,7-1-23,5-10 1,5-3-1533,12 3 1,5-5 1425,-7-15 0,2-5-183,13 2 0,4-4-1615,-5-7 0,3-1 1963,-5-3 1,4-1-1,-5 0 1,-3 0-1,-3-2 1,-2-2-1,0 0 1</inkml:trace>
  <inkml:trace contextRef="#ctx0" brushRef="#br0" timeOffset="42931">12831 10137 17904,'-4'-9'4611,"1"3"-3760,3 6-605,0 0-307,-29-28 83,28 35 23,-8 6-37,21 21 1,10 8-601,-4-3 1,1 2 589,-2-2 0,1 2 0,0-1-12,4 12 0,-1 0-27,-4-9 0,1 2 0,-4 2-1419,-3 9 0,-5 2 0,-2-2 1460,-5 9 0,-3-4 0,-1-4 0,-3-7 0,-12-7 0</inkml:trace>
  <inkml:trace contextRef="#ctx0" brushRef="#br0" timeOffset="49248">19724 9791 18000,'16'-10'442,"-11"26"-378,-10 24 1,-6 9-1465,-5 6 0,-1-1 1419,2-8 1,-2 1 6,-2-2 0,-4 4 1,1-5 38,0-3 0,-2-2 97,-8 14 1,-3-5 204,9-22 0,0-7-82,-14 0 270,-10-16 21,-6-30-439,28 11 1,1-2-15,-3-8 0,2-2 1492,-4-18-1345,10 11 720,10 12-973,6 14 423,-6 11-446,1 5-50,-22 25-67,13-2 27,-3 16 85,29-9 79,21-4 10,25-4-47,-16-16 0,3-3-652,7 0 1,2-3 631,6 0 0,0-2-6,2-2 1,0-1-3,-3-1 0,-1-2-286,-6-1 0,-2-3 115,-7 0 0,-2-3-1596,16-9 1764,-21-3 0,-16 9 0,-11 2 0</inkml:trace>
  <inkml:trace contextRef="#ctx0" brushRef="#br0" timeOffset="50132">18527 11879 14312,'1'-58'1637,"0"1"1,-1 5-1,-7 9-1161,-26 18-465,7 13 222,-18 10-267,7 19-16,-13 16 8,15 1 0,1 4 0,4-1 0,2 2-148,0 0 0,2 2 114,7-2 1,5-2-59,3 16 72,9 3 107,11-17 798,8-18-20,0-18-379,-2-9-242,-1-12 229,15-28-200,-1 1-327,-7 12 1,0-1 179,8-7 402,7-2-475,-16 26-78,6-1 61,-12 28 73,3 41-61,-7-4-238,-3 4 0,-3 6 237,-4-7 1,-3 2-476,-1-5 1,-2 2 0,-1 2 450,-3 3 1,-2 2-1,-2 0-15,2-11 1,-2 1-1,-1 0 1,-2 1-40,-2 0 0,-1 1 0,-2 0 1,0 0-1,0-1 12,-4 4 1,0-2 0,-1-1 0,0 0 47,1-2 0,-1 1 1,-1-3-1,0-3 30,-6 4 0,-1-5 0,1-6 73,0-5 0,-2-7-53,-8-4 0,2-11-116,-8-36 9,31-10 0,9-6 36,9 2 1,8-2-481,5-2 1,5-3-1,3 0 480,4 4 1,2 0 0,4-2-251,-2 4 0,2-1 0,2-1 0,2 0 271,-1 4 1,3 1 0,2-1 0,-1 1 0,0 3-201,2-3 1,0 1-1,0 2 1,0 1 146,-1 2 0,-1 2 0,0 0 1,-2 2-387,5-2 0,-1 2 1,-2 2-1244,4-4 1,-1 2-947,9-7 0,0-1-214,2 1 1,-3 3 2854,-18 12 0,-3 2 0,21-13 0,-40 28 0</inkml:trace>
  <inkml:trace contextRef="#ctx0" brushRef="#br0" timeOffset="51525">19044 11791 10506,'0'-5'6312,"0"2"-4654,0 3-1580,3 26-22,17 7-34,-1 14-234,4-15 0,2 0 186,2 6 1,0 0 14,-5-7 0,0 1-12,5 16 1,-4-1 78,-12-6 90,-11 12-57,-13-28 170,-36-2-153,19-14 199,-5-3 1,-1-2 399,2-8-324,-7-1 315,24-8-371,12-5-381,16-10-67,26-11 78,15 4 39,-17 16 1,2 3-4,-1 2 1,-1 1-188,1 1 0,1 1 190,-3 1 1,-1-1-1,-1 1 0,-2 1 6,12-5 320,2-5-286,-7-5 0,-2-4-6,-4-7 33,-14 5 62,-9 1-67,-4 10 445,-13 2-473,-7 12-11,-5 1 16,-25 20-27,11 6-12,-8 7-22,10 9-17,14-3-16,3 22 10,11-9 18,9-3-1,17-6 51,1-20 61,12 2 85,-2-16 90,7-23-186,-11 1 84,8-29-61,-19 18 128,7-24 392,-5 3-78,-5 3-95,-3 4-202,-8 23-212,-2 10-85,-1 5-425,0 5 336,0 7 156,0 11-5,0 13-33,-1 15-144,1-12 1,-1 1-104,0 15-143,0-15 0,0-1-776,2 3-44,2 2 588,6-19 565,8-16 169,10-21 117,7-15 25,-13 8 0,0-2 151,2-4 1,0-2-205,0-1 1,0 1 279,13-19 71,-14 20 0,-1 3 2,0 0-342,2-3-229,-15 21-331,-6 8 308,-2 5 112,4 20-11,-2 9-5,3 23-18,-1 1 246,-2-4-256,2-16 182,2-6-132,-1-21 106,0 0 45,1-11-6,5-12-145,-2 3 50,8-18-22,-3 3 292,5-6-360,0 2-66,-3 9-74,-2 9-22,-2 9 79,-1 5-258,8 23-106,-2 5-309,7 20-414,2-1-174,9-4-1441,-3-21 0,2-3 2164,17 5-865,-9-13 0,1-4 1363,17-8 91,-24-5 1,0-2 267,16-7 338,-21-4 1,-4-5 463,0-11-539,3-9 2994,-18-18-2551,-13 20-230,-8-17-510,-6 27 3063,-17 7-3175,-26 19-87,26 5 1,-1 2 151,-9 6 1,1 3-167,8 5 1,2 2-15,4 1 0,4 1-47,-11 26-34,15-4 12,21-5 288,19-8-227,19-12 28,17-11 5,-23-11 1,1-4-238,3-4 1,0-4 279,0-5 0,-2-6 38,5-18 1,-5-4-62,-10 14 1,-2-3-4,-4-4 0,0-5 1,-3 5 5,-4 6 0,-2 1 61,3-10 1,0-4 0,-1 4-299,-3 4 1,0 2 390,2-14 0,-2 4 193,-3-1 125,-8 20-466,0 15-297,-4 10 151,-1 14 642,-3 4-539,-4 14 1,0 6-23,2-1 0,-1 4-366,-7 20 0,1 5-229,6-19 1,2 0 0,0 1 249,-2 9 0,0 1 0,2-6 0,0-2 0,2-4 0,0-2 0,0-1 0</inkml:trace>
  <inkml:trace contextRef="#ctx0" brushRef="#br0" timeOffset="52574">21816 11792 16964,'-57'-6'274,"0"0"0,2 5 1,4 11-214,14 17 1,4 9-955,-1 2 0,2 2 943,2 3 1,2 2 10,2 8 1,4 0-45,7-17 0,3-1 296,0 3 0,6-1-196,16 21-66,2-23 83,11-2 1,5-3 482,21-11-419,-11-7 1,1-5-20,-1-10 1,-1-6-194,1-3 1,-1-6 136,2-6 1,-2-4-85,-2-6 1,-1-4 27,-1-7 0,-1-3 0,-2-5 0,-2-3-22,-10 17 0,0 0 0,-2-1 41,7-17 1,-2 0 50,-4 6 1,-1 2 69,-4 9 0,-1 1 326,5-18 10,-7 18-218,-4 18-404,-2 10-117,0 8 471,3 12-263,5 13 21,2 23-28,-7-13 1,0 4 249,-2 5 1,-1 2-248,-4 4 1,-1 0-428,-1 0 1,-1-1 418,-1-3 0,0-1-9,2-1 1,0-3 8,-1 10-11,5-7 28,1-31 420,2-2 444,2-10-752,6-9 876,5-10-882,5-9-6,1-4 12,-6 6-84,-6 9-191,-6 10-27,-3 7-90,-2 5 229,2 7 45,1 12 17,4 10-17,5 6-3397,4-1 3386,5-3 11,5-7 45,5-6 51,5-10 72,4-10-17,4-16-27,0-14 5,-3-15 1488,-22 19 1,-2-3-1455,11-28 263,-9 0-162,-9 19-174,-6 10-68,-4 19-89,0 6-297,0 2 487,0 6-128,-2 19-40,1 11-61,-1 5-482,1 11-1036,1-10-3221,0 9 4834,0-11 0,0-17 0,1-13 0</inkml:trace>
  <inkml:trace contextRef="#ctx0" brushRef="#br0" timeOffset="52741">22886 11702 17820,'0'-4'2829,"0"1"-8262,0 3 5433,9 14 0,-7-11 0,6 11 0</inkml:trace>
  <inkml:trace contextRef="#ctx0" brushRef="#br0" timeOffset="53557">22785 12380 23091,'40'-18'151,"-1"0"0,0-1 1,19-11-1,-9-2-106,-6-14-642,-8-3 0,-3-2 600,-15 22 0,-1-1-219,3-8 0,2-4 1,-4 3 229,-3 2 0,-4-1 44,2-12 1,-3 0-23,-5 13 1,-4 1-1,-2 0 1,-2 4 522,-10-8-464,2 15-33,0 8-336,6 11 791,-1 5-567,1 5 50,-15 28-17,7-7-17,-7 16 1,0 4 27,4 5-686,4-9 1,0 9 0,3-6 691,4-10 0,1 1-41,-1 16 0,1 7 0,2-7-66,2-15 0,4-2-2,4 11 1,3 5 0,4-7 43,6-10 1,5-4 39,10 14 0,6-5 8,8-14 0,1-6-173,-16-5 1,2-4 175,14-3 0,-3-6 31,-4-7 11,-8-2 0,0-6 39,-4-5 0,-1-3 25,-1 0 1,-2-1-29,-3 1 1,-3-1 349,0-19-246,-16 20-84,-13-9-67,-3 19 2724,-11 2-2708,-13 9-27,4 4-23,-6 2 172,4 9-189,0 19 29,9-10 501,-6 21-518,22-16 0,1-1 10,8 3 35,7-8 89,1-5-17,2-5 157,12-23-140,1-10-22,17-25-57,-8 3-1707,-4-8 1,1-5 1678,-6 8 1,0-4 11,0 2 0,1-3 0,0 0-453,-4 4 0,-1 2 1,0 2 477,4-11 0,-2 3-45,-2-4 0,-4 3 208,-8 14 0,-4 2-48,-2 3 0,-2 2-12,-4-17 79,-10 30 2363,10 15-2598,-5 15 11,4 21-12,-2 8-22,2 15 1,1 6 442,2-6 1,0 1-416,1-12 1,-1 2 0,1 2-480,2 13 0,1 3 0,0-4-333,-1 4 0,0-1-2459,1-3 0,0 2 0,-2-6 2679,0-6 0,-1-6 0,-2 14 0,1-41 0</inkml:trace>
  <inkml:trace contextRef="#ctx0" brushRef="#br0" timeOffset="55915">23019 5683 14790,'0'-8'2319,"0"2"-1596,0 6-858,0 0-94,-3-33 447,-6 47-134,-2-26-9,-2 41 1,1 16 42,0 9 24,4-17 1,4 0 435,14 9 200,10-18-38,12-13-225,9-22-168,14-16-219,-21 1 1,3-4-587,7-6 0,2-3 502,-10 7 1,0-1 0,2-1-532,3-2 0,1-1 1,1 0 502,3-1 1,0 0 0,1 0-4,0 1 0,0 0 0,1 1-6,-2 2 1,0 1 0,-1 2-8,-3 2 0,0 1 0,-1 1-376,12-5 0,-1 4 45,-9 5 1,-2 4-1742,20-1 2072,-22 22 0,-21-4 0,-10 10 0</inkml:trace>
  <inkml:trace contextRef="#ctx0" brushRef="#br0" timeOffset="56682">16723 9012 17214,'20'-52'795,"-1"0"0,-3 6 1,-3 11-6686,-7 24 5711,-4 8 1505,-2 6-1035,1 39-263,0-14-25,1 8 0,1 3-48,6 14 28,-3-20 0,2 0 17,14 24 939,4-10-693,4-16 354,3-13 116,5-19-256,14-22-592,-17 2 1,2-5 190,10-8 0,2-4 424,-10 9 1,1 0-1,0-1-463,3-3 1,1 0 0,1 0-8,1-1 0,1 0 0,-1 1-13,0 0 0,0 1 0,-1 1-15,-2 3 0,0 0 0,-1 2-142,13-6 1,-2 5-1078,-12 7 1,-2 7 1233,11 12 0,-28 3 0,-14 12 0</inkml:trace>
  <inkml:trace contextRef="#ctx0" brushRef="#br0" timeOffset="60641">17756 3199 8842,'30'-35'1636,"-6"23"-1334,-23 24-56,-4 13 163,-3 0-129,-6 7-84,-4 12-39,-4 6-67,2 5-322,0 3 260,10-27 0,0 0 0,0 0 1,-1 1 18,1 0 1,-2 0 5,-1 0 0,-1-1 11,-3 1 1,-1-1-1,-2 0 1,-1 0-288,-3 1 0,1-1 274,-15 18-12,7-13 0,-1 0-20,8-10 1,0 0-6,-9 12 0,-2 1-11,7-5 0,1-1-14,1 1 0,0 2 11,2 0 0,-1 1 5,-3 10 1,1-1-1,8-14 1,0 0 2,-8 13 1,2 0-7,6-14 1,1-1-11,-4 9 0,0 2-20,1-2 0,1 2-14,-1 7 0,2 0-223,6-15 1,0-1 258,-1 14 1,1-1 7,5-13 1,0 0 11,-2 9 0,-1 2-232,0 2 1,-1 0 228,-1 1 0,0 1 0,-2 1 1,-1 0 7,-1 2 1,0 2-826,0-9 0,-1 2 1,2-3 805,-2 4 0,1 1-34,-1-4 0,-1 4 1,1-4-410,0 3 1,0 0 386,-4 10 0,1 2-92,2-4 0,0-1 125,2-1 1,2-1 22,0-2 0,1 1 22,1 0 1,0 3 18,1-7 0,-1 2 0,1-3-16,-1 4 1,0 1 7,0-2 1,-2 5 0,1-4-6,-1 4 0,-1-1-191,2-7 0,0 2 1,0-1 158,0 0 0,1-1 1,0 1 3,0 9 0,0 1 0,1-4 11,0 3 0,1-1 13,3-6 0,0 3 1,2-5 860,1-1 0,2-1-824,-1 11 1,1 2 10,1-4 1,-1 2-2,1-10 0,-1 1 0,0-2-38,0 2 1,0 1 1,-1-4 1,0 3 0,-1-3 6,0 3 0,-1-2-6,-2 12 1,1 2-15,-1-3 0,0 0-24,2-13 0,0 1 1,1-1 1,-1 10 0,1-1-3,1-3 0,0-2 0,2-3 1,-1-3 418,0-7 0,0 1-399,0 8 0,-2 2 19,-3 11 1,-2-2 210,3-16 1,-1 0-202,-4 4 1,-3 4 0,2-6 1047,-7 14-1041,-1-4 0,-2 1-11,7-19 0,-1 0 0,-3 7 0,-1 2-3,-4 7 1,1 0-26,2-7 0,1-1 36,1-2 1,0 1-37,1-2 0,0-2 5,2-4 1,0 0-1370,-5 7 0,0 2 1406,-1 0 0,-1-2-23,5-8 1,-1 0 95,-9 12 0,0 0-56,6-13 0,1 1-17,-10 12 1,0 0-21,5-8 0,0 0 6,-5 6 0,2 0-74,9-13 0,0 0 26,-5 10 1,1-1-1,-1 10-5,10-17 0,-1 1 14,1 4 0,0-1 8,-4 11 178,5-9 0,-1 0-133,-3 2-23,-3 8 63,-2-9 156,0-7-23,-1-3 3093,-1-3-2913,9-11 41,3-5-119,0-2 474,4-3-430,-13 0-111,-20-6-214,7 1-11,-15-4 284,10-3-98,-14-9-13,0-5 108,-1-6 66,22 4-168,12 9 219,5 0-11,9 6-309,0 2-296,4 4 22,1 4-940,1 2 834,0 5 352,1 3-33,6 10-22,4 6-17,8 7-23,-2-4 12,12 18-12,-14-20 17,1 3 0,1 2-5,1 2-6,4 7-11,-4-11-6,-6-14 140,3-1 135,1-7-40,8-8-123,8-6-78,-2-1 39,21-10 17,-19 6-39,7-3 27,-11 4 1,-15 6 66,0 1-49,-9 4-186,-3 1 63,-2 2 94,0 3-22,0 3 34,0-1 134,-1-2 162,2-2 505,-1-3-420,-7 0-393,-4-3-39,-12-1-16,1 0 27,-25-6 6,8 0-17,-20-8 0,12-7 17,3-6 28,7-7 28,7 1-33,10 8 55,-1-6-61,8 11-6,-5-9-16,9 12 21,-5-6-16,8 11-5,-2-3 5,4 7-28,3 6-79,1 2-173,1 2 51,0 2-393,0 3 577,2 7 57,4 10-46,1 1 6,13 22 0,-3-12-6,16 19 6,-11-23 0,12 6 23,-6-16-1,1-1 90,28-1-17,-11-10-232,-11-5 0,2-1 184,-4-4 1,0-2-4,3-3 1,-1-2-11,22-10-3,-14 3 0,0-1-3,8-5 2,-16 8 1,-3 1 182,-1-1 213,-15 9 16,-11 5-128,-4 3-174,-2-1-118,-1 0 314,-1-2-403,1 2-403,0-1 285,0 8 174,-3 4 39,-4 13-28,0-2 33,-14 23-10,4-14 22,-13 16 16,0-12 18,-7-5 16,-8-6 17,-7-8-17,-5-7-22,-1-13-40,1-8-419,1-13 408,6-6-5,6-4 5,10 2-5,12 9 0,-1-7-12,13 12-5,-4-7 6,8 11-6,3 4-50,2 5 313,1 4-386,2 2-375,-2 4 352,2 3 146,-2 8-22,3 7 5,3 5-11,5 3 11,6-2 6,5-2 11,4-5 0,2-3 0,1-3 11,-1-3-11,-1-3 28,0-3 28,2-2-22,6-4-18,8-6-55,10-6-168,-20 3 0,2-1-1875,4-1 0,1 0 2082,-3 1 0,-3 0 0,12-2 0,-21 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0T15:26:36.92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2896 4019 15885,'0'-5'5062,"0"0"-4092,0 5-439,-60-27-465,35 31 209,-16-7 1,0 8 58,21 19 1,4 7-749,-7 10 0,1 3 550,-1 9 1,2 2-415,7-15 0,0 1 0,2 0 330,1 0 1,2 1-1,0 0-64,-1 16 1,4-1-278,5-7 0,5-3 225,3-7 1,7-2-285,11-4 1,5-5 219,-2-8 1,2-5-851,9-2 0,1-5 779,12-10 1049,7-16-704,-18-21-131,-9-5-24,-13-14 110,-25 10 468,-2 11-477,-13 1 323,3 12-353,-2-5 3347,7-1-3366,27-11 388,3 13-110,6 6 1,6 2 35,4 5 0,1 4 243,22-8-306,-11 10 0,-1 6 198,2 12-148,6 5-90,-15 22-654,-13 19-142,-6 3-308,-6 2 454,-9-4 80,0-13 70,6 9 13,20-1-110,-4-22 67,29-3-25,-21-26 1,1-6 49,3-3 0,-1-2-140,1-1 1,-2-4 199,-2-7 0,-4-4-5,9-23 189,-16 13 1,-4-2 102,-6 7 0,-4 0 432,-3-6 1,-5 2 4,-10-4-276,-3 7-3265,-9 18 3180,8 10 186,-14 4 115,-1 18 231,5-2-20,-3 23-396,20-4-41,5 23-33,11-8-149,13 6-238,23-14-184,-11-17-321,24-6-29,-16-18 165,9-11 181,-3-13 89,-15-3 174,-5-16 229,-18 0 165,-8-15-149,-10 21 1,-4 0 74,-16-18 1370,9 25 0,-3 5-1518,-9 3 113,-11 12 90,5 17-36,-11 12-149,23 2 0,3 4 106,-8 24 16,9 3-120,27-2-607,26-1-19,-12-25 1,5-2-1526,26 4 0,6-5 786,-16-11 0,1-5 387,14-3 0,-1-6 612,-20-5 1,-3-5 207,19-24 647,-21 4 1314,-10-25-100,-14 15-142,-4-19-275,-8 18-905,-2 15 861,-5 5-1415,7 18-311,-2 0 6,6 10 779,1 11-496,12 22-52,4 6 94,-1-15 0,2 0-57,19 16 86,3-4 9,-6-13 192,6-4-84,5-17 11,-13-4 135,11-18 68,-25-10-66,0-3 19,-4-15-38,-3-8-104,0 0-103,1-3-157,-1 23 26,0 15-578,12 8-55,-1 13-503,12 7 328,-10 4-5619,14 22 6520,-16-12 1,2 3-1,-13-16 1</inkml:trace>
  <inkml:trace contextRef="#ctx0" brushRef="#br0" timeOffset="1842">4938 4657 6290,'7'7'8098,"-2"-1"-4517,-5-6-803,0 0-1597,14 6-851,2-10 153,17-1-394,1-18-10,2-8 4,-2-9 18,-9-6 78,-9 4 1,-12 5 1055,-14 12-1106,-13 10-67,-1 7 167,-21 8-145,17 5-72,-9 6-1,21 2 281,3 22-121,9-12-28,2 26-126,20-3-17,8 1 0,-5-20 0,5-3 0,8-1 0,1-4 11,16 7-291,-20-13 0,-1-3 125,16-1 57,11-9 143,0-8 28,-1-14-48,-23-10-3,-15 3 51,-8-22 34,-7 18 38,-1-14 40,-1 17 177,-1 11-216,1-3-69,9 8-66,1-2 1,27 2-12,-5 9-12,19 4 65,-8 14-24,-12 4-102,6 32-61,-20-7-29,-5-10 1,-1 1-760,0 24-288,4-3-448,7-6-551,10-12-1427,24-15 2936,-16-15 503,-10-11 1,0-6 600,5-20 159,-14 8 0,-2-2 338,-1-3 1,-4-1-2155,10-26 3129,-11 5-481,-9 12-443,-9 9-583,-1 12 304,-2 6-422,5 8-279,-1 3 3403,4 8-3358,7 9-6,4 13-11,8 9 0,1 8-5,-5 5-1,-7 2 6,-13-2-6,-5-7 23,-3-12 56,2-15-11,7-17-46,9-18 12,6-19 0,10-19-14,-9 22 0,1-1-143,1-1 1,2 0 142,-2 2 0,0 1 53,12-21-22,-6 14-34,-5 14-17,0 12 6,10 12 12,-5 5-12,20 17 0,-7 8-17,10 16 19,-22-21 1,-1 2-8,16 24-1,-6-3 12,-7-9-6,-7-10 0,-3-11 17,-3-10 291,4-8-286,8-14-22,11-15-6,11-12-288,-19 18 0,1 0 302,0 2 1,-1 1 7,13-8-16,-1 7-11,-22 16 11,4 1 0,-9 12 6,2 7-23,4 10 611,5 6-583,5 3-16,10 2 5,11-2 0,-11-17 0,2-1 11,17 3-161,-16-10 0,0-2 162,8-7-1,9-9-17,-11-11 12,-9-12 39,-12-7-23,-11-3 6,-12 3 11,-12 8 0,-11 12 12,-13 10 310,-7 10-350,4 4 17,-13 16-33,23-1 33,-5 19-40,26-5-4,19 8 10,8-14-39,9-6 0,5-3-27,7 0-1787,15 0 1,2-4 1735,-4-5-48,7-5 0,0-2-153,-12-7 310,-6-1 0,-2-5 31,1-13 33,2-12 45,-11-5 141,-6-6-141,-11 17 95,0-2-27,-10 23-119,-2 1 24,5 12 3222,-3 3-3234,11 16 5,0 6-22,7 13-39,1 7 17,-1 6-11,-2 3-6,-1-3 0,-4-14 398,11-6-359,-4-23 23,18-8-4,-14-16 1,-1-6-45,-1-1 0,-1-2-180,1-2 1,-1-1 193,-2-1 0,0 0 39,2 2 0,-1 2-50,12-10 17,9 0-34,-33 28 28,7 1-17,-3 9 0,9 7 0,7 8-11,10 5 17,-11-10 0,2-1-6,16 5-3,-12-8 1,1-4 2,14-5 31,-16-9 0,0-4 20,17-18-29,-9-9-2,-31-4 0,-5-3-569,-2-12 546,-2-5 1,-3-5-598,-4 15 0,-1 1 611,0-10 1,-3-1 13,-9 2 1,-2 4 19,-3-5-17,-11 12 79,16 40-101,4 5-45,0 10 61,6 26-27,12 21-12,-4-24 1,3 2 52,5 15 1,5 4-78,-2-12 0,4 2 1,0 0-144,1 0 1,1 0 0,3 1 75,5 5 0,2 1 0,0-4-10,2-3 1,1-4-525,9 3 1,0-2 25,-10-11 0,1-1-4311,10 5 1,-1-2 4047,7 6 0,-10-12 1,-34-22-1</inkml:trace>
  <inkml:trace contextRef="#ctx0" brushRef="#br0" timeOffset="2010">9406 4492 24419,'-5'-2'1703,"1"0"-1577,27-22 0,16-6-110,-1 11-936,-2-1 1,7-5 0,-1 7 810,2 10 0,2 6-1751,-3 0 0,4 1 1,-4 2 1420,5 1 1,-3 1 0,-6 1-1,-6 0 1,-11 2 0</inkml:trace>
  <inkml:trace contextRef="#ctx0" brushRef="#br0" timeOffset="13925">24710 3954 21338,'-20'-38'284,"-1"-1"0,-1 6 0,-4 12-122,-25 41-83,2 6-1187,1 11 1,-2 6 1149,15-9 0,0 3-29,3-2 0,-2 3 1,4-1 8,-2 11 0,7 0-22,6-2 0,5-2 365,6-10 0,6-1-332,14 6 1,8-2 67,26 2-162,-8-14 0,5-4 117,0-10 0,2-5 8,4-4 0,1-4 3,1-4 1,-1-5 2,-1-5 0,-1-4 8,-5-4 1,-2-2-12,-5-4 0,-3-1 36,-5 1 1,-3 0 95,-5 3 0,-4 1 518,4-17-386,-12 19-231,-7 8 1173,-6 13-1239,-3 6-12,-4 7 17,-2 10 693,2 11-743,5 8-11,5 7-79,8 3-236,5 0-654,6-2-1782,4-5 2773,3-6 0,-11-17 0,0-6 0</inkml:trace>
  <inkml:trace contextRef="#ctx0" brushRef="#br0" timeOffset="14079">25182 4029 14975,'-3'-6'4358,"1"1"-5193,2 5 835,-27 0 0,21-1 0,-21 1 0</inkml:trace>
  <inkml:trace contextRef="#ctx0" brushRef="#br0" timeOffset="14675">25625 3881 22369,'-11'-54'894,"1"-1"0,1 6 0,-1 11-714,-4 25-141,4 15 11,3 19-22,2 24-42,2-10 0,1 3-560,0 11 0,0 3 534,0 8 1,1 2-473,1-17 1,-1 0 0,2 1 330,1-1 0,1-1 0,1 0-189,4 18 1,2-3-200,2-7 1,0-3 198,-2-14 0,-2-2-1089,-4 5 0,-5-3-221,-14-3 1232,-13 5 807,-2-39 212,4-21 1004,11-18-399,8-11-1674,8-6 1612,2 0-385,3 2-1964,9 1 1246,-3 19-39,19-1-61,8 21-57,19-2 59,-24 10 1,2 2-61,0 0 1,0 1 92,0-1 1,-1-1 53,24-8 56,-11-4 2631,-15-3-2413,-9 0 2231,-12 5-1681,-6-2-125,-4 8-94,-5-3 37,2 7-446,-2 4-134,2 2-34,-1 8-23,0 2 23,1 38-28,0-19-3,2 5 1,0 3-94,1 11-256,0 14-1042,0-1-1407,-1-7 2801,0-7 0,-1-22 0,1-8 0</inkml:trace>
  <inkml:trace contextRef="#ctx0" brushRef="#br0" timeOffset="14825">26149 3938 18022,'0'-8'3153,"0"2"-3108,0 6-6447,0 0 6402,13-23 0,-10 18 0,10-18 0</inkml:trace>
  <inkml:trace contextRef="#ctx0" brushRef="#br0" timeOffset="15941">26436 4259 18880,'-3'-3'4111,"1"2"-2308,2 1-1641,34-69-123,-13 46-11,9-18 0,3 2 0,11 24-5,12 0-34,-4 7-1,-5 9-10,-6 11-6,-6 12 6,-5 11-1711,-14-2 1,-3 2 1743,3 8-1157,-9-6 1,-3-1 1128,-8-7 11,-10 21 6,-10-12 28,-10 6-17,-1-7-1464,3-10 1537,13-12 1318,8-7-1256,11-10 1900,3-1-1940,11-12-20,7-2-13,8-2 2904,-4 5-2898,7 7 1370,4 2-1433,-4 2 1,2 2 17,30 2-562,-2 2 528,-12 12-22,-20 5 22,-4 11 73,-26 19-34,-22-2-674,-9 2 643,4-23 1,-1-2 8,-21 14-31,19-16 0,1-1 8,-20 11 57,15-10 745,15-12-673,12-14-72,22-25-57,14-12 12,10-6-1363,-7 18 1,1 3 1345,11-5-26,-5 7 1,2-1-216,-9 7 1,1 1 265,7-4 0,-1-1-171,-9 6 1,-1-2 172,7-7 1,-2-2-3,-10 0 0,-3 0-9,1 2 1,-1-1 17,1-30-1,-25 24-16,-16-11 16,2 16 3016,-15 1-2993,9 19 648,5 3-693,0 12 511,9 9-500,-1 15-16,2 9-18,3 10 23,2 4-1702,6-24 1,2 0 1684,2 9 12,18 6-85,19-19-44,13-4 50,-18-13 0,2-4 28,-1-5 0,-1-3-136,-6-1 1,-1-2 171,4-5 1,-1-4 16,-4-10 0,-2-3 11,0-1 1,-2-2 13,1-7 1,-4-1-1,0-10 3279,-6 1-3145,-9 17-111,-2 7 17,-3 6-96,-3 19 29,0 5 10,0 8-2,-1 17 0,1 4 2,-1 5-5,-2 6 0,-1 4-6,-1-16 1,-1-1 508,-3 22-503,4-23 0,0-3 5,4-5 57,4-4 33,3-15-28,11-19-16,12-15-29,0-4 31,6-4 0,4-1-14,-16 14 1,1 2-957,17-13 0,-1 3 945,3 7-313,-9 14 1,-1 4 284,2 5 0,21 5-22,-17 18-95,-1 14-519,-14 1 1,-2 6-3300,-8 1 0,-3 2 3692,-1 6 0,-3-2 0,-5 9 0,-5-26 1</inkml:trace>
  <inkml:trace contextRef="#ctx0" brushRef="#br0" timeOffset="21167">1874 5157 12819,'-38'2'2405,"-1"0"1,18-4-2322,45-1 0,21-2 3,13-1 0,6-1-1939,-16 1 1,1 1 0,2 0 1882,8 0 1,3 0 0,2 0 15,-9 1 1,1 1 0,1 0-1,2 1-192,-7 0 0,2 0 0,0 0 0,-1 1 1,0 0 205,4 0 1,-2 1 0,1 0 0,3 0-37,0 1 0,4 1 0,1 0 1,0 1-1,-2 0 97,-4 0 0,-3 1 0,1 0 0,2 0 0,4 1-172,-6-1 1,3 1 0,3 1 0,2-1 0,0 1 0,1 0 0,-1-1 0,-3 1 71,-3-1 1,-1 0-1,0 0 1,-1 0-1,1 1 1,0-1-1,1 0 1,1 1-12,1-1 1,3 1 0,0-1 0,2 1 0,-1 0-1,0 0 1,-2-1 0,-2 0 0,-2 0-5,7 1 1,-3-1-1,-2 0 1,0 0-1,0 0 1,3-1 1,-9 0 1,2 0 0,0 0 0,1-1 0,0 1-1,0-1 1,1-1 0,-1 1 15,1-1 0,1 0 0,0-1 1,0 0-1,0 0 0,0 0 0,1-1 1,-1 1-9,2 0 1,0-1-1,-1 0 1,1 0-1,1 0 1,0 0-1,0-1 1,1 1 1,-2-1 1,1 0 0,1 0 0,0-1 0,0 1 0,0-1 0,-1 0 0,-1 0 0,-2 0 12,5-1 0,-1 0 0,-1 0 0,-1-1 0,-1 1 0,0-1 0,0 1 3,-2-1 0,1 1 1,-1-1-1,0 1 0,-1-1 1,-2 1-1,-1-1 43,6 1 0,-3-1 1,0 0-1,-1 1 0,3 0-46,-2 0 1,3 0 0,1 0 0,-1 0-1,-5 1 1,-5-1-22,3 1 0,-7 1 1,5-1-31,8 1 1,8-1 0,-3 0 0,-14 2 1092,12 3-1034,-10 2 1725,-67 1-1776,-16-1 0,-10 0 1,-5-2 1,-5 0 0,-2-1 106,-6 1 0,-3-1 0,-3 0-95,15 0 0,-3-1 1,-2 0-1,0 0 0,1 0-1,-1-1 0,-1 1 0,1 0 1,0-1-1,1 1 0,-5 0 0,3-1 1,-1 1-1,-6 1 3,8 0 1,-4 0 0,-3 0 0,-2 1 0,1 0 0,1-1 0,3 1-114,0 0 1,3 0 0,0 0 0,1 0-1,-1 1 1,-2-1 108,1 0 1,0 0 0,-1 1 0,-1-1 0,-2 1 0,0-1 0,-1 1-180,4-1 0,-1 1 1,-2 0-1,-1-1 0,0 1 1,0 0-1,2 0 1,1-1-1,2 1 181,-3-1 0,3 0 1,2 0-1,0 0 1,-1 0-1,-1 0 1,-4 0-110,6 0 1,-2 0 0,-2 1 0,-1-1 0,-1 0-1,0 0 1,0 0 0,1 0 0,1 0 0,2 0 107,-6 0 0,2-1 1,0 1-1,2 0 1,-1-1-1,1 0 0,0 1 1,0-1-17,1 0 1,-1 0 0,1 0 0,-1 0 0,2 0 0,0 0 0,1-1 0,3 1 14,-7 0 0,4 0 0,1-1 0,0 1 0,-1 0 0,-3-1 48,-1 1 1,-4-1 0,0 1 0,-1-1 0,1 1 0,3-1 0,4 1-55,1-1 0,4 1 1,2 0-1,-1-1 1,-3 1 6,-4 0 1,-3 0 0,-2 0 0,1 1 0,3-1 0,5 0-4,-13 1 0,6 0 1,-1 1-4,9 0 1,-2 0 0,3 1 0,6-1 571,3-1 0,2 1-767,-28 3 1,22 1 1869,48-3-1608,45 0-51,-10-5 0,8-2-168,8 0 0,11-2 0,5 0 0,-3-1 168,-5 1 0,0 0 1,2-1-1,4 0-9,-13 1 0,4 0 1,1-1-1,2 1 1,1-1-1,0 1 1,-2 0-17,1 0 0,0 0 1,0 0-1,0 0 0,0 0 1,1 0-1,1 0-236,-3 1 0,0-1 0,1 1 1,0-1-1,0 1 0,1-1 0,1 1 1,-1 0 67,-3 0 1,0 0 0,1 0 0,0 0 0,0 0 0,1 1 0,-1-1 0,1 0 0,1 1-624,-4-1 1,1 1 0,0-1 0,1 1 0,0-1 0,-1 1 0,1-1 0,-1 1 0,-1 0 0,0 0 804,9-1 0,0 1 0,-1-1 0,0 1 0,-1 0 0,-1 0 0,-3 0 0,-2 0 0,0 0 0,0 0 0,-3 0 0,-2 0 0,-3 0 0,-3 0 0,13 0 0,0 0 0,0 0 0</inkml:trace>
  <inkml:trace contextRef="#ctx0" brushRef="#br0" timeOffset="22299">10566 3800 18616,'-52'-33'68,"-1"0"1,1 0-1,0 0 1,6 5 0,-1-1-1,0 0 1,1 2 0,2 2-1223,-11-3 1,3 4 0,-3-1 1116,1 2 1,-2-2 0,-3 2 0,0-1-401,8 6 0,-2-1 1,0 1-1,-1 1 0,-1 0 396,-4 0 1,-1 0 0,-1 1 0,-1 1 0,-1 0-99,7 2 0,-3 1 1,1 0-1,-1 1 0,1 0 1,2 1 135,-2-1 1,2 1 0,1 1 0,-2 0-1,-5 0-128,6 2 0,-5 0 1,-2 0-1,-2 0 1,0 1-1,2 0 1,3 0-1,6 1 147,-3 0 1,7 0 0,2 1 0,-3 1 0,-8-1 28,6 0 1,-4 1 0,-6-1 0,-2 0 0,-2 1 0,-1-1 0,1 1 0,2 0 0,4 1 0,3-1-28,-1 2 1,3-1 0,3 1-1,1 1 1,-1-1 0,-1 1-1,-5 0 42,1-1 0,-3 1 0,-3 0 0,0 1 0,-2-1 0,1 1 0,0 0 0,2 0 0,2 1-13,0 0 1,1 0-1,2 1 1,0 0-1,0 0 1,0 1-1,1 0 1,-2 0-23,1 1 0,0 0 1,0 0-1,0 1 1,-1-1-1,1 2 0,1-1 1,-1 2-14,0-1 1,1 1-1,0 0 1,0 0-1,0 1 1,0 0-1,1 0 1,-1 1-6,2 0 0,-1 1 0,1-1 1,0 1-1,0 1 0,0 0 1,0 0-1,1 1-5,-7 1 0,1 2 1,-1 0-1,1 0 1,1 1-1,-1 0 1,1 1-26,2 0 1,0 1-1,0 0 1,1 1 0,0 0-1,0 0 1,1 1-15,0 0 0,2 0 0,-1 1 0,1 1 1,1 0-1,-1 0 0,1 0 6,2 0 0,0 1 1,0 0-1,1 0 0,0 1 1,1 0-1,0 0 11,-7 4 1,1 1 0,0 1-1,1 0 1,2-1 0,1-1 5,1 0 0,3-2 0,1 1 1,0 0-1,-2 3 2,0 3 0,-2 2 0,0 1 0,0 1 0,3-1 0,5-2-1,-2 3 0,5-3 0,2 1 0,-2 3-1,-1 1 1,-2 3-1,1 2 1,2-2-1,6-3 12,-1 3 0,7-3 1,4 3 156,4 13 1,6 4 0,8-3-195,10 0 0,10-1 24,0-3 0,5 3 0,4-7 20,9 0 1,9-7 6,-1-12 1,8-1 0,3-1 0,-1-4-16,-7-5 0,0-3 0,1-1 1,4 1-8,-3-1 1,4 0 0,2 1-1,0-1 1,-1-1 0,-2-1 4,8 1 1,-3-2 0,1-1 0,6 0 12,-8-3 1,5 1 0,2 0 0,3-1 0,-1-1 0,0 1-1,-4-2 4,1 0 0,-3-1 0,-1-1 1,1 0-1,2 0 0,4 1-4,-8-2 0,3 1 0,1 1 0,2-1 0,1 0 0,1-1 1,0 0-1,1 0 0,0-1 1,-6-1 1,2-1 0,0 0-1,2 0 1,-1-1 0,1 0 0,0 0-1,-2-1 1,0 1 0,-3 0-1,-1 0-4,6-1 0,-3 1 0,-2 0 0,-1-1 0,0 1 0,1-1 0,3-1 0,2 0-38,-7 0 1,2 0-1,3-1 1,2 0-1,0 0 1,1-1-1,0 1 1,-2-1-1,-1 0 1,-3 0 0,-3 1-1,-3-1 45,12-1 0,-7 0 0,-3 0 0,0 0 1,4-1-1,6-2 5,-12 2 0,5 0 0,2-2 1,3 1-1,2-2 0,1 1 1,1-1-1,-1 0 0,0 0 1,-3 0-1,-1 0 0,-3 0 4,3-1 0,-3 0 0,0 0 0,-2 0 1,-1 0-1,0 0 0,1-1 0,1 0 1,2 1-10,0-1 1,2 0 0,-1 1 0,2-1 0,-1 0 0,1 0 0,1 0 0,-1-1-1,1-1 1,0-1 30,-3 0 1,2 0 0,0-2 0,1 0 0,0 0 0,0-1 0,-1 0-1,-1 1 1,-2-1 0,-1 1 0,-2 0 3,3 0 1,-3-1 0,-1 1-1,-2 0 1,0 0 0,1-1 0,1 0-1,4-1-15,-6 1 0,2 0 0,2-1 0,1 0 0,0-1 0,1 0 1,0 0-1,-2 0 0,0 0 0,-2 0 0,-2 1 0,6-3 1,-1 0 0,-2 0 0,0 0 0,-2 0 0,0 0 0,-1 0 0,0 0-9,3-2 0,0 0 0,-1-1 0,-1 1 0,0-1 0,-2 0 0,-1 0 33,2-1 0,-1-1 0,-1 0 0,-2 0 0,-2 0 0,-2 0-48,11-9 1,-3 0 0,-4-1 0,-7-1 185,-3-5 1,-8-1 0,-8 1-252,-7-4 0,-19 3-140,-23 13 0,-18 3 0,-8 2 0,0 5-293,-2 2 0,-3 6 0,-4 1 1,-5 0 488,17 3 0,-6 0 0,-3 0 0,-2 0 0,0 0 0,2 1 0,4 1 0,4 1 0,-13-2 0,5 2 0,3 0 0,-2 2 0,-4 1 0,0 0 0,1 1 0,-1-1 0</inkml:trace>
  <inkml:trace contextRef="#ctx0" brushRef="#br0" timeOffset="23223">25421 3198 19315,'-59'-10'88,"0"1"1,-1-1-1,1 1 1,6 1-1,-2 0 1,1 1 0,-2 0-1,2 2-109,-2 0 1,1 2 0,-1 1 0,1 0-1,2-1-1157,-5 0 0,2 1 1,0 0-1,-4 0 1148,5 0 1,-3 1-1,-2 0 1,0 0 0,1 1-1,4 1-367,-9 0 0,5 1 0,-1 1 0,-2 0 392,2 0 0,-3 1 1,0 0-1,-1 0 1,1 2 7,2 0 1,0 1 0,0 1 0,0 1 0,1 0-5,2 1 0,0 0 0,1 1 0,0 2 0,-1 1 15,6 1 0,-1 1 0,-1 1 1,2 1-1,0 1 0,3 0-82,0 1 1,1 1-1,2 1 1,1 0-1,0 1 217,-8 3 1,1 2 0,2 0 0,5 3-47,-1 8 0,5 3 0,8 2 223,3 10 1,10 3-245,7-9 0,3 4 0,8-1-5,8 3 1,9-1-1,5 0-30,1-10 0,5-1 0,3-1 0,3-1-9,7 4 0,4-2 1,4-2-1,2 0-78,-5-6 1,3-1 0,1-1 0,2-1-1,1 0-42,-4-4 0,2-1 1,0 0-1,2-1 0,0 0 1,1 0 109,-4-3 0,0-1 0,1 1 0,0-2 0,2 1 0,1 0 0,3 0-28,-3-1 1,3 0-1,3 1 1,0-1-1,1 1 1,-1-1-1,0-1 1,-2 0 0,-3-1 0,2 0 1,-2 0-1,-3-1 1,0-1 0,1 0-1,2 1 1,4 0-47,-5-1 0,3 1 1,2 0-1,1 0 1,2 0-1,-1 0 1,0 0-1,-1-1 1,-2-1-1,-2 0 55,8 1 0,-2-1 1,-2-2-1,-1 1 1,1-1-1,1 1 1,3 0-4,-4-1 1,1 1-1,1-1 1,2 1-1,0 0 1,0 0-1,1 0 1,-1-1-1,0 0-3,-5-2 1,-1 1-1,1-1 1,0 0-1,1-1 1,-1 1-1,0-1 1,1 1-1,-1-1 1,1 0-2,-1 0 0,1-1 1,-1 1-1,0-1 0,1 1 1,0-1-1,0 0 1,1-1-1,1 1 0,0-1-4,-3-1 1,1 0-1,2 0 1,0-1 0,1 1-1,0-1 1,0 0-1,-1 0 1,-1 0 0,-1-1-1,-2 1 1,-2-1-3,9 1 1,-2-1 0,-3 1 0,-1-1 0,0 0 0,1-1 0,1 0 0,3 0 2,-1-1 0,2 1 0,2-1 0,1 0 0,0-1 0,0 0 0,-1 0 0,-1-1 0,-3 0 0,-4-2 6,4 0 0,-4-1 1,-3 0-1,0-2 1,-1 1-1,2-1 1,2 0 0,0 0 1,2-1 0,1 0-1,1 0 1,0 0 0,-1-1 0,0 0-1,-1-1 0,-3-1 1,0 1 0,0-2 0,-1 1 0,0-1-1,-1-1 1,0 0 0,-1 0 5,4-2 1,-1 1 0,0-1-1,-1-1 1,0-1 0,-1-1-1,1-2 15,-1-1 0,2-2 0,-1-2 0,0 0 0,-2-1 0,-3 1 0,-2 1-3,12-6 0,-4 2 1,-3-2-1,0-5 103,-7 0 0,2-4 0,-3-2 0,-5-2 0,-9 2-57,-5-9 0,-10-1 0,-4-3-42,-2 4 1,-3-2-1,-4-2 1,-5 1-15,-7-2 0,-4-1 1,-7 0-1,-6 0-8,-3 7 1,-7-1-1,-5 0 1,-1 1-1,-1 1 1,2 3-6,2 2 0,2 2 0,-2 1 1,-2 1-1,-6-2-4,3 5 1,-5-2 0,-3-1-1,-3 1 1,-1 0 0,0 1-1,0 2 1,1 3-4,-1 0 0,0 4 0,0 0 1,0 2-1,-2 1 0,-1-1 0,-3-1-18,9 3 1,-1 0 0,0 0-1,-2-1 1,-1 1 0,-1 0-1,-2-1 1,-2 2 0,-2-1-1,-2 2-168,14 4 1,-4 0-1,-1 0 1,-2 1 0,-2-1-1,-1 1 1,-1 0-1,-1 0 1,0 1 0,0-1-1,0 1 1,2 0-1,0 1 1,1-1 0,2 1-1,2 1 1,2-1-232,-9-1 0,3 0 0,1 1 1,2 0-1,2 0 0,-1 1 1,1 0-1,-2 0 0,-1 1 0,-2-1 1,-2 0 421,7 2 0,-3 0 0,-3 0 0,-2 0 0,-2-1 0,0 1 0,-1 0 0,0 0 0,2 0 0,1 1 0,2 0 0,2 1 0,4 0 0,4 1 0,5 1 0,4 0 0,-27-1 0,12 2 0,6 1 0,-3 0 0,-2 0 0,0 0 0,0 1 0,0-1 0</inkml:trace>
  <inkml:trace contextRef="#ctx0" brushRef="#br0" timeOffset="24757">3877 6939 10371,'0'-8'4317,"0"-25"1,0-6-2226,0 7-1337,-1-9 1,1 2-206,0 19 189,-1 7-757,0 10-51,0 6 152,4 12-46,0 6 29,4 28-44,-4-5 1,-2 5-427,0 4 1,-2 3-230,-1-7 0,0 3 0,0-3-1151,-1 5 0,-1-3 1784,1 7 0,1-7 0,1-10 0,1-2 0</inkml:trace>
  <inkml:trace contextRef="#ctx0" brushRef="#br0" timeOffset="25654">4654 6889 19882,'12'-50'855,"0"1"0,-1 5 0,-2 9-726,-5 22-168,-1 7-90,-3 7 213,3 22-17,-1 12-50,2 12-1705,-6-1 1,-2 1 1681,0 9-54,0-16 1,-1 6-1,2-4-803,1-6 0,2-2 563,1 15 1,4-2-1271,18 12 937,3-21-538,1-20 0,4-5-609,20-5 502,-5-10 1,2-5 723,11-8 357,-24 1 1,-1-3 398,0-4 0,-2 0-27,7-6 306,-4 1 1,-3-1 4112,-2-14-3138,-8 1-834,-10 4 2716,-30 4-2979,2 18 1239,-27-6-999,-14 24-470,9 3-59,5 9 0,3 6 234,-1 14-318,16-11 0,2 3-14,6 17 11,14-12 34,22 8 56,8-18-40,7 1 51,10-14 84,9-16-44,1-8-40,-2-5 68,-11-14 150,-10-10 0,-5-3 141,-6-6 50,-14 17-118,-8 10-241,-1 11 62,-7 5-257,6 7 21,-1 7 40,4 2 0,0 24-22,4-2-68,4 18-184,5-4-6,0-7-1910,4-2 0,1 0-2582,1-1 470,-1-5 1,-1-2 4301,-2-8 0,-6-9 0,-4-5 0</inkml:trace>
  <inkml:trace contextRef="#ctx0" brushRef="#br0" timeOffset="25908">5889 7060 17441,'-51'-17'496,"-1"-1"1,4 4 0,5 8 1238,-4 24-1702,7 13 768,11 9-823,12-5-28,9 11-186,23 4-94,5-1 81,0-21 0,1-4-110,14 3-750,-3-13 0,2-3-3787,19-2 4399,-18-5 0,-2 0 0,2-4 0,-15-2 0</inkml:trace>
  <inkml:trace contextRef="#ctx0" brushRef="#br0" timeOffset="26108">6213 6961 14499,'0'-9'5971,"0"3"-5168,-12-24 1,-5-4 412,2 8-746,-4-12 1,1 2 190,5 22-353,6 6-286,3 5-56,3 8 40,1 4-6,0 34-34,0 4-367,0-8 1,0 3 106,1-1 0,1 1-602,-1 1 0,2 0-1460,1 0 1,1-2 2355,0-6 0,0-4 0,3 8 0,-3-20 0</inkml:trace>
  <inkml:trace contextRef="#ctx0" brushRef="#br0" timeOffset="27308">5698 7146 15034,'-16'-43'1443,"-1"1"1,1-1 0,-6-16 0,6 6-341,11 1-150,6 9-179,2 9-298,1 13-347,-1 10-151,-2 7 36,2 12 31,1 11 14,0 18-36,0 19-1,-3-21 0,-1 3-289,0 3 0,-1 1 270,0 0 0,1 2-1597,0 6 1,1-3 1587,2 14-3,0-24 1,1-2 8,6-1 11,-3-7 208,0-8 676,-5-17-519,0-4 3133,-5-13-3470,-5-13-11,-3-15 0,-3-14-17,8 23 1,0-1-698,2-3 1,1 0 693,1-2 1,0 1 2,2 1 0,0 2 0,0-25 23,-2 14 39,0 14-23,0 12-55,0 11-107,0 9 95,2 14 1410,-1 4-1404,0 27 0,-1 11-183,1-17 1,-1 4 193,-2 11 0,0 0-6,1-16 1,1-1-4,-1 11 1,0-4 2,4 0 1,2 1-1,0-18 73,0-12 303,-1-12-264,0-6-33,1-19 319,0-14-369,0-22 2,-1 11 0,-1 0-521,0 13 0,0-1 513,1-16 0,0 0-12,-1-7-41,0 26 1,0 1 41,0-13-23,-1 18-67,-1 14-123,1 11 162,2 14 1040,1 1-1062,6 23-112,3 7-17,-4-12 0,0 2-219,0 1 0,0 1-461,1 1 0,0-2-794,0-2 1,0-1 1669,12 24 0,-10-26 0,-1-9 0</inkml:trace>
  <inkml:trace contextRef="#ctx0" brushRef="#br0" timeOffset="27650">5933 6915 12797,'0'-5'7550,"0"1"-6274,0 4-1085,-47-5-124,26 13-3,-13 0 1,-2 5 64,-2 32-421,12-16 1,0 2 405,1-1 1,1 0 33,2-3 1,0-2 314,-12 16-211,7-7-162,12-12-29,5-6 135,9-6 84,8-2 597,19 6-782,10 1-56,19 6-33,-12-5-17,14 5-45,-11-2-126,-13-5 0,2-1-742,-2-1 0,-1-2-2407,0-1 1,0-2 3330,18-3 0,-26-4 0,-9-3 0</inkml:trace>
  <inkml:trace contextRef="#ctx0" brushRef="#br0" timeOffset="28400">6134 6818 13978,'-2'-3'6195,"1"0"-2974,1 3-2611,-24-67-128,18 45-384,-7-15 0,2 4 204,11 23-111,0 5-107,0 1-90,0 3 12,3 5 5,2 5 0,1 20 0,-1-4-6,-4 13 1,-1 3-6,-1-2 3,0 6 0,0 2-9,1 11-267,0-21 0,0 1 270,1-3 1,0-1 7,2 27 18,-1-20 10,0 1 30,-2-18 43,-2 5-44,0-13 33,-1-5 90,2-9 912,1-1-467,0-8-613,-2 2 5,-2-6-16,1 5 22,-3-2-34,4 4-16,-1 0 33,2 2-72,1 2 145,1-2-51,3-5-16,4-8 11,6-7-56,-1-1 56,10-21 6,-3 11-1,10-17-5,-3 16-17,-1 8 6,4 11-28,-9 12-6,10 19-11,-4 13-67,7 20-238,-16-17 0,-3 1-1360,-2-4 1,-2 1 1692,-1 21 0,-2-4 0,-3-11 0,-1 21 0</inkml:trace>
  <inkml:trace contextRef="#ctx0" brushRef="#br0" timeOffset="33475">10350 4363 10298,'0'-4'5579,"0"0"-2717,0 4-2262,44-36-152,-32 43-252,32-27 95,-44 72-140,-5 9-421,2-19 0,-1 4 309,-2 17 1,0 0-501,1-18 0,2 1 474,0-2 0,1 4 0,0-3 1,2 6 0,0-1-7,1-6 1,1 2-1,0 0-498,0 1 1,0 0 0,1 1 503,1 0 0,1 1 0,-1 2 36,0-5 0,0 3 0,-1 0 0,1-3 1,-1-1 1,1-3 0,-1 3 55,0 2 0,-1 3 1,1 1-1,-1-4 41,0 0 1,0-3 0,-1 2-23,1 10 0,0 3 0,-1 2-22,0-9 1,0 3 0,0-1 0,0-1-704,0 9 1,-1-1 0,1-2 634,-1-1 1,0-2 0,0 0 33,0-4 0,-1 0 0,0-3-186,-1 8 1,-1-1 153,0-12 0,0 1 1,0 0 19,-2 0 1,0 0-1,-1-3-37,0 5 0,0-2 396,-1-2 1,0-4-383,1-5 2420,1-14-1956,3-16 988,-3-5-1435,-3-9-40,-16-16-11,4 6 868,-22-15-857,4 10-11,-12-6 11,4 1 34,2-1-40,17 11 394,1-4-394,11 9-10,-6-7 10,6 7 7,-8-6 10,1 4-11,4 4 17,-5-4 6,14 11-40,1 0-162,5 3 101,3 4 67,2 3-11,6 8 5,5 7 12,8 23-1,1-2 1,3 11 5,-8-17 17,5 3 28,3-8 51,14 2-15,-6-17 0,5-3-651,-1-4 1,1-2 583,1 0 0,1-2 28,2-5 1,-1-1 97,20-6-34,-21-2 1,0-2 33,18-14-386,-12-1 347,-15-4 23,-11 7 50,-1-1 1297,-8 8-1426,-7 10-96,-3 4-32,-1 4 413,-7 13-341,1-4 0,-12 16 11,-15 3-3425,-8 1 3414,-6 1-6,17-16 1,-3 0-261,-5 0 0,-2-1 263,0-1 1,-1 0-135,-6 0 0,1-2 154,11-5 0,3-2-6,-15-4 23,0-9-29,5-20 1,0-5 2,19 11 1,3-1 2,-6-18 3002,8 11-2996,6 0 736,6 12-759,1 3 426,4 6-488,1 10 57,3 7 11,5 5-5,7 10-1,6 9 12,4 6-18,3 3-10,-4-7 0,7 3 33,6-5 6,3-3 33,6-4-16,-11-14 5,-2-8-17,-9-5 1,9-10 10,1-10-8,-2 2 1,2-2-15,-3 2 0,1-1 3,5-4 0,0 0-3,-9 6 0,-3 2 12,14-10-40,-17 12-112,-10 7-235,-20 18-1451,-13 12 1815,-3 2 0,0 0 0,-5 5 0,-4 3 0</inkml:trace>
  <inkml:trace contextRef="#ctx0" brushRef="#br0" timeOffset="38482">3409 2651 17630,'-18'-41'608,"1"0"1,-1 5 0,-2 14-536,-14 44-31,10-1 0,0 4-14,-5 10 0,0 3-11,-2 7 0,1 3-937,2 2 0,3 1 897,6-2 1,5 0-73,5-6 0,8-1-30,9-7 0,6-3-77,9-6 0,5-4-50,10-4 0,5-6-48,7-4 1,2-4-606,6-7 0,0-4 289,1-3 0,1-4-121,-2-5 1,-1-3 184,-5-3 1,-4-1 425,-11 6 0,-3-2 57,1-8 0,-4-2 651,-3-8 1084,0-14-592,-23 19-577,-8 11 1239,-10 2-856,-1 15 1247,-6 1-1704,2 13 553,2 6-477,4 6-72,5-1 103,9-1 50,8-5-135,9-5 10,9-5-36,7-12-251,5-10-18,0-13 22,-11 4 285,1-20-63,-21 17 8,-6-11-260,-21 17-267,-15 9 17,-9 8-4,-4 11-3,11 4 36,-5 20 106,20 2 306,-1 16 250,19 1-118,12 4-279,11-1-551,13-3 139,-4-14 142,-1-13 1,3-3-20,17-2-35,-13-6 0,1-3-186,23-13 463,-27-5 1,-2-3 545,10-11-216,-16 4 1,-4-2 494,-1-13-279,-3-10-247,-9 4-228,-5 8-137,-5 12-426,0 8-313,-1 10-235,1 4 378,5 12 63,4 6-73,5 12 123,6 7 36,-2-4 103,5 17 84,-8-15 236,3 13 205,-7-14-115,-4-7 252,1-9-15,-1-8-312,5-14 1716,7-11-281,9-12-125,4-5-100,1 0-87,-6 9-1060,-9 9-127,-4 9 0,-5 9 0,2 7 0,0 8 0,6 4-1240,5-2-94,6-4 322,9-7 293,9-13 213,10-11 851,-25 0 1,1-2 513,0-4 0,-1-2-464,-1-4 1,-3-2 268,-4-1 0,-2-3-523,-5-2 1,-2-2-1209,-4-12 0,-3 0 1002,-3 15 1,-1 1-226,-1-6 1,-2 2-242,-8-17-485,-1 21-41,-5-5 172,3 27 706,1 13 622,3 8 3760,-1 35-3938,5-10-270,4 26 1,1 4-376,5-4 378,1-10 0,3 7 0,0-7-990,9 12 671,1-3 1,3 0-1189,-6-21 0,2-2-2476,4 7 1,0-1 3749,-2-9 1,-2-4 0,4 5-1,-11-18 1</inkml:trace>
  <inkml:trace contextRef="#ctx0" brushRef="#br0" timeOffset="38665">4963 2834 27199,'19'-48'-346,"-1"0"0,1 6 1,9 6 521,11 19 0,10 7 0,-2 1-2273,12-3 0,-4 0 911,-13 4 0,-1 0-2576,0-1 1,-5 2 3157,-3 0 1,-5 0 0,-21 5 0</inkml:trace>
  <inkml:trace contextRef="#ctx0" brushRef="#br0" timeOffset="39525">5553 2466 19311,'-4'-1'7271,"2"-1"-6433,2 2-718,-35-14-412,29 14 347,-5 13 237,36 16-567,-3-2 0,1 0-481,7 10 504,-8-9 0,0-2-91,-2 1-263,8 10 334,-21-15-65,-8-9 97,-10 5 1369,-21-18-452,11-1 65,-8-14-312,23-4-279,2 1-1,11-6 197,9 3-174,32-11-28,-10 11-160,-3 6 0,2 1-225,19-2 107,-19 7 0,0 0-18,0 2 0,1 0-53,7-1 0,-3 1 252,15-3-115,-13 0 0,-4 0-101,-8 0 272,24-11 369,-29 7 764,-2-5-355,-13 5-594,-15 1-714,-16 9 217,-4 1 165,-18 10 50,-7 13-26,4 4-27,7 5-197,21-1 284,12 1 441,8 0-563,7 1-287,9-10-3521,2-5 3436,-4-7 178,2-5 347,-3-11 412,11-14-190,-9 0 290,10-15 451,-11 6-408,-4 7 38,-2 0 3052,-10 17-4083,0 1-213,-9 22 302,-1 4 100,-4 9 21,-1 15 16,9-13-97,3 6 91,34 0-204,-9-23 314,6-1 1,4-4 7,21-12 143,1-4 6,-19-2 1,-1-5-392,-3-7 0,-2-3 530,-5 5 0,-1-2 3,3-14 1,-5-6-264,-13-4 1,-5-4 54,2-4 1,-2-2-10,-3 10 1,-1-2-1,0 2-587,-1-13 1,0 3 454,0 5 0,0 2-28,-1 11 0,0 3-168,-1-7 198,-3 20 985,-2 24 538,-4 18-939,-6 26-214,5-10 1,-1 3-811,-2 11 0,0 2 670,2-7 0,0 3-458,3 9 1,2 8-1,4-2-654,5-11 0,3-2 0,3 5 822,-1-6 0,3 6 1,1 0-1,0-2 1,-1-6-1,1-3 1,0-5-1,1 0 1,12 18-1,-1 1 1</inkml:trace>
  <inkml:trace contextRef="#ctx0" brushRef="#br0" timeOffset="41276">9707 8584 11889,'0'-5'6729,"0"1"-6069,-35-21 1,-14-1-224,11 13-1088,-14-15 0,-3 6 956,0 30-131,23 2 1,0 2-244,-24 15 53,12 2 312,30 0-317,17-8 63,18 10-47,7-6 40,14 3 797,-11-10-866,5 7 237,-10-3-248,8 19 6,-8-2-34,-4 11 45,-11-7 56,-11-1 11,-7-11 14,-14-8 0,-5-3-30,-10 2 16,-13 0 0,-4-3-36,21-12 0,1-2-132,-11 3 0,2-3-459,0-10-4660,20-13 5248,21-3 0,0 2 0,5 7 0</inkml:trace>
  <inkml:trace contextRef="#ctx0" brushRef="#br0" timeOffset="42265">10009 8372 20033,'-4'44'58,"0"0"1,-1 0 0,0 22 0,2-5-59,3-25 0,1-2-28,1 8 0,1 1-2117,2-4 0,2-1 1881,3 24-123,1-25 1,3-3 757,7-3-2292,7 2 1310,-11-17-94,-6-13 374,-14-10 741,-16-22 0,-3 2 278,-14-13-223,10 15 4961,-15-5-3959,15 14-414,-10-5-650,20 10 124,5 1-566,21 1 11,16-5-34,27-3 28,-17 7 1,3 1-528,5-1 1,2 0 509,1 0 1,-1 0-4,-1 0 1,-2 0 14,-3 0 0,-2-1 22,15-5 57,5-9 156,-32 9 0,3-6-145,-22 11 16,-16 0-6,-15 6 1088,-8 2-1020,-13 10-17,3 11-51,0 12-66,7 9-12,12-7 28,8 15 6,12-25 84,12 19 5,5-27 85,14 3 195,10-17-263,-10-5-5,7-8 363,-5-12 23,-7-9-358,1 3 11,-13 1 331,-9 13-248,-1 7-189,-1 0-146,-1 9-12,0 4 79,0 7 17,0 10-6,0 9 17,6 7 11,3 2-16,11-2-6,22 0-23,-7-14-33,-1-11 0,2-3-508,26-5 482,-22-5 1,2-4 41,-2-3 1,0-3 50,-5-5 0,-2-4 36,-4-2 1,-3-5-297,-5-3 0,-4-3 282,-5-3 0,-2-2 17,-3-3 1,-3 0-9,-4-2 0,-1 1 16,0 2 1,-2 2 44,0 3 1,-1 3 63,-6-22 46,2 16 415,0 11-393,1 12-146,2 9-78,1 10 637,-2 14-637,-2 16 26,1 21-29,4-19 1,2 2-15,4 6 0,2 1-484,3 4 1,2 0 438,4 4 0,2-2 17,-2-11 1,2 0-228,10 14 1,3-1-77,-7-20 1,0-1-255,10 13 0,-1-3-384,7 2-6385,1-7 7371,-21-24 0,0 0 0,-13-12 0</inkml:trace>
  <inkml:trace contextRef="#ctx0" brushRef="#br0" timeOffset="42425">11130 8822 18930,'-40'-18'1447,"-1"-1"0,1 1 0,10 1-1391,24 6-157,5-2-465,46-7-314,12 7-163,-11 3 0,3 0-397,-1 4 1,-1 0-2468,0 1 1,-2 1 3906,-7 0 0,-4 1 0,8 0 0,-23 1 0</inkml:trace>
  <inkml:trace contextRef="#ctx0" brushRef="#br0" timeOffset="42758">11587 8590 24256,'-37'16'126,"0"0"0,-13 14 53,70-11-106,5-6 19,7-7 1,3-4-15,20-8-64,-16 1 0,1-3 37,17-17 50,-15-5-17,-18-5-12,-16 0-44,-12 7 40,-27-7-34,-3 18 33,-17-1-5,10 15-6,4 11 16,5 10-21,3 10-51,5 6 0,6 5-11,9 2-113,9 4-509,15 3-2061,16 1 2499,-3-23 0,1-3 0,4 4 0,4-6 0</inkml:trace>
  <inkml:trace contextRef="#ctx0" brushRef="#br0" timeOffset="44358">12711 8159 20811,'-52'21'140,"-1"0"0,6 3 0,9 8-146,23 25 1,12 4-446,-3-20 1,4 1 437,4 4 0,4 3 0,1-7 8,8 13-15,3-8 0,5-2-19,16-3 163,1-4 24,-1-21 0,1-6 188,5-4 58,18-4-7,-32-17-40,-17-7-78,-3-10 39,-16-17-45,-7 5 287,-3-1-304,-1 6 208,8 5-247,2-1-14,7 4-132,10 6-33,9 8-33,8 0-6,14 10-1,-2 14-10,6 12-17,-5 12-23,-1 10-33,-3 4 11,-10-7-118,-9-11 1,0 0-247,6 5-224,10 9-40,-6-23 409,-5-10-133,10-13 240,0-10 184,14-15 116,-18 1 0,-1-1 24,10-14 62,-13 10 1,-3-1 644,-1-11-538,-5 7 179,-8 3-218,-17 22-62,-16 3-101,-7 12-78,-3 5 0,-5 24 5,20-1-28,-3 19-5,19-4 0,13 1 33,2-12-3363,27 8 3341,-14-25 33,8-2 1,2-4 100,8-7-55,8-3 111,-9-13 79,-10-21-90,-6-8-72,-8-18-414,-22 2 358,-10-4 2956,-11 5-3007,2 15 39,-20 5-78,13 24-95,-12 2-101,17 21-169,11 10-497,10 11-1189,16 8 2090,27 10 0,-18-24 0,14 1 0</inkml:trace>
  <inkml:trace contextRef="#ctx0" brushRef="#br0" timeOffset="44675">13952 8406 15709,'0'-5'6447,"0"0"-5248,0 5-1171,-40-3-23,35 23-16,-28-7 19,44 14 1,12 4-4,12 10-2,-8-12 0,2 0 14,-3-9 0,0-2 11,23 11 140,-7-12 196,-9-11 5,-9-16-83,-6-14-34,-4-16-11,-4-11-79,-4-7-89,-1 1-22,-2 9-97,1 13-396,-1 15-555,4 12-1333,7 9-768,1 4 3098,9 7 0,-14-6 0,1 0 0</inkml:trace>
  <inkml:trace contextRef="#ctx0" brushRef="#br0" timeOffset="45358">14611 8510 12690,'5'10'7534,"-1"-1"-5551,-4-9-835,0 0-1356,-15-18-273,11 14-186,-11-13 314,17 17 342,3 0 33,2 0 112,0 0 192,-1 1 55,-5-1 1870,0 0-1887,1-1-207,-1-1 499,2-3-315,-2 2-150,0 0 206,-1 1-162,-1 2-95,1-6-117,0-4-6,-2-11-17,0-12 5,-1-14-5,1-16-412,3 24 1,1-2 444,1-4 1,1 0-15,1-3 1,0 1-1,-1 1 1,0 2 2,0 5 1,-3 2 44,-2-18-11,-4 23-89,-2 18 5,-3 20 22,-4 19-5,-3 24 33,2 2-73,7 1 1,4 4 39,3-13 0,3 0 2,1 20 1,4 0-20,4-11 0,4-3-23,3-3 1,3-2-54,2-4 1,4-2-141,2-3 1,3-3-323,2-2 1,1-2-796,1-3 0,2-2 1361,1-2 0,-2-3 0,5 3 0,-7-8 0</inkml:trace>
  <inkml:trace contextRef="#ctx0" brushRef="#br0" timeOffset="45524">14660 8291 15866,'-3'-2'6637,"0"0"-5433,3 2-1965,58-33-4155,-22 28 1,2 2 3201,5-15 0,-1 3 0,21 15 0,-51 0 0</inkml:trace>
  <inkml:trace contextRef="#ctx0" brushRef="#br0" timeOffset="46541">10438 10184 14801,'-4'-36'3240,"0"0"1,2-10-2844,-2 8 1,0 3 1092,1 4-1361,1 22-347,0 9 257,5 22-22,7 21-437,3 5 434,0-10 0,1 3-681,0-1 1,1 2 660,3 11 1,0 3 2,-1 0 0,-3 0-231,-3-3 0,-3 0 248,-6-5 0,-4-2 22,-5-5 1,-5-2 13,-6-5 0,-3-2-5,-4-4 0,-5-4 56,-10-2 0,-4-6-34,6-5 0,-1-5-28,1-1 0,2-5 42,1-7 1,4-4 75,-16-16-68,15 3 1,1-2-32,6 5 1,2-1 14,0-3 0,2 3 361,-2-1-378,8 9 1234,8 13-1318,2 17 39,6 8-11,3 7 34,16-1 0,5-3 5,8-1 17,6-1 0,5-3-1408,-8-14 0,0-4 1371,-1 2 1,3-2 72,21-3 1,0-3-222,-19-3 0,-1 0 171,8-1 0,0-1 36,-8-3 0,-4-3 40,13-10-59,-12 4 0,-1-2-26,9-8-2,-6 2 0,-3 1-26,-6 3-21,20-15-332,-35 26-4122,-10 7 4470,-15 11 0,-1 1 0,2 1 0</inkml:trace>
  <inkml:trace contextRef="#ctx0" brushRef="#br0" timeOffset="52692">9365 12177 18134,'-13'-45'1691,"0"1"1,1 1 0,3 9-1462,6 23-415,1 5 106,1 12 79,1 8-11,7 42-28,-2-16-383,1 6 1,1 2-103,-2-12 0,1 0-747,2 10 0,1 2-2499,0-2 0,2-2 3266,-2-6 0,-1-4 0,4 10 0,-5-23 1</inkml:trace>
  <inkml:trace contextRef="#ctx0" brushRef="#br0" timeOffset="52999">9213 12453 13728,'-13'-57'1178,"-1"1"1,0-1 0,-2-4 0,3 2-759,10 15 1,2-2-1,2 7 1079,4-11-1342,5 2 0,5 2-112,17 8-3,-5 14 0,5 3-59,2 10 0,3 7-355,8 4 0,0 4 358,-6 0 0,1 4-65,4 7 1,4 6 0,-6-2 13,-7-1 1,0 2-91,10 13 0,6 5 0,-9-2 85,-17-10 0,-5 2-24,1 11 1,-1 7 0,-12-5 101,-17-5 1,-8-1-43,2 9 1,-7-2 86,-20-5 0,-9-5-14,12-11 0,-1-2 1,0 0-26,-9 5 0,-1-1 31,2-6 0,-3-1 0,8-5-203,-12-5-861,-5-15-1418,52-21-351,21-4 2788,20-6 0,-15 23 0,2 1 0</inkml:trace>
  <inkml:trace contextRef="#ctx0" brushRef="#br0" timeOffset="53192">10033 12074 20940,'21'45'117,"-1"-1"1,-1-2 0,-4-4-471,-4 1-1332,-3 0-7188,-3-3 8873,-2-11 0,-3-11 0,0-10 0</inkml:trace>
  <inkml:trace contextRef="#ctx0" brushRef="#br0" timeOffset="53374">10232 11803 19445,'-3'-3'2756,"0"1"-4549,3 2-677,-3 23-5438,16 3 7908,-3 15 0,6-18 0,-7-10 0</inkml:trace>
  <inkml:trace contextRef="#ctx0" brushRef="#br0" timeOffset="53807">10514 11970 16566,'0'-3'5321,"0"1"-3305,0 2-2027,-33-21-62,25 18 90,-18-9 0,40 32-11,3 1-6,5 2 0,2 1-23,13 16-337,-10-9 0,0 1 256,-6-2 1,-2 0-96,-4-1 0,-1 0-979,3 25 573,-8-17-2223,-15 0-1710,-7-24-2911,-14-3 6251,-8-25 1198,3-4 0,-14-21 784,23 11 0,0-3 2165,2 1 0,0-1-776,1-6 0,2 0 527,2-13-337,6 12-1186,4 12-57,2 11-947,1 8-296,1 7 50,2 10 96,2 12-29,3 19-95,3 18-300,-3-22 1,1 1-485,0 3 0,1 0-2711,3 0 0,0-2 3596,0-6 0,0-3 0,4 7 0,-5-18 0</inkml:trace>
  <inkml:trace contextRef="#ctx0" brushRef="#br0" timeOffset="54660">10960 11827 20164,'-2'-47'936,"-1"1"1,0-1 0,-1-14 0,-2 9-220,-10 8 39,3 21-516,2 12-150,8 10-129,1 12 121,9 17-104,5 22-3,-2-15 0,1 3-640,2 6 0,0 3 469,0 4 0,0 2-177,0 2 1,-1 0-691,-2-1 1,1-1 115,-1-5 0,-1-1-506,-1-7 0,-1-2-2592,2 22-1987,-7-19 2985,-12-18 3047,-8-16 2551,-6-20 1845,-2-15 1314,1-15-2399,2-9-1228,3 1-492,2 3-767,2 7-399,4 9-290,5 7-180,7 4-84,17 1-129,19-1-72,22 0-94,-5 4 200,-9 7 0,-2 1 45,6 1 190,11-2 303,-37 7 28,-13 0-102,-12-3 68,-4-3 84,-5-2 135,0-1 288,1 2-377,6 2-225,2 3-208,2 2-38,7 3 33,8 7-3404,25 16 3399,-8 0-67,-3 0 1,-1 3 38,9 17 7,-15-15 1,-1 2 5,-3 0 1,-2 0-26,5 27 12,-11-9 38,-9-9 46,-9-12 72,-6-11 34,-2-10 3287,2-14-3354,5-20-73,5 2-6,7-10-5,16-10-6,8 7-3,-5 10 0,3-1 101,6-1 0,1 1-87,-5 5 1,0 0 4,3-3 1,-2 2-6,1-4 68,-8 4 78,-12 13 195,-2 1-223,-4 7 17,-2 3-146,0 2-45,0 10 45,1-2-6,6 19-16,6 0-12,6 13 18,-1-8-242,0-1 0,0 0-733,4 7 61,8 14-3209,-11-17 4139,-6-16 0,-3-2 0,-4-10 0</inkml:trace>
  <inkml:trace contextRef="#ctx0" brushRef="#br0" timeOffset="54825">11978 11560 20834,'-4'-4'2801,"1"1"-4874,3 3-2005,35-4 4078,-6 11 0,11-9 0,-20 9 0</inkml:trace>
  <inkml:trace contextRef="#ctx0" brushRef="#br0" timeOffset="55275">12596 11671 23954,'-52'15'334,"-1"0"0,0 2 0,9 3-261,11 16-31,13-5 0,2 3-25,-3 13-6,14-6 0,5-1 12,7-7 27,16 25 28,8-28 6,-1-13 1,3-3-23,14 3 19,1-15 0,3-8-39,-16-4 0,-1-3-410,8-1 1,0-3 409,0-8 0,-2-5 11,1-8 0,-3-3-11,1-4 0,-2-4-546,-10 9 0,-2-2 0,-3 1 532,-3-2 0,-4-1 45,-2-9 0,-5 0-101,-6 14 0,-5 0 229,-5-14 1,-4 2-132,4 18 0,-3 3 67,-6-6 1,-1 6 86,-3 8-135,1 2 380,10 13-491,7 18 22,4 1-23,12 44 12,-2-20 656,3 3 0,2 3-654,-1-9 1,1 0-23,4 10 0,2 4-124,-2-7 0,0 1 1,0-1-1161,7 14 1,0-2 955,-2 0 1,2-2-1833,5 3 1,-1-5-2819,2-2 5009,-4-10 0,-3-5 0,-9-15 0,-2-3 0</inkml:trace>
  <inkml:trace contextRef="#ctx0" brushRef="#br0" timeOffset="55448">12988 11804 24105,'21'-41'20,"1"0"1,8 1 0,7 9-682,10 19 0,4 8 183,2-3 0,-1 1 1,-11 1-1,-4 1 0,7 3 1</inkml:trace>
  <inkml:trace contextRef="#ctx0" brushRef="#br0" timeOffset="58141">10607 13290 15776,'-10'-45'2066,"-1"1"1,2 0 0,2 7-1209,7 15-640,1 4-459,0 10-100,1 12 330,5 12-1,9 18-10,8 21-407,-10-19 0,0 2 415,-3-7 0,-1 3-68,2 23 1,-2 1 16,-6-15 1,0-1 19,1 19 0,-1 0 25,-6-16 1,-2-2-84,-1-5 0,-2-3 170,-17 17-109,-13-17 42,0-18 5,1-11 1,-4-6-1453,5-8 0,-1-3 1494,0 4 1,0-2 75,0-10 1,5-4 698,-1-12-474,-1-7 21,11 3 260,7 8-747,8 14-112,3 10 163,4 11 3482,5 15-3371,8 10 7,11 15 22,16 5-179,-13-26 0,3-2 187,9-3 0,4-3-503,10-5 1,4-6 435,-14-4 1,1-4 0,1-2-17,4-2 0,0-1 1,1-4-134,9-4 1,2-4 0,-3 0-819,-11 3 1,-2 0 0,-1 0 952,0 0 0,0-1 0,-7 3 0,13-8 0,-28 13 0</inkml:trace>
  <inkml:trace contextRef="#ctx0" brushRef="#br0" timeOffset="64141">9856 14829 10478,'1'-5'4915,"2"-25"0,0-5-2221,-1 11-2213,1-11 1,-1 3 151,-6 20-280,-2 7-253,-7 8-83,-12 15 6,-18 22-367,14-10 0,-2 4 341,-6 9 0,1 4-19,0 4 0,3 2-34,3 1 0,4 2-486,7-3 1,5-1 493,5-5 1,5-2 5,8-6 0,4-4 19,20 21 34,18-18-291,12-17 319,-26-15 0,2-5 23,1-5 0,-1-4 19,1-4 0,-1-4 3,-1-6 0,-1-1 17,15-18 33,-21 13 1,-3-1 408,7-23-229,-7 3-90,-13 4 513,-17 22-675,-4 7 971,-2 5-960,0 3 314,6 4-415,2 2 28,4 2-118,1-1 107,0 6 16,0 1-21,-1 8 16,2 0-17,4 2 6,4-3 33,10-3-5,10-5-6,-2-5 23,27-16 16,-17-3 34,13-13 28,-24 1 56,-11 0 62,-10 2 44,-3 6 84,-4 7-262,1 7-7,-1 5-72,0 4-157,2 0 34,-1 4 83,5 8 12,4 10-11,8 12-107,4 11-235,1 10-224,-12-25 0,0 1 61,-1 1 1,-1 0-488,-1 0 1,1-2-4275,7 24 5288,-1-15 0,-4-18 0,-3-13 0</inkml:trace>
  <inkml:trace contextRef="#ctx0" brushRef="#br0" timeOffset="65341">10644 15149 18352,'0'-8'5512,"0"3"-4955,-16-27 1,-6-3 288,5 13-589,-5-15 1,0 5-73,14 27-213,4 3-45,4 3 62,7 6 33,8 7-27,4 4-12,23 26-11,-8-3-170,-10-11 1,-1 2 169,-6-4 0,-3 1 0,-3 2 0,-3-1 45,2 10 11,-11-3 79,-13-21-23,-3-9-12,-8-5-61,10-8 12,1-19 243,12 2-339,10-16-73,13 1-95,19-1-1247,0 13 1,11-2 0,-6 3 1400,-11 6 1,1 0-36,13-4 1,6-1 0,-8 4-176,1 4 213,10-5 151,-26 7 129,-10-2 28,-18 8 28,-7-3 168,-10 3 3112,0 3-3179,-21 4-263,17 3 61,-18 8-84,11 6-61,-3 9-23,6 3-28,8 3 17,7 1 0,8 0-5,6-1-23,8-5-17,7-6 62,-3-8 11,16-6 84,-6-13 45,11-10 123,-6-19-140,-14 9 128,-4-12 7,-14 16-6,0-1-45,-4 5-34,-1 8-128,1 6-107,0 4-146,1 3 191,0 3 17,1 3-190,5 19-466,6 13 253,0 1-578,2-9 1,1-2 190,3-4-533,21 18 718,-3-30 583,13-4 671,7-28 298,-15-5-409,-5-9 912,-17-7-1075,-13 18 185,2-16-90,-7 15 57,1-1-332,-1 9-150,0 7-107,0 6-50,0 2 84,2 4 78,9 23-39,-4-7-17,6 16-5,-10-6 22,-2 2-6,-2 6 17,0-8 129,-1-11-22,0-11 100,2-12-111,2-11 61,3-23-107,1 6 163,7-26-145,-7 35 38,5-14-49,-5 24-96,3 0 11,8 6-11,3 3 28,2 5-23,8 5-21,3 13 27,-7-2-101,11 25 107,-27-20 11,4 8 0,-12-17 22,-2-9 174,0-1-123,-6-21-39,3-17-23,2-13-22,5 4 22,7 12 11,13 1-5,-1 11-6,9-3-22,-12 15-6,3 8-50,1 14 6,-1 5-175,2 17-816,-8 8-6673,-1 9 6877,-2-3 0,-6-18 0,-3-14 0</inkml:trace>
  <inkml:trace contextRef="#ctx0" brushRef="#br0" timeOffset="66566">13045 14971 14070,'-4'-48'1541,"0"0"1,1-1 0,-3-16 0,1 10-887,-1 18 1826,0 9-2089,4 20 200,-1 0-508,3 7 164,0 1-321,4 0 514,5 2-1298,7 4-1529,5 8 2386,-1 13 0,-9-11 0,-4 3 0</inkml:trace>
  <inkml:trace contextRef="#ctx0" brushRef="#br0" timeOffset="67449">12899 14898 22043,'-5'-54'1251,"0"-1"0,2-2 1,2 12-1123,3 28-146,2-1-6,-4 26 63,1 24-35,1 0-278,0 2 1,0 3 266,1 0 1,-1 1-413,1 11 1,1 3 394,1-1 1,1 0 13,1-2 1,2-1 8,0-5 0,2-2-20,1-5 1,1-2-31,10 19 66,-3-17 119,-7-16-74,-9-21-83,-10-21 39,-4-8-17,-1 1 0,-1-2-106,0-2 0,0-2 139,-3-13 1,0-4-27,6 7 1,0-4-1,1 3 7,-1-4 0,2 1 3,2 2 0,2-2 0,1 3 8,0 1 0,2 1-1,1 1 0,-1-2 1,2 2-20,-1 0 1,1 0 5,3-10 0,5 1-19,5 17 0,3 3-9,13-20 11,-2 23 1,5 7-23,21 8 467,-20 7 0,2 4-487,7 12 1,-3 5-386,14 7 368,-23 6 1,-5 6-65,-11 26 101,-14-18 0,-8 3 16,-9-6 1,-7 1 0,-2-2-713,-1-2 1,-3-3-1,0 0 705,-2 0 1,-2-1-1,0-1-149,-16 9 0,1-3 33,15-12 0,1 1-1787,-3 6 1,2 0-1882,-2 5 3803,16-1 0,17-26 0,1-2 0</inkml:trace>
  <inkml:trace contextRef="#ctx0" brushRef="#br0" timeOffset="68773">13673 14879 24239,'-28'-27'316,"-1"0"1,-20-9-306,29 51-5643,-9 22 5632,17-15 1364,-12 33-1375,18-32-23,1 18 877,17-18-849,-3-4 51,15-4 90,-4-11 16,7-10 28,1-8 247,3-22-263,-12 9 3514,-1-19-3458,-14 15 16,0-7 146,-2 5-197,-1 13-144,-1 8-52,0 10-167,0 2 101,1 5 67,4 6-23,7 12-16,1-1-124,10 14-240,4 4 274,-5-8-129,13 13 157,-19-29 134,5 1 45,-9-16 29,-3-12-24,-3-2 208,3-21-78,-4 7-40,1-12-106,-3 17 51,0 4-62,0 10-51,-1 1-39,0 4 34,6 10 11,-1-2-17,11 12 17,-6-7 17,10 13-23,-7-9 12,3 5 39,-8-12 50,-4-3-45,-2-8 46,8-13-24,0-6-21,7-12-29,0 1-5,-5 9-28,9-3-17,-4 15-28,9-1-84,-1 11-123,2 10-107,-1 7-532,3 16 387,-10-9-958,8 11-337,-4-14 914,1-3-1568,27-3 1416,-8-16 947,-11 1 1,0-3 671,20-16 768,-8-8 1097,-7-14-1086,-17 4-218,-8-7-645,-11 19 252,-10 2-285,-6 13-191,-13 3-89,-10 12-79,-5 10-50,-3 12-23,4 12-33,8 6-22,9 6 10,10-9-66,10 9-119,14-9-81,7-12 1,4-1-65,4-6 0,3-3-336,12 0 1,2-5 357,-1-6 1,0-5 176,0-5 0,0-5 134,-2-4 1,-3-4 83,-3-6 1,-4-4 66,-4-4 1,-3-4 27,-5-5 1,-3-4-573,-3-7 1,-4 0 538,-2 8 0,-2-1 195,-1-1 0,-1-4 1,0 5-135,-1 10 1,-1 0 163,-1-7 0,-1-6 0,-1 7 162,-6-11-121,-5-9-162,2 37-202,4 12 375,4 8-521,3 15 1428,0 1-1333,9 48 1,-3-29 0,0 2-534,3 19 0,1 4 559,-1-2 0,-2 1-12,0 2 1,-2 0 2,0-2 1,-1-3-6,-1-7 0,0-3-12,-1-9 1,1-4 22,1 7 45,0-21-29,1-14-4,3-18 10,7-16 28,6-20-27,-1 4 27,-1 8 1,1 0 66,5-8-92,-7 16 1,0 3 1173,2 0-1148,-5 16-51,-2 8-11,4 10-124,21 30-319,-16-9 1,0 3-20,1 0 0,0 0-4232,1 8 0,-1-2 4705,6 2 0,-5-6 0,-9-16 0</inkml:trace>
  <inkml:trace contextRef="#ctx0" brushRef="#br0" timeOffset="69973">15994 14700 15501,'1'-44'2257,"1"-1"1,-2-4 0,-2 5-920,-5 10-352,-6-7-365,1 21-323,1 11-248,4 5-27,-4 12-7,-2 10-16,-9 16 6,-4 12-12,0 6-22,4 1-11,7-5 6,7-11 33,12-14 33,7-12 29,11-14 11,19-18-23,-10 2 129,13-17 112,-23 14 62,-1-4-56,-10 5-168,-7 8 179,-2 2-241,-2 8-73,1 0-94,-1 3 32,0 4 52,4 6-35,7 8-33,11 7-117,12 4-107,10-2 0,7-7 67,0-7 101,-5-9 112,-10-13 61,-9-10 79,-10-22 40,-8-2-52,-5 1 124,-3 3 208,-3 8-276,1 6 91,-1 2-1,2 16-229,0 2-123,0 2-74,1 4 91,0 7 83,5 10-39,8 20 6,0-8-90,13 17-44,-3-20 78,10 3 61,3-13 45,7-17 6,-14-8 39,7-19-6,-20 7 174,12-27 84,-11 4-207,0 2 263,-6-1-257,-8 31 38,-1-4-156,-2 13-17,0 5 17,0 22 0,0 13-1,0 8-228,-1-13 1,0 0 111,0 31-71,0-23 0,1 1 42,0-9 0,3 1-1980,11 20 1,4-2-1549,5-7 3685,3-3 0,-1-6 0,-8-22 0,-1-2 0</inkml:trace>
  <inkml:trace contextRef="#ctx0" brushRef="#br0" timeOffset="70590">17281 14689 17216,'9'-53'2565,"-1"-1"0,-1 4 0,-4 6-2145,-8 6 264,-9 1-45,-11 14-477,-4 4-72,-10 8-68,5 17-28,7 2-38,-5 18-18,2 17 23,3 6-3,14-18 0,4 0-149,9 27 158,7-22 5,9-2 11,7-24 62,4-6 16,10-11 91,6-22 44,-9-7-3398,-2-12 3303,-16 17 235,-3-4-213,-9 22 56,0-5-128,-4 16-124,0 1 28,-1 10 3443,1 3-3410,3 20 29,7-5-17,4 2-17,15-6 6,6-9 0,13-3 22,14-19 12,-20-4-18,-14-4 1,-2-5 50,4-22-262,-12 12 1,-1-4 230,-1-19 0,-3-2-430,-4 15 1,-1-1 411,-2-1 1,-1-3 0,-1 1 50,-2-13 1,-1 3-28,0 9 0,-1 0 75,-2-7 1,-2 6 111,-5 9-111,-5 6-107,3 20 0,-2 20 0,3 7 0,-4 22 0,1 5 0,2 7-16,1-4 1,2 3 15,9-9 0,5 1-26,9 17 1,4 1-147,-5-11 0,3 1 56,3-5 0,4 2 1,0-5-204,3-3 0,0-3-371,6 6 1,1 0-224,-6-7 0,-1-3 913,14 15 0,-22-22 0,-8-11 0</inkml:trace>
  <inkml:trace contextRef="#ctx0" brushRef="#br0" timeOffset="70807">17513 14093 16256,'-4'-1'4621,"1"0"-818,3 1-3652,35-19-3013,-7 10 2890,19-13 959,-13 16-1088,-10 4 222,2 2-3571,0 7 3450,-6 2 0,-7-1 0,-6-4 0</inkml:trace>
  <inkml:trace contextRef="#ctx0" brushRef="#br0" timeOffset="72774">10911 16026 23198,'-6'-43'668,"-1"-1"0,2 5 1,0 11-821,2 23 12,2 14 174,5 18-23,1 4-6,5 12 1,1 4-3,-3-9 0,0 1-625,4 19 0,-1 1 613,-3-9 1,-1-1-6,0-3 0,-2-1 14,-1 0 0,-1-2 11,-2 11 29,-13-2 27,-10-32 11,-16-4 1,-13-15-18,-10-18-28,28 2 1,-1-4 14,-9-14 0,3-3-341,12 11 0,0-1 374,-9-12 0,2 1 132,-1-1-17,-1 4-135,16 16 1039,11 14-1122,6 16 33,3 17-22,0 21-12,8 11 754,0-9-714,10-17 0,6-3 11,23 4-302,-9-12 0,5-5 338,1-9 1,2-6 24,5-4 1,0-6 30,2-3 1,0-4-4,-1-5 1,-2-2-54,-12 3 1,-2-1 139,7-7 1,-4-1-350,-1-6 313,7-9-84,-30 19-95,-9 10-342,-3 7-711,-4 5-772,1 9 1836,-4 11 0,3-7 0,-2 4 0</inkml:trace>
  <inkml:trace contextRef="#ctx0" brushRef="#br0" timeOffset="73374">10643 17518 18134,'0'-6'5495,"0"1"-3512,0 5-1675,-65-53-1574,16 57 1291,-7-18 1,-2 8-477,13 33 0,3 12 451,10-11 0,0 2 0,1 1-13,1 4 0,0 0 0,1 2-19,3 1 0,1 1 1,3 0-28,-5 18 0,6 0-56,7-4 1,10-1-1521,21 0 0,9-5 1383,-7-16 0,7-5-161,10-6 1,8-4 0,0-5-475,-3-9 1,1-6-1,2-1-482,13-1 1,3-3 0,-2-1 1184,-3-2 1,-2-1 0,-4 0-1,3-2 1,-6 1 0,6-5-1</inkml:trace>
  <inkml:trace contextRef="#ctx0" brushRef="#br0" timeOffset="73849">11072 17812 17456,'1'-6'5467,"-1"0"-4212,0 6 504,0 0-1838,7-52 46,-6 48 50,7-29-34,-6 86-39,1 6-39,0 4-500,4-1-1163,5-17-3535,10 4 4445,1-16 0,-10-19 0,-8-11 0</inkml:trace>
  <inkml:trace contextRef="#ctx0" brushRef="#br0" timeOffset="74024">11449 17471 24883,'-39'-29'-8,"0"-1"1,2 0 0,13 13-979,27 32 113,2-3-190,19 33 0,-15-30 0,9 15 0</inkml:trace>
  <inkml:trace contextRef="#ctx0" brushRef="#br0" timeOffset="74308">11822 17306 23888,'-18'-49'573,"-1"-1"0,2 3 1,2 8-339,6 12-157,3 9 540,3 15-668,2 6 5,3 31 51,5 20-251,-3-22 1,1 5 197,1 6 1,1 7-1,0-3-807,1 10 1,1 2 434,0-3 1,0 5 0,1-5-128,-1 0 0,3 0-1965,3-7 0,3 3 0,-1-7 2511,0-6 0,-1-4 0,5 8 0,-2-6 0,-3-12 0</inkml:trace>
  <inkml:trace contextRef="#ctx0" brushRef="#br0" timeOffset="74665">11969 18050 15789,'-22'-40'1090,"0"-1"1,0 1 0,-1-4 0,-1 3 68,-4 4 0,0 6-772,-1 4-264,-4-2 751,16 14-952,17 8 443,6 0-393,45-5-6,-12 4-29,17-2 1,5 0-36,-22 3 0,-1 0 36,17-3 0,-1 0 40,-17 2 0,-4 1-53,19-6 159,-18 3 68,-15-1 94,-9-1-78,-6 2 426,-1-6 856,-2 6-951,0-1 113,-1 7-550,0 3-51,-4 15-17,0 11 1,-3 8-63,1 20-50,4-20 1,2 1-578,3 7 1,3 1-67,-3-7 0,3-1-779,14 22 1540,4-26 0,-13-16 0,5 2 0</inkml:trace>
  <inkml:trace contextRef="#ctx0" brushRef="#br0" timeOffset="74833">12468 17276 24592,'-10'39'-2458,"-7"-16"0,45 3 1,-22-21-1</inkml:trace>
  <inkml:trace contextRef="#ctx0" brushRef="#br0" timeOffset="75925">12945 17593 27594,'-28'-30'9,"1"-1"1,1 3-1,12 6-37,28 16 0,12-2 6,11 0-17,8 3 11,1 2 22,-10 5-11,14 9 23,-19 6-56,9 13 27,-20 8 12,-10 11-11,-16 9-623,-4-25 0,-2-2 628,-15 22-3,1-14 1,-3-1-192,-6 5 208,11-14 1,2-2 52,2-4 118,10-13-6,8-16-139,4-11-23,2-5 1320,13-26-1314,-1 16 179,9-8-157,-6 21-28,0 9 23,5 6-12,10 3-56,14 4 17,13 8-445,-27 0 1,-1 1 421,20 12-254,-23 2 1,-5 4 259,-7 20-10,-10-13 0,-6 2 24,-9-7 0,-6-1 28,-3-3 1,-4-2 18,-23 12 40,0-17 899,6-15-905,11-17 486,12-12-502,17-12-12,6 2 29,23-16-457,-2 18 1,3 0 424,2-2 1,1 0-31,2 0 0,2-1 7,-7 6 0,2 0 1,-3 1 19,2-3 1,-1 1-3,13-12 0,-3-1-75,-16 13 0,-4 1 117,6-18 39,-17 11-5,-17 9-23,-6 6 11,-9 5 856,-2 4-928,-3 6 190,-2 7-213,0 11 0,1 11-33,2 16-12,6 9-10,8 7-12,15 3-34,16-8-168,19-7-716,15-16 803,-22-19 0,0-3 20,22-3-17,-15-10 1,-1-5 206,9-15 33,-15 5 1,-2-3 25,-10 0 0,-4-1 82,13-30 27,-6 2 45,-5 9-11,-6 13-118,-7 17-11,-3 8-84,-3 12 622,-1 5-628,1 11 101,0 11-84,1-2-17,4 26 17,0-10-17,-2-13 1,-1 1-12,1 18 17,-3-10 101,0-17 146,1-14-68,2-20-146,5-17 130,9-20-1,-5 17 1,3-2-79,3-1 1,1-1-299,3 1 0,1 2 214,-1 2 0,2 3 0,21-12 0,-1 16 0,7 25 0,-15 7-1625,-8 6 0,-3 6 711,7 31 914,-13-9 0,-3 1 0,3 6 0,-9 2 0</inkml:trace>
  <inkml:trace contextRef="#ctx0" brushRef="#br0" timeOffset="79833">15317 16603 21522,'-46'-17'8,"0"-1"1,0 1 0,0 0 0,-7-2 0,-2 0-1,2 1 1,4 2-1429,-6-1 0,-3 1 1330,11 5 0,-6-1 1,-4 0-1,-1 0 1,4 2-626,-3 1 1,3 1 0,-2 1 0,-4 0 697,5 0 0,-3 0 0,-3 0 1,-1 1-1,0 0 0,2 1-135,3 1 0,0 1 0,0 0 0,1 1 0,-2 1 0,1 0 162,-4 0 0,-1 1 1,1 0-1,-1 1 0,-1 0 1,1 1-180,7-1 1,-1 2 0,0-1 0,0 1-1,0 0 1,0 1 0,-1 0 190,0 0 0,-2 1 1,1 0-1,-1 1 1,1 0-1,2 0 1,0 0-8,2 0 1,2 0 0,1 0 0,0 1 0,-2 0 0,-3 1 15,0 0 1,-3 1-1,-3 1 1,0 0-1,-1 0 1,2 1-1,1 0 1,4-1-104,-3 1 0,4 0 0,1 0 0,0 1 0,-2-1 0,-2 2 74,0-1 1,-2 1 0,-2 0 0,-1 1 0,0 0 0,0 0 0,2 1 0,2 0-9,2 0 0,1 1 1,1 0-1,0 0 1,2 0-1,1 0 1,2 0 0,-10 2 1,4 0-1,1 0 1,-1 1-1,-2 3-15,7-1 0,-3 2 0,-1 1 0,0 2 0,2-1 0,2 1 0,4-2-18,-11 9 0,5-1 1,3 1-1,-3 1 115,3-4 1,-1 0-1,-1 0 1,3 3-1,4 3-150,6 1 0,2 2 1,2 2-1,5 0 0,4-1-2,1 7 1,7 0-1,3 3 24,-1 0 1,1 4 0,4 0 0,8-2-44,13 7 1,9-2 0,7-3 81,-1-12 1,4-2-1,4-1 1,3-2-45,7 1 0,5-1 0,2-3 0,3-1 27,-4-6 0,2-1 1,2-1-1,1-2 1,2-1 14,-5-3 0,2 0 0,1-2 0,0-1 0,-1 0 0,-1-1 25,1 0 0,-2 0 0,-1-2 0,2 0 1,4-1 28,-3-1 1,3-1 0,2 0 0,1-1 0,0 0-1,-2-1 1,-2-1-40,9 1 0,-4-2 0,0 0 0,2-1 1,5 0 7,-15-1 1,3 0 0,2 0 0,2 0 0,0 0 0,1-1 0,-1 1 0,-2-1 0,-1-1-82,4 1 0,-2 0 0,-2-1 0,0 0 0,3 0 0,2-1 0,6-1 82,-15-1 0,3 0 0,3 0 0,3-1 0,2-1 0,0 1 0,2-1 0,0 0 0,-1 0 0,-1 0 0,-2 0 0,-2 0 0,-3 0 0,-4 0-13,10 0 1,-6-1 0,-3 1 0,-2 0 0,1 0 0,1-2 0,5 0 0,5-1 57,-10 0 0,5 0 0,2-1 1,4 0-1,2-1 0,1 0 1,1-1-1,1 0 0,-1 0 0,0-1 1,-3 1-1,-1-1 0,-3 0 1,-4 0-1,-3 0 24,10-3 1,-4 0-1,-4 0 1,-3-1 0,0 0-1,1-1 1,1 0 0,4-1-18,-5 1 0,1 0 0,2-1 0,2 0 0,-1-1 1,2 0-1,-2-1 0,0 1 0,-1-1 0,-1 0 0,-3-1 18,8-3 1,-2 0-1,-2 0 1,0-1 0,-1 0-1,-1-1 1,-1-1-1,1 0-12,-3 1 1,-1-2 0,1 1-1,-2-1 1,1-1 0,-2 0-1,-1-1 1,0 0 2,2-2 0,-1-1 0,0-1 1,-1 0-1,-2-1 0,-1-1 1,-2 0 1,2-4 1,-1-1 0,-2 0-1,-1-1 1,-3 0 0,-3 2-30,6-8 1,-2 2 0,-6-1 0,-5-3 4,-6-3 0,-3-3 0,-9 0 0,-14 3-80,-18 0 0,-17 2 1,-8 2-1,-3 1-42,13 13 0,-3 1 0,-3 0 1,-2 2-1,-3 1 0,-3 0-66,5 6 1,-3 1 0,-3 0 0,-2 1 0,-1 0 0,-1 2 0,-2 1 0,1 1 0,-1 1-530,2 2 1,-1 2 0,-2 1 0,0 1 0,-1 0 0,0 2 0,0 0 0,0 1 0,0-1 0,1 1 667,-4-1 0,-2 1 0,0 0 0,0 0 0,1 1 0,1 1 0,1 0 0,2 0 0,3 0 0,-11 0 0,2 1 0,2-1 0,2 2 0,3 0 0,4 1 0,1 1 0,0 0 0,0 0 0,0 0 0</inkml:trace>
  <inkml:trace contextRef="#ctx0" brushRef="#br0" timeOffset="82034">7822 6555 20040,'1'-2'4369,"0"-1"-5892,-1 3-1477,-51 13 2647,20 2-415,-6-1 0,-3 2 609,4 8 1,0 3-478,-7 5 0,-3 3 616,7-3 0,-2 2 1,-1 1-5,-2 4 0,-1 2 1,0 1 48,9-7 0,0 2 0,1 0 0,1-2 65,-5 6 1,2-2 0,-1 6-586,4-5 1,-2 5-1,-1 2 1,1 0-1,2-2 517,0 1 0,3-2 1,1 1-1,-3 4-62,3-6 0,-2 4 0,0 0 0,-1 2 0,1-1 1,1 0-412,-1 4 0,0-1 1,2 0-1,-1 0 0,1 1 367,-1 2 1,0 0-1,0 0 1,0 0 0,1 1-112,5-8 1,0 0-1,0 0 1,0 1 0,1 0-1,-1 0 192,1 1 1,-1 0 0,0 1 0,1 0 0,0-1 0,2-2-156,-1 1 0,2-2 0,0-1 0,-1 1 0,-1 4 201,1-1 1,-1 3-1,-1 2 1,0 1 0,0 0-1,0-2 1,2-2-85,-2 6 0,1-3 0,0-1 1,0 2-1,-1 3 34,3-10 0,0 2 1,-1 3-1,0 0 1,-1 1-1,1-1 1,0 0-1,1-2 18,0 2 1,0-2 0,0 1-1,1-1 1,0 0 0,0 0-1,0 1-37,0 1 0,-1 1 1,1-1-1,0 1 1,0 0-1,0-1 0,0 2 3,0-1 1,1 1 0,0 0-1,0 0 1,0 0 0,0 0-1,0 0 2,1 1 0,-1-1 0,1 0 0,0 1 1,0-1-1,1 0 0,0 1 5,0-2 0,0 1 1,1 0-1,0 0 1,0-1-1,1 1 1,0 0 9,0-2 1,1 1-1,-1 0 1,1 0-1,1 0 1,0-1 0,0 1-4,-2 7 0,1 0 0,1 0 1,0 0-1,1 0 0,0 0 0,0-2 1,1 0-1,1 0 1,0 0-1,1 1 1,0 1 34,1-1 1,0 2 0,1 1 0,1 1-1,0-2 1,0-2 0,1-3-11,-1 4 1,0-5 0,2-1 0,-1 2 0,1 2-8,1-5 1,0 3-1,0 2 1,1 0 0,0 0-1,1-3 1,0-4 2,1 15 1,1-6 0,0 0 0,1 3 36,0-3 1,0 2-1,1 2 1,0-1-1,1-1-49,1-2 0,0-1 0,1 1 0,0-2 0,2 1-1,0-3 0,0 0 0,2-1 0,0 0 0,2 0-6,0-3 0,1 0 0,1-1 1,2 0-1,0-1-5,1-2 1,0 0 0,2-2 0,1 0 0,1 0 1,6 8 0,1-1 1,2-1-1,2-2 12,1-1 1,2-1 0,1-2 0,-2-3 182,5 4 1,-1-4 0,3-1-174,-3-7 1,2-1 0,2 0-1,2-3 17,2 0 1,2-3-1,2 0 1,0-1-50,2 2 1,0-2 0,2 0 0,1 0 29,-5-4 0,2 0 0,0-1 1,1-1-1,-2-2-1,6 0 1,-2-1 0,0-2 0,1-1-8,1 0 1,0-1 0,0-1 0,1-1 5,0 0 1,2-1-1,-2 0 1,-1-2 2,4 1 0,-3-1 0,6-2 16,-11-2 0,5-1 0,2-1 0,-2-1 0,-3-1-1,-1-1 1,-4-2 0,0 0-1,4-1 20,5 0 0,5 0 0,0-1 0,-1 0 0,-5-2 7,-6 1 0,-4-1 0,-1-1 1,4-2 119,5-1 1,4-3 0,1 0 0,-2 0-1,-3-1-28,-5 1 1,-3 0 0,0 0 0,2-1-47,4-1 1,2-1 0,2-1-1,-2 1 1,-1-1 161,3-3 1,-1 0 0,-3 0 0,-2 0-94,1 0 0,-3 0 0,-1 0-138,-4 1 0,-1-1 0,-7 3 368,8-8 1270,-24 9-1338,-17 10 1504,-2-1-1812,-2 1 1624,-1-4-1613,-4-3 3404,-5-4-3426,-12-7-11,-12-5 17,-19-3-669,6 12 0,-2 3 658,14 4 0,-2 2 8,-23-2 0,0 4-17,19 5 0,1 2 3,-9 0 0,0 1-12,8 2 1,1 2-12,2 1 1,4 2 17,-7 3 16,3 3 95,24-9 62,3 0-5,6-3 1202,5-1-1371,12-3 29,14-1 5,30-2-25,-19 4 0,6 1-1127,0 2 1,4 1 0,-2 0 1123,4 1 0,0 1 4,0 2 0,3 1 0,-4 2-366,-2 1 0,-2 2 356,8 3 1,-1 2 2,-8-1 0,-3 1-8,-7-1 0,-3 1-34,15 13 12,-14-3 61,-15 2 0,-35 26-56,-3-20 0,-7 1 433,-3 1 0,-5 2 0,-1-1-532,5-5 0,-1-2 0,-3 3-1314,-4 1 1,-3 4 0,-1-1 0,2-2 1440,0 2 0,2-3 0,1 0 0,3-3 0,0-1 0,4-3 0,3-2 0,1 0 0</inkml:trace>
  <inkml:trace contextRef="#ctx0" brushRef="#br0" timeOffset="91307">7470 9372 26100,'33'-50'-781,"1"24"1110,-4 64-2218,2 13-735,-12-18 0,-1-1 1937,7 12 1019,8 6-668,-18-29-642,0 3 485,-7-5 46,-5-1 1100,-4 0 3244,-2-2-3336,1-6 555,11-13-390,4-10-290,10-8 1,4-5-105,8-9 0,5-4-851,-4 4 1,3-2 0,1-2 585,4-2 1,2-2-1,-1 0-59,1 1 1,0 0 0,-2 1-39,-3 4 0,-2 1 1,-2 2 4,9-8 1,-5 4-1836,-13 11 1,-5 4 1853,1-1 0,-18 14 1,-7 10-1</inkml:trace>
  <inkml:trace contextRef="#ctx0" brushRef="#br0" timeOffset="91990">7866 12621 16360,'0'-5'1853,"0"0"-2539,0 5 691,-13 25 24,11 26 59,1 10 67,13-2 255,35-17-191,-16-28-150,1-4 1,3-4 395,18-16-250,-17-1 1,2-4-340,4-8 0,2-5 243,-4 0 1,3-5-1,-2 1-1090,-2 1 1,-1-1-1,-1 1 993,1-1 1,0 0-1,-2 1 37,12-14 0,-5 2-296,-13 12 1,-1 1 180,2-4 0,0 0-228,-9 8 0,-1 2-1582,7-6-3195,-11 20 5080,-8 15 0,-5 2 1,-2 2-1</inkml:trace>
  <inkml:trace contextRef="#ctx0" brushRef="#br0" timeOffset="92640">8708 15449 18352,'-14'35'102,"0"0"1,2 0 0,5-3-91,11 13 72,11 0 73,6-19 67,12 0 207,21-14-179,1-15-156,3-6-35,-25-4 1,-1-4-635,0-1 0,1-2 464,12-8 0,2-1-1113,5-2 1,0 1 1221,-4 2 0,-3 3 0,-13 8 0,-5 3 0,7-2 0</inkml:trace>
  <inkml:trace contextRef="#ctx0" brushRef="#br0" timeOffset="102782">2884 5809 6899,'-9'-3'918,"2"0"-980,7 3 85,0 0 89,-16 20 57,9-3 48,-12 22-97,13-13 153,1 5 1,-1 2-147,1 1-42,-1 14 1,1 1-49,2-7-385,1 1 0,0 1 384,5 16-9,-1-22 1,2 1-10,1 1 1,2-1-1,1 2 1,0-1-14,-1-9 0,0 1 58,4 18 1,1 2 22,-4-3 0,0 0-15,1 1 1,-2 0 43,-1 12 0,-2-5 64,-2 2-90,-3-13 1,0 7 0,-1-3 28,0-2 0,0 0-41,0 2 1,-1 5 0,1-6-34,0-6 0,0-2 4,1 10 1,-1 0-2,2-7 1,-1 0 1,0 12 0,-1 1-15,-1 0 1,0 1-436,0-11 0,-1 2 0,0-2 468,0-3 0,-1-2 1,0 0-15,-2 20 1,-1-1-37,-2 2 1,-1-1-3,2-10 0,0 1-23,0 0 1,0 4-1,1-1-39,2-9 0,1-1 1,0 2-6,0 6 1,0 1-1,2-3-17,2-2 1,1-1 4,2 12 1,1-1 4,2-9 0,0 1 70,-1-10 0,1 2 1,0 2-859,1 7 1,0 3-1,-1-2 886,0-7 1,-1 0-1,0-1-1,0-2 0,-1 1 1,0-1-216,-1-1 1,-1 0 0,1-2 252,-2 13 0,1 1-32,-1-10 0,-1 2 1,1 0 5,-1-1 1,0 0 0,0 1-14,1 8 1,-1 1 0,0-2-38,0-5 1,0-2-1,1-1 1,-1-2 1,1-1 0,1 2-26,0 7 1,2 2 0,-1-2-6,2 5 0,0-1 11,-1-12 1,1 2-1,0 1 41,0 5 0,1 1 0,-1-2 45,0 5 0,0 0-28,-1-13 0,0 1 0,0 2-3,-1 7 1,0 1 0,0 2-383,0 5 0,0 2 0,0-2 353,-1-8 1,1 0 0,-1-1 3,1 6 1,0 1-1,0-5 5,2 0 1,-1-5-76,1-10 1,0 1 22,0 3 0,1 3 0,1 1 3,1-1 0,1 1 0,0 0-10,1 1 1,-1 1 0,0-1-4,1-2 0,-1-1 0,1 0 63,-1 6 0,0 1 0,-1-3 14,0 4 1,-1 0 13,-2-2 1,1 3-1,-1-2 24,-2-8 1,0-3 0,-2 1 45,0 22 0,-3-1-11,0-2 1,-2 0-38,-1-2 0,-1 0-36,-2 0 1,1-4 675,1-11 0,0 0-625,1-3 1,0 3 0,0-1 33,-1 13 0,1-1-13,-1 1 0,0 0 4,0 4 0,1-3-98,2-20 0,-1-1 0,-1 11 1,-1 0 0,0-1 0,-1 1-8,1-1 0,-1 1-84,0 1 0,0 0 63,1 0 1,1 0-123,1 0 0,0-1-3,2-10 1,1 0 89,1 7 1,0-1 4,2-8 0,1 0 7,2 17 1,2 0 1201,-2-18 0,1 1-1169,3 7 1,1 5 0,-1-7-103,3 14 431,0 2 0,-1 2-246,-5-24 1,-2-1-20,2 11 0,-1 0-39,-1-10 0,-1 1 2,-1 18 1,0 0-32,0-16 1,-1 0-6,0 15 1,0 2 16,0-5 0,0-1 8,1-8 1,0 0 13,-1 7 0,1-3 1,0 13 10,0-22 1,-2-2 562,-1 6-524,-2 2 1,-1 1-33,-3 1-18,-2 3 0,-2 2-59,-5 3 26,-2 9-23,-2-5 1,10-25 33,-4 7 730,6-16-730,-3-6 0,3-5 0,-9 0 0,6-5-6,-23 3 18,15-6 1197,-34 2-1086,19-6 205,-15-4 39,12-5-119,4-3-100,4-2-6,3 1-62,0 2-20,1 3 56,-1 3 31,-2 1 58,-2 0 101,-1-2-70,6 1 267,-12-9-78,14 3-20,-6-8-63,14 5-294,7 2-47,6 4-57,1 5 14,2 3 53,1 2 111,1 0 49,2 1-25,3 2-26,3 5-73,2 5-130,-1 0-16,13 15-67,-1-4-49,15 13-3,3-2 67,4 0 217,5-3-217,1-6 377,-2-7 99,-1-8 146,-4-6 169,-4-10 120,-2-6-20,-1-12 36,5-7-58,4-5-69,4-2-148,1 0 319,-5 2-82,-13 10-426,-1 0-109,-19 15 138,2-2-317,-12 10 256,-3 2-582,-3 5 307,0-1-81,-13 15 335,-1-1 72,-14 11 31,-2-3-58,-4 0 63,-3-3-158,-3-4 40,10-6-350,-21-1-179,14-6-104,-19 1 2,9-2-29,1-2-21,-1 0 110,-1-1 48,11-2 128,-15-4-7,23-5-102,-10-8-71,18-15-268,10 9 146,3-14 200,7 16 127,2-6 210,0 6 79,2 5 159,-1 6-108,1 6 223,-1 4-570,14 15-98,2 1-203,15 18-179,3 0-58,6 6-50,1 4 183,1 0-94,-3-3-2770,-1-6 3389,-1-9 186,1-12 271,5-8 249,5-15 251,9-14-556,-23 4 0,0-3 205,3-3 0,-1-3-206,2-2 1,0-1 224,-2 0 0,-2-1-60,-4 3 1,-2 1 2959,14-19-2879,-16 16-171,-11 8-450,-10 16-236,-1-1-1018,-3 7 1021,-2 1 1,0 0-1</inkml:trace>
  <inkml:trace contextRef="#ctx0" brushRef="#br0" timeOffset="113399">9795 18888 9191,'-49'-6'1023,"0"0"1,0 0-1,-12-1 1,16-4-996,33-5 62,60 1-102,1 9 1,8 1-1415,-4 2 1,3 0-1,4 2 1420,-7-1 1,3 1-1,2 0 1,1 1 10,-5-1 1,2 1 0,1 0-1,0 0 1,2 0-217,-5-1 0,1 1 0,1 0 1,0 1-1,1-1 0,1 0 219,-5 0 1,1 0 0,0 0 0,1 0 0,1 0 0,0-1 0,1 1-60,-1-1 1,2 0 0,0 0-1,1 0 1,0-1 0,0 1-1,-1 0 1,-1-1 67,2 1 1,-2 0 0,-1 0-1,0 0 1,2-1 0,3 0-1,5 0 0,-14-1 0,4 1 1,3-1-1,2 0 1,1-1-1,2 1 1,0-1-1,0 0 1,0 0-1,-1 0 1,-2 1-1,-2-1 1,-3 0 87,8 0 1,-3 0 0,-2 0 0,-1 0 0,-1 0-1,1 0 1,1 0 0,3 0 0,2-1-70,-7 1 0,3 0 0,2 0 1,1-1-1,1 1 0,1-1 0,0 0 1,0 1-1,0-1 0,-2 0 0,-1 1 1,-2 0-1,-3-1-8,9 0 1,-2 1-1,-2-1 1,-1 0 0,-1 0-1,-1 1 1,0-1 0,1 1-1,0 0-63,-2 0 1,-1 0 0,1 0 0,-1 0 0,1 1 0,-1-1 0,0 1 0,0 0-1,0 0 35,7 0 0,2 0 0,0 0 0,0 0 0,-1 1 0,-3-1 0,-2 1 0,-5 0 0,5 0 0,-4 0 0,-4 0 0,-1 0 0,0 1 0,4 0 0,0 0 0,-1 0 0,1 1 0</inkml:trace>
  <inkml:trace contextRef="#ctx0" brushRef="#br0" timeOffset="123117">15894 8189 20996,'-6'-8'2067,"0"2"-1070,6 6-185,0 0-829,-58-56-16,43 43 10,-17-17 1,5 12 28,25 36-6,1 14 5,5 10-10,7 6 10,9 3 0,-3-20 1,3 0 6,20 18-29,-1-6 56,7-21 11,-13-25 1,4-11-31,3-8 1,4-7-1,-2-1-889,-3 4 0,-1 0 0,1-4 877,-4 0 0,1-3 1,1-1-1,0 0-1,1-1 0,-1 0 0,2-1 0,3-1-36,-4 6 0,2-3 0,2 1 0,1-2 1,0 2-1,0-1-493,-1 2 1,0 0 0,0 0 0,1 0 0,0 1 0,1 0 110,3-2 0,2 0 0,0 0 0,0 1 1,-2 3-1,-3 3-2047,3 1 0,-2 3 1,-2 3-1,-3 2 1443,16-6 1,-7 7-1,1 4 1,-40 12-1</inkml:trace>
  <inkml:trace contextRef="#ctx0" brushRef="#br0" timeOffset="123717">14086 11191 21020,'-4'29'236,"10"10"-225,20 5 17,-4-10 0,1-3 34,10 5-23,6 5 699,15-22-486,-5-20-168,-7-7 0,2-6-1591,7-10 1,0-4 1514,-6 1 1,3-3-21,-7 3 1,4-5 0,2 1 0,-4 1-177,1 2 1,-3 1 0,3-1 79,-1 0 0,4-2 1,-1 0-1,-2 4-311,-3 3 1,-2 1 0,-1 4-2821,6-1 1,-3 4 3238,11 0 0,-27 13 0,-15 2 0</inkml:trace>
  <inkml:trace contextRef="#ctx0" brushRef="#br0" timeOffset="124590">18881 14291 19120,'-2'-5'2195,"0"1"-1567,2 4-252,-2 25-102,4 11-106,0 27-90,6-1-33,4-7 112,8-16 252,13-16 218,19-19-344,-15-12 0,3-7-96,9-8 1,3-5-399,-13 4 1,2-2 0,1-2 260,-3 1 1,2-1-1,0-1 1,-3 2-36,-1 1 0,-2 1 0,2-1-1,8-6 1,2-1 0,-6 5-4,-8 5 1,-4 3-46,5-4 1,-2 3-63,1-2-498,-14 10-929,-17 14-5456,-6 10 6979,-1 4 0,-1-1 0,2-4 0</inkml:trace>
  <inkml:trace contextRef="#ctx0" brushRef="#br0" timeOffset="132900">6860 17455 9901,'-43'21'784,"0"0"0,-6 3 0,8-3-616,17-9 202,-19 8 33,16-13 23,-9 0 419,-22-4-296,10-5-221,14-1 0,0 0 249,-20-6-594,-5-4 92,27 6 1,-1 0-29,-1-1 1,-1 1-9,-10-2 1,1 0-12,-18-3 2,18 3 1,0-1 37,-14-6-26,21 4 0,-1-1-12,0-1 1,1-1 0,-1-2 0,-1-1-3,0-2 0,0-1-292,-3-3 0,2 1 275,7 4 1,0 0 24,-19-13 1,-1 0 35,15 8 1,-1-2 74,-2-3 1,-5-3 0,4 0-652,-4-6 0,3 0 619,1 1 0,2 0 87,4-2 0,3-1-238,7 7 0,0-2 118,2-1 0,-2-4 0,1 1-18,-4-14 1,1-2-17,7 11 1,0-2 0,3 3-181,0-3 0,3 1 174,-3-13 0,1-1-220,4 9 1,3-2 188,1 10 0,0-3 1,2-2-5,0-10 1,1-4-1,1 2-477,1 4 1,1 1 0,1 0 465,0 1 0,0 1 1,1-1-7,1-1 1,2 1 0,0-2-352,1-2 0,2-2 0,0 0 331,1-4 0,0 0 0,1 0 11,0 3 1,0 0-1,1-2-18,1 6 1,1-3 0,0 2 0,0 5 22,0-8 0,1 0 5,-1 6 1,1-6-1,0-1 1,0 5 6,-1 2 0,-1 4 0,1-3 9,-2 5 0,1-1 0,0-3 0,0 0 1,1-8 1,0-2-1,0 0 1,0 2-304,-2 6 0,-1 1 0,0 1 0,1 1 299,-1 1 0,0 1 1,0 0-1,-1 0 1,2-13 1,-2 0 0,1 3-51,-2 8 0,1 2 1,-1-2 49,0 4 1,1-2-1,0 0 1,-1 2-3,1-3 1,0 1 0,0-1-1,2-8 1,1-1 0,0-4 15,1 5 1,0-4 0,1 1 0,-1 3 214,0-1 0,0 4 0,0-4-222,0 7 0,0-5 1,1-1-1,0 3 1,-1 4-72,1-1 1,-1 4 0,1-2 77,-1 4 1,0-1-1,1-2 1,0 0 2,1-6 1,1-2-1,0 1 1,-1 2-16,1-9 1,1 2-1,-2 1-11,1 3 0,-1 2 1,0 0 1,-3 5 0,1 2 0,-2 1 450,2-10 0,0-1-459,-2 12 0,0-3 0,1 0-12,1-8 1,1 0 0,1 0 8,-2 8 1,1 2 0,-1-1 5,1 3 1,-1 0 0,1 0-6,0 2 0,1 1 0,0-1 3,0-3 1,0 1 0,1-1 18,-1-1 0,0 0 1,0 0-5,-1 3 1,0 0 0,-1 1 24,2-13 1,-2 1 137,-4 3 1,-2 2-155,1 9 0,-1-1 322,-1-10 1,-2-1-309,-2 13 0,0 1-17,-1-2 0,0 0-14,-2-4 1,0 0 798,-1 10 0,-1 2-791,-4-17 1291,-4-5-1212,-5 11-62,-3 4 1034,-8 6-1168,-1 21 50,5 7 669,-11 11-691,-4 13 61,-3 7 499,3 3-473,15-6 0,2-1 8,-3 4 17,2-1 0,-2 4-9,2 0 1,1 2-393,-3 2 1,0 3 383,-5 8 1,0 1-18,5-5 0,1-1 6,6-7 0,1-1-17,-2 2 1,1 2-1,4 1 0,1-1 12,-7 16 5,10-17 0,2-2 22,4-4-22,-1 2-11,1-7 56,2-8 128,1-7 230,2-4 1507,1-3-1725,0-9-173,0 2-52,0-25 18,2 2 28,6-20-12,10-2 6,-5 22 0,2 0-367,4-3 0,3-1 369,3-3 1,0 2 5,-3 5 1,0 1 27,14-14 1,0 2 2,1 0-20,3 1 1,2 2-14,6 3-3,-14 11 0,3 2-6,-5 5 0,0 3-6,2 0 1,1 0-15,10 1 1,0 1 22,16-4-3,-21 8 1,-1 2 2,8 2 33,8 0-21,-3 2-29,-6 2 17,-14 1-51,-4 2 46,-19-2 78,1 2 778,-9-1-386,-1-2-314,-3-1-162,-2-3-6,-11-8 29,-13-7-18,-5 0-50,-17-2 34,18 12-242,-17 6 242,21 9 10,-4 5 1,-3 4 14,8-1 0,-1 2-351,-14 7 0,1 1 328,13-6 1,0 0 2,-14 11 0,0 2 14,12-9 1,1 1-7,-14 12 1,2-1-4,15-11 1,0-1-6,-7 12 1,2 0-393,-8 13 403,12-12 1,2 0 10,-3 9-19,9-10 0,2 2-36,-5 13 39,8-14 0,0-1-6,0 6-90,5 2 63,8-21 201,2 4-180,1-13 709,1-7-495,0-2 827,-2-2-492,1-6-504,-5-6-33,-2-12-22,-3-13-1,2-17 23,6 21 0,3-2-592,5-7 1,4 1 610,-2 5 1,4 0 0,6-2 1,6-3-1,0 3-6,5-3 0,1 1 6,-1 4 0,3-3 1,-1 4 1,8-4 0,1 5-17,-2 4 1,0 4-1,-1 6 1,0 3-162,-1 4 0,1 3 178,0 4 1,0 1-21,1 4 1,0 2-3,1 1 0,-1 1 2,1 2 1,-1 1-12,0 1 1,-1 0-63,-2 2 1,0 0-160,-2 0 1,-2 1-483,-2 2 0,-2 1-9108,21 15 8768,-17-7 0,-13-7 0,-13-11 0</inkml:trace>
  <inkml:trace contextRef="#ctx0" brushRef="#br0" timeOffset="135015">7688 9635 6148,'5'6'655,"-2"-2"-319,-3-4 79,76 16-158,-19-8-903,-17-2 0,6 2 0,-3-1 803,6-1 0,-2-1-43,-8 0 1,2 0 55,1 1 1,4 1-1,0 1-69,-1-1 0,1 0 0,0 1-430,-1-1 1,1 0 0,1 1 352,9 1 1,3 0-1,-4 0-611,8 0 1,-1 0 735,-10-1 0,2-1 1,3 1 321,-5-2 1,2 1 0,0 0 0,0-1-149,-4 0 1,-1-1-1,0 0 1,0 0-306,-1 0 1,0 0 0,0 0 0,1-1 212,2 0 0,1 1 0,-1-1 0,0-1 39,10 2 1,0-2 0,0 1-142,-1 0 0,0 0 0,7-1 53,-10 0 0,8-1 0,3 1 0,1-1 0,-5 1 0,-6-2-445,-8 1 1,-5-1 0,-1-1-1,7 1 297,1 1 1,6-1-1,4 0 1,2 0-1,-1 0 1,-2 0-1,-6 0-219,10-2 0,-5 0 0,-1 0 0,4-1 225,-12 1 0,2 0 0,2-1 0,0 0 0,0 0 1,-1 0-97,1-1 1,0 1 0,0-1-1,0-1 1,0 1 0,1-1 93,-1 0 0,1 0 0,0-1 1,0 0-1,0 0 0,0 0-63,0 0 1,0-1 0,0 0 0,1 0 0,-1 0 0,1-1 48,0 1 0,-1-1 0,1 0 1,0 0-1,0 0 0,0-1-45,0 1 1,1-1-1,-1 0 1,1 0 0,-1-1-1,1 1 22,0-1 1,-1 1 0,1-1 0,0 0 0,0-1 0,0 1-5,1 0 0,-1-1 1,0 0-1,1 0 0,-1 0 1,0 0-10,1 0 1,-1 0 0,0-1 0,0 0 0,0 1-1,0-1 26,-1 0 0,0 0 1,0 0-1,-1 0 1,1-1-1,-1 1-23,-1-1 1,0 1 0,-1 0-1,1-1 1,-1 0 0,-1 1-4,10-3 1,-1 0 0,0 0 0,-1 0 0,-1-1-1,-2 1 1,-1 0 0,0-1 0,-1 1 0,0-1 12,-3 1 0,-1 0 0,0-1 0,-1 0 0,-1 0 105,9-2 1,-2-2 0,-1 1 0,1-2-85,1-2 0,1-1 1,-2-1-1,-4 2 4,-4 1 0,-3 2 1,0-3 25,7-6 0,1-3 1,-8 1 483,-9 0 0,-5-1-458,4-9 1,-3-3 8,-9 1 0,-8-2-17,-9-11 0,-7 0-65,-2 17 1,-5 1 19,-14-17 0,-7 1 6,-2 17 0,-4 3 273,4 4 1,-4-1-1,-3 2-275,-2 2 1,-3 2-1,-3 0 1,1 1 188,-12-5 1,0 2-1,-4 1-201,3 2 0,-2 1 0,-1 0 0,4 2-6,-1 1 0,4 2 0,-4 0 4,3 1 1,-4 0-1,0 1 1,1 0-19,5 2 0,2 1 0,-1 0 1,-2 0-165,1 0 1,-2 0-1,-1 0 1,-1 0 0,0 1 161,-1-1 1,-1 0-1,0 1 1,0 0-1,0 0-172,-2 0 0,0 0 0,0 1 0,0 0 0,-1 0 175,-1 0 1,0 0 0,-1 1 0,0-1 0,1 1-139,8 1 1,-1 1 0,0 0 0,1 0 0,0 0 0,3 1 135,-1-1 1,3 1 0,1 0 0,-3 1 0,-5-1 5,3 2 0,-4-1 0,-4 0 0,-2 1 0,0 0 0,1 0 0,2 0 0,5 1-52,-10 0 1,4 1 0,3 0 0,-3 0 0,-5 0 50,14 1 0,-4-1 0,-2 0 1,-2 0-1,0 1 0,0-1 0,2 1 1,3 0-1,5 0-1,-11 1 0,5 0 0,3 1 0,-1 0 0,-2 1-1,0-1 0,-1 2 0,-2-1 0,1 1 0,0 0 0,3 0-33,-3 0 0,3 1 0,0 1 1,-1-1-1,-2 1 31,1 0 0,-1 0 0,-1 1 1,-2 0-1,0 0 0,-1 0-1,3 1 0,-2 0 0,-1 1 0,0 0 0,0-1 0,2 2 0,1-1 6,-3 0 1,2 1 0,1 0 0,0 0 0,1 0 0,0 0-3,2 0 0,0 0 0,0 0 0,1 0 0,1 1 0,0-1-6,-7 3 0,0 1 1,2 0-1,0 0 1,3 0 0,-3 1 1,2 1 0,1 0 0,-3 1 32,3-1 1,-3 1 0,0 0 0,1 1-1,0 0-35,2 0 0,1 0 1,0 1-1,0 0 1,1 0-7,1 0 1,1 0 0,1 0-1,-1 1 1,-1 1 15,-4 2 0,-3 3 1,2-1-1,0 1 1,5-2 3,4-2 0,3-2 0,2 1 0,-3 2-2,2 1 1,-3 0 0,1 2-1,2-1 1,4-1-6,-1 3 0,4-1 0,-1 2 262,-5 4 0,-1 2 0,2 3-307,3 1 0,2 3 0,4 0-64,-2 9 0,4-1 25,6-2 0,5-1 553,10-5 1,8 1-1817,11 4 1,4-1 1346,-2-3 0,1-1 0,2-4 0,0-5 0,2-4 0</inkml:trace>
  <inkml:trace contextRef="#ctx0" brushRef="#br0" timeOffset="136916">13941 10792 15147,'-50'-4'79,"0"-1"1,0 0 0,1 1-1,0 0 1,3 0 60,-6 2 0,1 0-881,-6 1 0,-1-1 855,-5 1 1,-1-1-585,18 1 0,0 0 1,-1 1 510,-3-1 0,0 0 0,-1 1 13,-2 0 0,-2-1 0,0 1-113,-3 0 0,-1 0 1,0 0 149,-3 0 1,-1 0-1,-1 0-6,14 0 1,-1 0-1,0 0 1,0 0 2,-2 1 0,0-1 0,-1 1 0,-2 0-3,3 0 0,-3 1 0,-1-1 1,0 1-1,2-1-536,-8 2 1,2 0 0,1 0 0,-1 0 465,2-1 0,1 1 1,0 0-1,0 0 1,3 1 1,-1 0 0,2 1 0,2 0-137,-6 0 1,2 0-1,-4 2 111,9-1 0,-4 0 0,-2 1 0,0 0 0,2 0-1,-5 1 0,1 1 1,0-1-1,1 1-61,1-1 0,0 1 1,0 0-1,1 0 68,1 2 0,0 0 1,0 0-1,2 0 4,6 0 1,2 0-1,-1 0 1,-2 1-1,-10 2 0,-2 2 1,-1 0-1,0 1-111,12-4 1,0 1 0,0 0 0,0 1 0,0 0 111,0 0 0,0 1 0,0 0 1,1 0-1,0 1-4,-12 3 1,1 1 0,0 0-1,1 1 0,2 0 1,0 1 0,1-1 0,2 0-3,-2 0 0,3 0 0,-3 2-10,9-1 1,-3 3 0,0 2-1,2-2 1,6-3-1,-10 6 0,1 1-2,10-4 0,-5 5 0,-1 2 1,3-2-1,8-5 176,1 2 0,4 1-187,-5 4 1,-2 5 0,4-1-11,5 1 1,4 0-14,-4 11 0,2 1 10,6-13 1,5 2-77,6 5 0,3 4 1,2-5 64,3-11 1,3 0 3,3 10 1,3 7-1,2-8 30,19 12-67,7-10 0,9 5 1,-3-5 97,-7-10 0,3-2 2,0 0 1,5 4 0,4 0 0,-2-3 13,10 0 1,0-2 0,-2-2-15,-7-2 1,-2-2 0,5 1 14,1 0 0,4 2 0,1-2 0,-4-1 25,1-1 0,-3-3 0,3 1-3,-5-1 0,3-1 0,2 1 0,2-1 7,-4-2 1,3 0 0,2 0 0,-1-1-1,-1-1-11,9 2 0,-1-2 0,0-1 0,0 0-27,-1 0 1,-1-1-1,1-1 1,1-2-51,1-1 1,0-1 0,1-1 0,2-2 51,-8-1 1,1-2 0,0 0 0,1-1-1,1 1-17,2-1 1,0 1 0,1-1 0,0 0 0,2-1 1,-3-1 0,1 0 1,1 0-1,0-1 1,0 0-1,-3-1-13,-6 0 1,-1 0-1,0 0 1,-1-1 0,-2 0-1,0 0 15,12-2 0,-2 1 1,-1-1-1,2 0 8,-4-1 0,0 0 0,2 0 0,0-1 0,-1 0 10,0-2 0,0 0 0,0 0 1,1-1-1,1-1-95,-1 1 1,2-2 0,1 0 0,-1 0 0,0-1 0,-2 1 73,1 0 0,-1 0 0,-1 0 0,0-1 0,1 0 3,-6 0 0,1-2 0,1 1 0,-1-1 1,-5 1-1,-4 1-6,6-2 1,-7 1 0,4-2 80,-4 2 0,2-2 0,3-1 0,0-1 0,1-1-80,-3 1 1,0-3-1,2 0 1,-1-1 0,0 1-1,-1 0-4,4-3 0,-2 1 1,1 0-1,-1 0 0,1-1-1,4-2 0,2-2 0,-1 1 1,-2 1-1,-6 1 252,2-2 1,-6 1-1,0-1-225,5-6 0,0-3 0,-4 3 0,-3 1 0,-2-1 26,5-5 0,3-5 1,-8 2 68,-10 2 0,-6-1-15,-5 0 1,-1-2-1,-3 2-61,0-2 1,-6 0 39,-8-3 1,-6-2 0,-1 5-20,-11-15 568,-6 3 0,-5 0-631,4 19 1,-5 3-19,-5-1 0,-5-1 0,2 3 10,-3-2 0,-4 2 125,2 8 1,-6-2-1,-2 2 1,3 2-127,-1 4 0,2 3 0,-2-1 235,-9-4 0,-1 0 0,-2 2-250,11 6 1,-1 1 0,-1 1 0,1 1-20,-11 0 1,1 1 0,-3 0-19,3 2 0,-1-1 0,-4 1 0,-1 1-55,11 2 1,-2 0 0,-2 1 0,1 0 0,0 1 0,4 0-309,-8 0 1,4 0 0,0 0 0,-5 2 57,7 0 1,-5 1 0,-1 0-1,0 1 1,1 0 0,3 1 360,0 1 0,2 1 0,1 1 0,2-1 0,3 0 0,-15 1 0,4-1 0,1 1 0,5 0 0,0 1 0,-1 0 0</inkml:trace>
  <inkml:trace contextRef="#ctx0" brushRef="#br0" timeOffset="139133">17071 13420 11424,'4'-3'1748,"-1"1"-1020,-3 2-499,75-44-145,-31 22-64,8-7 0,3 0 5,-19 14 0,-4 2 14,12-6 157,9-5 308,-32 10 102,-2-2-483,-12 2-353,-15 2 101,-15 2 129,-20 2 11,-1 2-251,-2 3 0,-3 0 256,9 1 1,-2 0-449,1 0 0,-4 0 1,1 1 462,-18-2 0,0 0 6,16 2 0,-1 0 1,-1 0-518,-4 0 1,0-1 0,-1 1 512,-5 0 1,-1 1-1,1-1-11,11 0 1,1 1 0,-4 0 49,-5-1 1,-6 1 0,0 0 0,3 0-575,-2 0 0,3 0 1,-4 0 555,11 0 1,-4 0 0,-2 0 0,1 0 0,2 0 19,-7 0 0,2 1 0,0-1 1,-1 1-14,-1-1 1,-2 1 0,1 0-1,-1 0-33,11 0 0,-2 0 0,1 0 0,1 0 0,1 0-323,-1 0 0,2 0 0,-1 0 0,-4 1 311,4-1 1,-4 1 0,-2-1 0,0 1 0,1-1 0,3 1-230,-9-1 0,4 1 0,-1-1 0,-4 1 217,7 0 1,-4-1 0,-1 1 0,-1 0 0,1-1-1,2 1 6,-3-1 0,1 1 0,0-1 1,2 0-1,2 1-1,-2-1 1,4 1 0,-3-1 0,-6 1-36,11-1 0,-5 0 0,-4 0 0,-2 0 0,-1 0 0,0 0 0,2 0 0,2 0 102,0 1 1,1-1 0,2 1 0,-1 0 0,0 0 0,-2 0 0,-3 0-67,7 0 0,-3 0 1,-1 0-1,-2 0 0,-1 0 1,1 0-1,0 0 0,2 0 1,3 0-1,2 1 0,-13-1 0,3 1 1,2 0-1,2 0 0,1 0 1,-1 0-32,3 1 0,-1 0 0,1 1 0,1-1 0,3 1 0,2 0 22,-6 1 0,5 1 1,0-1-1,-3 1 13,3 0 1,-3 1 0,0-1-1,0 1 1,0 0-25,2 1 0,1 0 0,0 0 0,0 1 0,0-1 31,2 1 0,1 0 1,0 0-1,-1 1 1,-1 1-53,-5 2 1,-3 1-1,0 1 1,2-1 0,4 0 18,4-1 1,4-1 0,0 0 0,-2 2-1,-1 0 1,-3 2 0,-1 1 0,2 0 0,4-1 11,-7 4 0,4 0 0,-2 1 5,5-3 1,-2 2 0,-1 1-1,1-1 82,2 1 1,0-1 0,1 1 0,0 0-84,2 0 0,0 0 0,1 0 0,0 1 173,-11 6 0,1 1 1,2 1-195,4-1 0,1 0 0,2 2 210,4-2 0,2 1 0,2 1-257,4-1 1,2 0 0,2 1 602,-7 13 1,4 2-736,6 8 0,5-1 159,7-17 1,3-1-6,2 13 0,5 0 37,10 13 583,0-24 1,2 1-562,2 0 0,4 1 2,7 10 1,2-1-20,-7-15 0,2 1 19,12 16 1,3 0 5,-5-15 1,1-1-10,11 12 1,4 0-17,-14-15 0,2 0 0,3 0-15,11 6 0,4 1 0,-3-2 223,-13-10 0,-2-2 0,3 1-207,2 0 0,3 2 1,0-1-1,-2-2-88,-1 0 0,-2-1 0,1 0 85,10 7 0,2 1 1,0 0-5,0 0 1,-1 0-1,4 1 4,-6-4 1,2 1 0,1 0-1,-1-1 6,-5-3 0,-1-1 1,1 0-1,2 0 8,7 4 1,3 1 0,-1-1 0,-4-3-429,-1-1 1,-3-3-1,2 1 428,-3-4 1,3 0 0,0 0 0,-1-2-362,10 2 1,-2-3 0,4 1 359,-4-1 0,3 0 0,1 0 1,1-2-214,-11-2 1,0-1 0,1-1 0,0 0 0,1 0 214,2 0 1,0-1-1,1 1 1,0-2-1,0 1 0,2-1 1,1 0-1,-1-1 1,1 1-1,0-1 1,2-1 1,0 1 0,-1-1-1,1 0 1,1-1 0,-1 1 1,1-1 0,-1 0 0,2-1 0,2 1-105,-3-2 1,2 1 0,2-1 0,-1 1 0,0-1 0,-2-1 101,-5 1 0,-1-1 0,-1 0 0,0-1 0,0 1 1,-1 0-23,10-1 0,0 1 0,-1 0 0,0-1 0,0 0 12,-1-1 1,0 0-1,0-1 1,-1 0-1,-1-1-13,-6 1 0,-1-1 0,-1 0 0,0-1 0,4 1-44,-1-1 0,3 0 0,0 0 0,2-1 0,0 1 0,-1-1 47,1-1 1,1 1-1,0-1 1,0 0 0,0 0-1,0 0-1,1-1 0,0 0 0,-1 1 1,1-1-1,2-1 0,1 0 16,-9 2 0,2-2 1,2 0-1,0 1 1,0-1-1,-1 0 1,-2 0-1,-3 1-4,12-2 1,-4 1-1,-1 0 1,0-1 0,5 0 4,-8 1 1,4-1-1,1 0 1,0 0 0,0 0-1,0-1 1,-4 1-32,2-1 1,-3 0 0,0-1-1,-1 1 1,0 0 0,1-1 47,2 0 0,-1 0 0,0-1 0,1 1 0,0-1 0,1-1-5,-4 1 1,2 0 0,1-1 0,-1 0 0,-1 0 0,-2 0-1,-4 1-4,13-4 0,-5 1 0,-2 0 0,3-1 18,-4 0 0,1-1 0,0 0 0,-1 0 0,-1 0-18,2-1 0,-3 0 0,0 0 0,3-2-1,-2 1 1,2-1 0,0 0 0,1-1 0,-1 0-3,-1 1 1,-2 0-1,0-1 1,2 0-1,1-3 3,-6 3 1,3-2 0,1 0-1,0-2 1,-1 1 0,-2 1 0,-4 2 7,10-5 0,-4 2 0,-2 0 0,3-1 2,-2 0 0,3-1 0,1-1 0,-5 0 0,-5 1 200,-3-2 0,-6 0 0,-2 0-73,-1 0 1,-2-2 0,-1-2 35,4-12 1,-1-4-1,-4 2-134,-3-1 0,-6 0-20,-4-5 1,-11-1 362,-20-1 0,-9 1-452,-1 5 0,-5 0 6,-1 2 0,-5-3 1,-3 2 189,-1 6 0,-3 3 1,-3 1-175,8 6 0,-2 2 0,-1 0 0,-4 0 11,-1 1 0,-4-1 0,-1 1 0,-2 1 0,2 1-74,0 1 1,1 2-1,-1 0 1,0 1-1,0 0 93,0 0 0,0 0 0,0 0 0,-1 2 0,-1 0 39,-4 1 1,0 0 0,-2 2-1,-1 0 1,-1 1-55,3 1 0,-2 1 0,-1 0 1,0 1-1,1 0 0,2 0-188,-4 0 1,4 0 0,-1 0-1,-1 0 1,-4 0 149,10 3 1,-2-1 0,-1 1 0,-2-1 0,-1 1 0,0 1-1,0 0 1,2 0-623,-6 2 0,0 0 0,1 0 0,-1 2 0,1-1 0,0 1 0,1-1 676,3 1 0,1 0 0,0 0 0,1 0 0,0 0 0,1 0 0,0 1 0,-4-1 0,-1 1 0,0-1 0,4 1 0,3 1 0,6 0 0,2 1 0,1 1 0,0-1 0</inkml:trace>
  <inkml:trace contextRef="#ctx0" brushRef="#br0" timeOffset="141381">14553 2749 18453,'-5'-8'2930,"2"3"-2606,3 5-312,0 0 83,-14 11-34,28 35-61,-7-12 0,1 3-59,16 16 1,5 1-589,-10-15 1,2 0 0,0 0 353,0 2 0,1-1 0,-1 1-237,-2 1 0,0-1 0,-1 1-1136,5 17 0,-3 0-628,-7-6 0,-3-2-647,-4-8 1,-3-4 2273,-5 15 1,-1-28-1,0-15 1</inkml:trace>
  <inkml:trace contextRef="#ctx0" brushRef="#br0" timeOffset="141675">14440 2935 11536,'-24'-44'1382,"0"1"0,1-1 1,2 4-1,1-1 1,3 2-1008,-1-9 1,5 2-228,4 6 1,6 1-99,6 5 0,5 4-22,23-18-50,23 16-620,-20 22 1,2 4 585,4 5 0,2 5-115,14 12 0,-2 4 84,-16-5 1,-1 3-114,14 14 1,-5 5-22,-21-8 0,-4 1 88,2 7 1,-5 2 148,-8 0 1,-8 1 94,-10-2 1,-8-2 38,-7 0 0,-7-3 33,-6-2 1,-4-3 26,-3-2 1,-2-3 114,3-4 1,0-4-2051,1-4 0,2-4 389,-5-4 1585,11-29 0,28 14 0,4-10 0</inkml:trace>
  <inkml:trace contextRef="#ctx0" brushRef="#br0" timeOffset="142299">14903 2446 14708,'51'17'-15,"0"0"1,0 0 0,5 3 0,-2-2-72,7 2 1,-7-3-3,-9 2 1159,-9-1 1,-6 3-1129,-14 7 1117,-16 8-643,-23 1 1,-3-17 0,-4-2 470,-25 7-394,23-14 0,1-3 69,-5-5 515,10-7 365,7-32-1268,11 13 1826,4-30-2068,18 20 275,14-9 97,11 2 166,10 1-23,-17 18 1,2 1-527,-5 4 0,-1 1 1182,25-11-855,-8 7-165,-23 13-340,1-1-77,-14 14-382,-7 8-328,-3 14 224,-2 8 955,-2 7-24,6-2-3,9-4-175,12-8-176,24-9 860,11-15 42,-7-7-690,5-18 627,-33 5 381,13-28-492,-21 7-66,1-8 326,-26-9-858,-9 22-535,-18-8 19,-11 20 0,7 8-95,-12 6 481,18 6 257,0 2 671,15 4-338,11 5-1343,15 10-6956,13 0 7049,8 2 1,-7-11-1,-6-7 1</inkml:trace>
  <inkml:trace contextRef="#ctx0" brushRef="#br0" timeOffset="142897">16064 2414 21200,'-1'-3'2471,"0"0"54,1 3-1919,-14-36-700,11 27 8,-11-27 20,14 36 548,4 4-574,5 8 81,8 13-10,6 13-322,6 12-1382,-14-21 1,0 0 1678,12 20-154,-8-13 1,1 0-411,9 12 579,-13-20 0,0 0-2198,12 27 2215,-17-29-588,5 31 703,-12-37 1878,-1 14-1794,-2-24 377,-1-2-177,-2-4 3015,-7-12-3245,-9-10-59,-14-18-112,1-2 275,5-3 0,0-2-421,0-6 75,3 0 0,1-3-245,8 9 0,2 0 180,0 0 1,2 0 145,0-4 1,3 2 25,4-17 82,7 19 109,20 2 501,-6 24-23,12 3 0,5 2 192,24 6-400,-14 3 1,3 2-87,-3 6 1,-1 3-117,1 2 1,-2 4-108,-4 3 0,-3 3-164,-8 1 1,-5 2-552,4 14-173,-37-7 1,-10 0 197,-12 2-458,-5-7 1,-10 2-1,2-2 252,-6-1 1,-2-2 768,-1 1 1,-5 0 0,8-3-1,10-4 1,5-2 0,4-3-1,0 0 1</inkml:trace>
  <inkml:trace contextRef="#ctx0" brushRef="#br0" timeOffset="144164">18015 2323 16057,'-19'-53'1578,"0"0"1,0 5 0,-4 6-1273,1 16 0,-4 6 253,-8 3 0,0 5-191,-16-3 21,13 15 0,3 4 170,0 8-219,2 10 1,1 5 223,-5 21-919,12-11 1,2 3 559,10-6 1,5 1-112,3-1 0,6-2 191,18 25-584,21-16-66,16-17 110,-24-19 0,0-4 111,-1-6 1,-1-4 3,24-19 313,-31 6 1,-4-2 116,10-20-149,-17 5 1,-1-10 0,-4 6-9,-2 10 1,-1 1-313,1-10 1,0-5-1,-2 3 173,-6 3 1,-1 1 126,0-1 0,-1-1 80,-2-7 1,-1 0-185,1 8 0,-1 3 365,-5-20-334,4 24 224,2 11-373,4 16 441,1 8 851,4 8-1460,16 37 56,5 8 142,-5-10 1,2 3-25,-1 1 1,2-1-313,2 3 1,1-1 288,2-1 1,0-1 44,1-3 0,1-3-604,-2-4 1,-1-4 713,-4-4 1,-1-3 67,9 10 74,-14-17 72,-10-14 868,-10-17-912,-6-14-152,-10-17-130,-5-11 7,12 24 1,0 0 926,-10-28-937,8 16 233,0-7-159,8 25 190,-2-6 25,6 18 70,2 7 37,12 6 1392,14 8-466,25 7-670,-16-5 0,4 1-282,7 2 0,3 0-247,4 2 1,2-1-46,-1 1 0,0 0 0,-6-1 0,-4 0 0,-9-1 0,-4 1 0,3 13 0,-28 1 0,-23 2 0,-15 2 0,-13 0 0,0-5 0,4-9 0,12-9 0,7-17 0,7-13 0,3-15 0,6-10 0,7-6 0,15-11 0,-2 21 0,15-6-126,-3 21 252,20-10-126,-12 14 0,19-7 0,-16 12 0,7-4 0,-7-1 0,-9 0 0,-10 1 0,-9 3 0,-6 3 0,-3 6 0,-2 3 0,1 4 0,-1 1-286,3 1 116,0 3-970,3 9-111,2 10 548,4 14 455,2 11 421,4 7-825,3 1-1568,7-1-1194,9-7 15,-11-23 1,2-3 3591,11 6 1,-4-8-1,-22-15 1</inkml:trace>
  <inkml:trace contextRef="#ctx0" brushRef="#br0" timeOffset="144375">18880 1519 27133,'-8'-3'-103,"2"1"2308,6 2-4927,0 0 2838,14 1 1,-11-1 0,11 0 0</inkml:trace>
  <inkml:trace contextRef="#ctx0" brushRef="#br0" timeOffset="145181">19321 2113 32767,'31'-42'0,"0"1"0,0-1 0,10-9 0,-9 0 0,-23 5 0,-7 1-541,0 3 1,-1-1 57,-2-11 1,-3-2 165,-3 14 0,0-1 0,-2 3-101,0-2 1,-3 2 83,-7-9 0,-3 5-421,-10 3-284,-6-1 794,5 16-16,11 18 98,9 10 427,9 23-165,4-2 59,6 31 753,9 6-965,-3-20 0,4 2-37,8 12 0,3-1-61,-3-8 1,1-2 24,-1-2 1,1-2-87,-3-8 0,2-2 100,-2-7 0,2-1 270,25 17 207,-3-12 405,-1-19 426,-9-18 437,10-12 13,-1-17-1031,-24 15 0,-2-4-595,2-13 1,-2-5-20,-3-7 0,-3-1 0,-2 7 0,-2 2-13,-3 0 0,-2 2-873,-3-17 67,-2 29 0,-2 0-660,-6-24 338,-11 11 128,6 31 848,-2 7 60,6 16 209,0 26-169,4 11 10,5 9 546,8-22 0,4 1-547,8 4 1,3-1 60,1 2 1,1 0-238,1-2 1,0-1 18,1-5 1,-1-2-53,-1-2 0,0 0 80,0-1 0,-1-1 25,18 18-22,-14-17 322,-10-15 422,0-7 338,0-16 196,-4-15-477,-1-14-119,-1 4 632,-1-12-639,-1 13 118,1-8-456,-3 17-370,-4 5-503,-2 15 279,-1 4 49,0 4 101,8 12-61,-1-2-1014,25 39 428,-15-26-349,16 22-8546,-5-13 8656,-12-15 1,5 5-1,-17-19 1</inkml:trace>
  <inkml:trace contextRef="#ctx0" brushRef="#br0" timeOffset="145390">20430 1205 32221,'35'14'-1219,"-18"-13"1,4 17 0</inkml:trace>
  <inkml:trace contextRef="#ctx0" brushRef="#br0" timeOffset="146158">20702 1450 27298,'3'-3'2882,"-2"0"-3672,-1 3 153,31 5 237,-12 25-211,18-7 303,-21 18-78,-7 1-645,-2-9 571,-1 13 304,-4-19 167,-2-10 418,0-8 136,3-10 591,1-4-304,18-28-146,2-3-371,-5 8 1,3-1-22,-3 2 1,2 1-5,-1 1 0,1 2 162,17-18-3638,-3 11 2050,-2 12 472,1 8 89,-7 9-241,8 9-456,-1 13-89,3 2-152,6 7 149,-6-8 442,0-4 267,1-6 257,0-5 3684,1-7-3166,4-9 165,1-8 52,2-12-230,-9 2 179,4-11 417,-8 4-177,-8 5-399,-10 8-293,-30 17 21,-23 13 61,8-1 1,-2 3-333,-5 3 1,-1 2 359,3 2 0,1 0 36,-19 17-28,23-4 33,15-7 18,12-8 150,19-5-72,8-8 11,20-7 814,5-9-657,1-14-107,-14 2 112,-15-2 1,-5-5 13,-7 1 1,-2-1-200,2 1 1,-2 0 118,-3-25 441,-5 26-481,0 12-218,-1 1 5,1 22 67,4 14 1,13 39-18,-2-9-2,-3-14 0,1 3-23,4 11 1,1 0-667,-1-4 0,0 2 643,0-3 0,1 4 0,-2-1-234,2 14 0,-4-1-541,-6 2 0,-4-2-213,-5-12 1,-5-2 442,-6 1 0,-3-6 0,0-10 0,-1-3 1</inkml:trace>
  <inkml:trace contextRef="#ctx0" brushRef="#br0" timeOffset="147375">13999 5252 14523,'50'-15'182,"1"0"1,-1 0 0,5-1 0,1-1 0,-3 2-124,-11 2 0,-3 2 0,5-2 55,5-3 0,6-1 1,-1 0-1,-6 2-977,5-1 0,-2-1 966,6-1 0,5-3 0,-9 2 707,-16 2 1,-5 1 418,16-16-1479,-31 8 442,-48 7-171,-4 9 0,-5 3 156,-2-1 0,-1 1 283,-11-1 0,1 0 89,15 1 0,3-2 337,-17-7 1143,21-4-1581,15 3-37,10 3-399,3 6-12,10 3 28,12 5 588,6 0-605,36 6-3,-12 1 1,2 2-325,-9-2 0,1 1 250,8 4 1,5 4 0,-7 0-154,-8 1 1,-4 4-454,14 10 0,-6 3-239,-22-10 1,-9 2 910,-13 15 0,-7-2 0,1-10 0,-13 15 0</inkml:trace>
  <inkml:trace contextRef="#ctx0" brushRef="#br0" timeOffset="188976">22946 1085 29947,'-35'-46'-651,"-1"0"0,1 1 0,0-1 0,0 1 1,3 7-292,8 13 1,-1 4 767,-14-8 1,-6 1 310,6 9 1,-3 1-1,-3 1 128,-11 0 1,-5 1 0,-3 1-59,7 4 0,-3 1 0,-2 0 0,-1 2-66,6 0 0,-2 2 1,-2 0-1,0 0 1,-1 1-169,6 0 0,-1 1 0,-1 1 1,-1-1-1,0 1 0,0 0 316,-3 1 1,-1-1 0,0 1 0,-1 0 0,0 1 0,0-1-45,7 1 1,-2 1-1,1-1 1,-1 0 0,1 1-1,2 0 1,0 0-16,2 0 1,2 0 0,1 1 0,-1-1-1,-1 1 1,-4 1-630,-1 0 1,-4 1 0,-2 1 0,-2-1 0,0 1 0,1 1 0,2-1 0,2 1 407,-3 0 1,3 1-1,1 1 1,0-1 0,-2 2-1,-4-1-24,9 0 0,-3 0 0,-2 0 0,-1 1 0,-1 0 0,0 0 0,1 0 0,1 1 0,2 0-71,-1 0 1,2 0 0,0 1 0,1 0 0,1 1 0,-1-1 0,0 1 0,0 0-11,-1 1 0,0 0 1,0 0-1,0 1 0,0 0 1,0 0-1,0 0 0,0 0-4,-1 1 1,1 0-1,-1 0 1,1 0-1,-1 0 1,1 1-1,-1 0 1,1 0-19,0 0 0,-1 0 1,1 1-1,-1 0 0,1 0 1,0 0-1,0 0 1,-1 0-13,1 1 1,-1-1 0,1 1 0,-1 0-1,1 0 1,-1 0 0,1 1 0,0-1 19,0 1 1,0-1 0,0 1 0,0 0 0,1-1 0,-1 1-1,1 1 1,-1-1 50,1 0 0,0 1 1,0-1-1,0 1 0,1 0 1,-1 0-1,1 0 0,0 0 7,0 0 0,1 1 1,0-1-1,0 1 1,0 0-1,1 0 1,0 0-1,-1 0 56,2 0 0,0-1 0,0 1 0,0 0 0,1 0 0,0 1 1,0-1-1,0 0-1,-6 4 0,1-1 0,0 0 1,0 1-1,1 0 0,0-1 1,0 2 5,2-2 0,1 1 0,0-1 1,0 1-1,0 0 0,2 1 1,-1-1 13,3 0 1,0 0-1,1 0 1,0 0-1,0 1 1,2 0-1,-1 0-9,-4 3 1,0 0 0,1 1-1,1 0 1,1 0 0,0 0-12,-5 5 1,1-1 0,1 2-1,1-1 1,2 1-10,5-3 1,0 1 0,2 0-1,2 0 1,1 0-100,-3 6 1,1 0 0,3 0-1,3 1 81,-3 9 0,5 0 1,5 1-284,7-4 1,5 1 0,6 0-180,8-3 1,5 1 0,7-2-113,5-1 0,7-1 1,4-2 239,9 0 1,6-2-1,4-3 166,-5-7 0,3-2 0,3-1 0,1-2 129,6 2 0,2-3 0,3 0 0,3-2 3,-5-3 0,4-1 1,3-1-1,-1 0 0,0-1 1,-4 0 9,-3-2 1,-4 0-1,0-1 1,1 0 0,5-1 75,0 0 1,4-1 0,3 1 0,1-1 0,0-1 0,-2 0 0,-2-1 98,-3-1 1,-2-2 0,-1 0 0,0 0 0,1-1 0,4 1-4,-6-1 0,1 1 1,2-1-1,0 0 1,2 0-1,1 0 1,1-1-1,1 0-102,-7-1 1,1 0 0,3 0 0,0-1-1,1 0 1,1 0 0,-1 0 0,-1-1-1,-1 1 1,-2-1 0,-1 1-105,4 0 0,-2 0 0,-2-1 0,-2 1 1,1 0-1,1-1 0,3-1 0,2 1 89,-3-1 1,2-1 0,3 1 0,1-1 0,1-1 0,0 1 0,0-1 0,-1 0-1,-1 0 1,-1 0 0,-4 0-72,7-1 1,-3 0 0,-2 0 0,-1-1-1,-1 1 1,2-1 0,1 0 0,3-1 48,-4 1 1,2 0 0,1-1 0,1 0 0,0 1-1,1-2 1,1 1 0,-1 0 0,0-1 0,-1 0-4,-4 1 1,-1 0 0,0 0-1,1-1 1,-1 1 0,1-1-1,-1 0 1,1 0 0,-1 0 0,1 0-1,-1-1-7,2 1 1,-1-1 0,1-1 0,0 1 0,0 0 0,0-1 0,0 1 0,-2-1 0,0 0 0,-1 1 0,-1 0-11,2-1 1,-2 1-1,-1 0 1,-1 0 0,-1 0-1,2-1 1,0 0 0,2 0-1,3-2 22,-3 1 1,2-1 0,3-1 0,1 0 0,1-1-1,0 0 1,0 0 0,0 0 0,-1-1 0,-1 1-1,-3 1 1,-2 0-10,4-2 0,-4 1 0,-1 1 0,-1 0 0,-1-1 0,0 0 0,2 0 1,1-1-1,3 0 1,-3 0 0,1 0 0,2 0 0,2-1 0,1-1 1,0 1-1,0-1 0,-1 0 0,0 0 0,-1 1 0,-1-1 1,-3 1 6,2-2 0,-2 1 0,-1 0 0,0 0 0,-1 0 0,-1 0 0,0 0 1,-1 0-1,1-1 0,0 0 47,3-1 1,0-1-1,0 0 1,-1 0-1,0 0 1,0 0 0,-1-1-1,0 0 1,-1 0 6,4-1 0,-1-1 0,0 0 0,0-1 0,-2 1 0,0-1 0,0 0 0,-2 0-20,3-2 1,0 0-1,-1-1 1,-1 0-1,-1 0 1,-2 0-1,-1-1 27,2-1 1,-1 0 0,-2 0 0,-1-2 0,-3-1 0,-3-2-141,1-7 1,-3-3 0,-3-2 0,-4 1 0,-4 3-78,3-7 1,-5 1 0,-14-2-176,-14 1 0,-9-3 0,-9 0 0,-7 8-177,-9 9 0,-10 7 0,-6 2 0,-3 0 501,9 5 1,-5-1-1,-2 1 1,-2 0 0,0 2-1,4 0 1,3 1 0,-8-3-1,5 2 1,1 2 0,-2 0-1,-7 3 1,0 1 0,-1-1-1,1 0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0T15:29:53.1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4033 2976 18924,'0'-9'2503,"0"2"-1999,-1-25 1,0-3-118,0 15-413,0-18 1,2 10 36,1 29 129,9 23-44,0 7-1,4 22-59,-8-17 1,-1 0-37,3 14 16,0 9-10,9-11-6,1-14 34,11 8 100,-2-24-11,-4-9 168,9-12 62,15-23-190,5-10-469,-20 10 0,-2-2 415,-7 3 0,-2 1 396,10-20 113,-16 7-359,-12 15-61,-14 4-210,-9 15 38,-11 1 4,2 7 677,-10 8-1319,11 6-1113,2 7 1758,35 11 0,-8-18 0,21 2 1</inkml:trace>
  <inkml:trace contextRef="#ctx0" brushRef="#br0" timeOffset="457">4987 2973 31964,'-21'-34'-1765,"0"-1"0,-12-18 558,37 65 930,2 2-4157,13 27 4240,1-5-41,9 18 719,-1-10-1480,2-1 840,4-6 4,0-3-319,-5-4 161,-11-8-724,-20 10 3321,-21-12-3586,-20 9 21,-16-12 820,27-11 0,0-3 142,-26-8 168,13-13 522,16-30-11,16 11 807,9-22 254,5 24-56,0-3-237,0 13-534,-1 9-554,0 9 315,0 6 249,0 9 139,0 11-360,0 15-169,0 12-159,-1 10-472,-1 6-37,0-13 507,1-9 1,0-3-1,0-11 1,1 19-1</inkml:trace>
  <inkml:trace contextRef="#ctx0" brushRef="#br0" timeOffset="834">5209 3064 25091,'0'-3'2764,"0"0"-2353,0 3 1109,33-2-480,-10 6-662,27-4 232,-19 4-296,1-8 325,13-16-639,-15 2 0,14-21 0,-24 5 0,0-7 0,-11 8 0,-12-2 0,-10 18 0,-10 1 0,-10 18 0,-6 12 0,-3 13 0,6 8 0,12-3 0,9 18 0,21-12 0,12 20 0,21-9-202,-13-24 1,2-1-1964,3-1 1,2-1-1316,0-1 1,1-1 3315,-4-4 1,-3-2-1,7 3 1,-16-10 0</inkml:trace>
  <inkml:trace contextRef="#ctx0" brushRef="#br0" timeOffset="1207">6235 2656 27834,'-15'-45'80,"1"0"1,0 4 0,-2 10-748,-3 19 1322,-11 6 226,12 9 135,-7 10 53,10 15-797,7 15-99,7 15-54,7-23 0,2-1 87,8 22-425,7-14 0,6-1-133,3-8 0,0-2-470,-1 1 0,1 0 208,6-1 0,-2-2-23,0 6 249,-2 4 175,-22-5 109,-27-6 839,-26-6-194,10-13 1,-4-4-346,-5 0 0,-1-4 199,-1-3 0,0-4-251,4 0 1,2-2-306,-19-14 268,22 1 1,19 9-1,10 4 1</inkml:trace>
  <inkml:trace contextRef="#ctx0" brushRef="#br0" timeOffset="1483">6851 2574 25284,'-3'-6'1770,"1"1"-1964,2 5 408,0 0-112,-34-12-92,47 52-79,-32-22 190,33 24 0,12 9-837,-13-12 1,0 2 735,2 11 1,-1 3-59,-1 3 0,-1 0-331,-1 1 0,1 1-781,1 0 1,1 0 1145,-1-17 1,0-1 0,0-4 0,-2-3 0,-1-3 0,14 22 0</inkml:trace>
  <inkml:trace contextRef="#ctx0" brushRef="#br0" timeOffset="2235">6868 3026 27757,'52'-14'61,"0"0"0,-1 0 0,-2 0 0,0 2 1,-4 3-152,8 8 0,-4 3-794,-3-2 0,-2 0 773,-4-1 0,-2-1 86,-4-1 1,-2-2 999,21-9-157,-9-10-272,-23 8 132,-10-6-536,-21 12-3434,-3 2 3353,-16 3 213,-19 9-288,-2 7-141,-2 3 137,6 16 54,27-13 208,-5 18 155,24 0-481,3-9-378,8 4 2773,23-13-2756,-3-9 1221,20 0-924,-13-18 380,-5-10 409,-6-22-71,-13 10-28,-9-6 92,-9 21-811,-2 9-53,-1 5 401,-2 12 258,4-1-150,0 18-3645,10 10 3151,2-6-235,9-2 1,4-2 589,8-4 8,4-1 1,2-3-230,9-4-91,0-3 0,4-3-21,-10-8 1,-1-2 562,7-1 0,-2-5 292,-6-7 0,-6-3 745,3-16-156,-18 5 0,-3-4-1253,-6-1 0,-2-2 0,1-12 0,-2-5 0,-3 4 0,-3-4 0,0 3-312,-2-2 1,0 2-1356,-2-7 1,-1 7 406,-8 14 38,-1 17 696,0 9 1013,-6 8 112,9 17 332,4 21-966,19 14 0,11 16 0,1-3 303,-3-18 0,1-2 1,2 3-400,1 7 1,2 6 0,1-2 0,0-7 14,8 5 1,1-7-572,-6-12 0,1 0 0,-2-4-1583,-1 0 1,1-1-2647,9 10 1,-2-4 3412,-2-1 1,-14-18 0,-13-14-1</inkml:trace>
  <inkml:trace contextRef="#ctx0" brushRef="#br0" timeOffset="2750">8052 2961 30079,'48'-14'372,"0"-1"0,1 0 0,1 1 1,1 1-1,-6 3-288,-6 6 1,-4 2-146,0 0 1,0-1-266,8-4 0,-3 0 220,-3-1-19,-6 0 1,0 0 149,-3-1 967,-1 1-586,-13 3-43,-10 3-363,-14 8 0,-13 10 0,-1 4 0,-7 16 0,19-13 0,4 8 0,16-11-847,7 3-204,3-6 326,25 0 361,-7-11 205,20-2 202,-18-9 463,8-20 206,-25-6 184,1-18-307,-27 4-545,-14 4-573,-5 13 702,-9 15 1,-3 4 184,-11 8-268,14-1 0,0 4-90,-9 19 0,16 9 0,2 16 0,12 8 0,13-8 0,19 11 0,16-12 0,-1-12 0,3-1-355,-2-5 0,1-2-1213,10 5 0,-2-1 954,-14-11 0,-1 1 535,18 21 1,-5-2-1,-13-12 1,-4 0-1,0 0 1</inkml:trace>
  <inkml:trace contextRef="#ctx0" brushRef="#br0" timeOffset="44366">10386 3212 21775,'54'-2'119,"-1"1"0,-9-2 0,3 1 0,-1-2-130,16-1 0,2-2-1278,-9 0 0,3-1 0,1-1 1260,3-2 1,0-1 0,-3 1 22,-10 1 1,-3 0-1,2-1-6,10-5 1,2-1 0,-7-1 50,-12 1 1,-3-1 2,12-5 1,-12-3 1051,-28-9-1071,-42 5 52,0 16 1,-6 3-84,-11 0 0,-4 3 249,-7 1 0,-2 1 64,1 1 0,1 0 8,7 2 1,4 0-70,11 0 0,5 0 2,-5-1 1689,22 2-1935,17 2 28,15 2-12,22 5-13,-7-1 0,3 1 0,9 4 0,3 1 74,7 2 0,1 2-122,3 2 0,-1 3-698,-3 3 1,-2 3 263,-7 4 0,-7 4-190,-10-7 0,-7 4 134,-13 19 0,-7-2 1,-1-12-1,-15 21 0</inkml:trace>
  <inkml:trace contextRef="#ctx0" brushRef="#br0" timeOffset="47558">4117 4670 11995,'0'-4'5097,"0"0"-1820,0 4-2213,8-62-431,-7 44-588,4-19 0,-3 10-146,-3 28 163,1 13 95,0 15-34,0 20-87,0-18 1,1 2-21,0 3 1,2 0 19,0-1 1,1-1 8,3-2 0,2-1 56,14 16 89,8-14 135,7-18-23,7-19-151,-14-11 1,0-6-46,12-12-206,-12 0 0,-2-3 212,-12 9 0,-3-2-31,4-6 1,-1-1-12,-4 2 0,-2 1 19,-3 0 1,-1 2-73,0-7-107,-11 7-229,-6 24-241,-8 10-420,-6 12-919,1 14-2672,4 11 3833,9-1 0,6-14 1,4-11-1</inkml:trace>
  <inkml:trace contextRef="#ctx0" brushRef="#br0" timeOffset="48032">4925 4500 23691,'-26'-21'-17,"1"0"0,-7 2 17,39 33 26,14 23-19,-1-6-56,9 12-17,2 1-226,6 7-27,-11-9-113,-6 3 164,-14-18-477,-16 3-273,-10-9-274,-14 2-634,-3-9-2068,-4-14 2627,16-7-850,-2-16 1516,14-8 1648,1-17 907,5-7 644,9-3 163,6 2-611,3 7-639,-2 8 185,-5 7-1024,-5 14-352,-1 8-76,-3 14 202,-4 12-60,-5 15-61,-7 18-129,10-17 0,1 2-506,-3 13 0,0 2 139,4-4 0,0 0-140,1-1 0,2 0-1683,1-3 0,3-3 1240,7 5 1,-4-6 0,4-19 0</inkml:trace>
  <inkml:trace contextRef="#ctx0" brushRef="#br0" timeOffset="48415">5278 4598 15732,'0'-3'6093,"0"1"-11097,0 2 5104,-14 9 1439,15 11-1478,-6 4 910,23 4-836,7-12-51,-3-8 218,18-11-89,-12-12-107,6-3 393,-2-28 107,-18 6-199,2-9 122,-11 1 49,-4 14 114,-9-4-450,-2 15-133,-11 10 3247,5 9-3547,-8 10 142,-4 14 27,1 9 4,11 1 0,3 2-18,1 11 87,4 14-24,7-23-670,12 7 1,5 2-579,-1-12 0,3-1-1788,13 20 1,4-3 2324,-6-21 1,0-5-1,10 6 1,-16-15 0</inkml:trace>
  <inkml:trace contextRef="#ctx0" brushRef="#br0" timeOffset="48999">6301 4231 23070,'-55'-24'317,"0"1"1,9 1 0,3 7-281,-8 22 67,3 16-88,10-2 85,-5 21-149,24 5 24,4 3-100,7 0 109,25 2-16,-4-27 3,12-2 0,4-2-30,12-5 63,19 2 47,-20-13 163,-14-4 209,-14-1-138,-9 0-229,-28 0 13,7 1 11,-35 7-12,10 6-44,11 2 1,0 1-1,-9 8-18,14-1 1,4 2-77,9-2-11,-4 32 11,17-32-14,11 23-90,29-13-75,17-4-140,-14-15 0,4-4 319,2-6 1,1-5-372,3-3 0,0-5 482,-3-2 0,-2-5 3,-5-2 0,-4-4-3,-7-1 0,-3-1-2843,12-22 2851,-17 11 140,-10-8-55,-11 20 339,-5-6-334,-4 14 605,-3 5-729,4 4 3091,2 2-3292,2 3-465,2 6-1237,2 6-7944,1 9 9328,1-4 1,-1-4-1,-2-9 1</inkml:trace>
  <inkml:trace contextRef="#ctx0" brushRef="#br0" timeOffset="49275">6538 4606 25186,'-1'28'73,"9"33"-96,2-2-674,-4-12 1,-1 2 497,-3-2 1,-2 0-334,-2 4 0,-1 1-1129,0 3 0,-1 0 1661,1 3 0,0-3 0,-1 8 0,4-13 0</inkml:trace>
  <inkml:trace contextRef="#ctx0" brushRef="#br0" timeOffset="49482">6530 4852 17392,'-12'-48'998,"0"-1"0,-1 1 1,3 3-1,0 1 0,2 4-685,3 5 1,3 3-104,2-2 0,3 0-187,9-15-57,4 9 304,18 19-768,9 13 58,-9 6 1,0 2-580,27 7 1019,-3 12 0,-4 2 0,-16-6 0,-4 2 0,1 0 0</inkml:trace>
  <inkml:trace contextRef="#ctx0" brushRef="#br0" timeOffset="49665">6472 4952 22795,'47'-26'-282,"-1"-1"1,0 1 0,-3 2 0,-1 1-1,-2 4-746,1 6 1,-3 3-1835,20-6 2862,-5 1 0,-34 10 0,-3 0 0</inkml:trace>
  <inkml:trace contextRef="#ctx0" brushRef="#br0" timeOffset="49858">7162 4580 17512,'-5'-5'4515,"1"2"-3501,4 3-191,0 0-649,-4 44-118,4-1-65,-1 0 1,0 4-284,3-5 1,0 0-17,0 4 0,1 0-642,0 1 1,0-1-3967,2-2 1,-1-3 4372,3 16 0,-2-24 0,-3-25 0</inkml:trace>
  <inkml:trace contextRef="#ctx0" brushRef="#br0" timeOffset="50059">7145 4774 17482,'-13'-43'927,"1"0"1,-1 1 0,4-4-1,2 1 1,4 4-721,9-19-405,7 21 1,5 4 275,15 0-128,14 1 113,2 17-1061,13 24-3753,-7 17 1738,-3 9 3013,-14 13 0,-25-27 0,-1 1 0</inkml:trace>
  <inkml:trace contextRef="#ctx0" brushRef="#br0" timeOffset="50216">7157 4921 16605,'-6'0'5091,"1"0"-4861,5 0-1143,66-51-1002,-10 27 1206,-17 2 0,5-4 1,-5 6-1,12 5 1,-4 0-1</inkml:trace>
  <inkml:trace contextRef="#ctx0" brushRef="#br0" timeOffset="50599">7719 4567 17288,'-4'1'4941,"1"0"-4034,3-1-733,-35 60-45,42-38-82,-8 12 1,6-3-15,48-25-19,-18-7 0,-1-2-2,12-5 32,6-10 85,-10-8 34,-7-2-35,-10-6-77,-22 12 33,-20-1 39,-13 9 168,-26 1-61,-6 13-180,9 4-16,10 7 16,17 6-39,8-2-27,-12 22-175,15 6-206,3 11-289,19-16 0,5-1-70,9 8 293,-3-19 1,3-2-2619,25 7 3039,-12-17 1,0-2 0,9 7-1,4-8 1</inkml:trace>
  <inkml:trace contextRef="#ctx0" brushRef="#br0" timeOffset="51058">8742 4613 21674,'-52'7'713,"0"-1"0,9-2 1,5 3-395,-16 19-129,15-1-89,-5 9-45,8 11-5,18-5-1,15 5-28,12-16 34,34 12-22,1-15-31,-8-9 0,1-1 2,18 0 6,-8-11 1,-2-3-437,6-4 433,-3-3 1,2-5 27,-7-9 1,-2-5 5,2-2 0,-1-2-25,-2-1 0,-2-4 12,-12-1 1,-1-3 0,-3 2-19,-4 5 1,-1-2 34,5-15 1,2-7 0,-4 4 28,-5 5 1,-3 2 36,5-18 1,-4 1 52,-7 21 0,-3 3 149,-6-19-163,-1 22 106,-5 11-240,5 17-11,-2 10 16,-2 17 23,-4 22-48,5-13 0,0 4-17,0 8 1,0 1-321,3-6 1,0 1 272,2 13 0,4 2-138,7 3 1,6 0-3,0 1 0,4-1-369,0-14 0,2-1 0,0-4 368,2-1 1,3-4-916,13 8 1,1-5-4273,8-3 5395,-17-12 0,-2-4 0,-4-8 0,-14-7 0</inkml:trace>
  <inkml:trace contextRef="#ctx0" brushRef="#br0" timeOffset="51216">9219 4775 25690,'27'-47'28,"1"0"0,-8 6 0,5 9-387,24 19 1,5 11-1289,-16 1 0,-1 1 515,11 1 0,-3 1 0,-2 3 0,-23 1 0</inkml:trace>
  <inkml:trace contextRef="#ctx0" brushRef="#br0" timeOffset="53233">10070 4524 17417,'47'-1'214,"0"1"0,0-1 0,4 0 0,1-1 0,0 1-188,3-2 0,0 1 0,-1-1-1016,-7 0 1,-2 1-1,5-2 994,9-1 0,5-2 1,1 0-1,-3-1-621,0 0 0,-3 0 0,4-2 615,-12 2 1,3 0 0,1-1 0,-1 0 0,-3 0-1,1-1 1,-3 0 0,-2-1-1,0 0 18,8-2 0,-3-2 1,-2 0 112,7-6 0,-7-2-74,-17 2 1,-9-1-45,-6-11 17,-36 12 0,-15 2 134,-20 7 1,-6 4-85,5-4 1,-3 2 76,2 5 0,-4 3 0,4 1 133,-2 0 1,3 0 482,-9 1 1,0 0-526,14 0 1,4 0 314,-15 0-466,33 0 1322,19 0-1316,50 0-45,12 0-51,-3 1 1,4 0-381,5 2 0,2 2 371,-14 0 1,0 2-1,2 0-62,3 4 0,1 0 0,0 3 28,0 2 1,0 2 0,-3 2-31,-2 1 0,-3 3 0,-4 2-165,10 15 0,-13 6-287,-16 3 0,-16 3 520,-18-11 0,-10 1 1,1-4-1,4-4 0,-2-3 1,-12 0-1,0 0 1</inkml:trace>
  <inkml:trace contextRef="#ctx0" brushRef="#br0" timeOffset="66140">4360 6423 12864,'-1'-10'3423,"1"3"-1804,0 7-519,2-63-4981,-1 47 3944,1-46 1292,-1 82-1169,0-3 150,0 34-204,-3-19 0,-1 1-48,2 0 0,0 1-38,-1 5 0,2-2 102,11 12-25,2-19 239,17-10 3696,3-16-3039,28-22-579,-18 0-368,-9-6 1,-3-4 343,8-18-231,-16 16 0,-2-2-11,-3 3 1,-2-2 38,-2 0 0,-1 0 5,0-11-171,-4 6-220,-9 23-98,-2 8-493,-7 15 401,5-1-1135,-5 19-6492,15 9 7959,1-2 0,2-6 0,-2-16 0</inkml:trace>
  <inkml:trace contextRef="#ctx0" brushRef="#br0" timeOffset="66424">5218 6311 24316,'-40'-20'-69,"1"0"1,3 2 0,10 11 106,22 37-71,14 6-118,1-6 73,27 19-13,7-5 44,0-1-49,-18-20 0,-2-1-1,4 5-55,-3-1-136,-7 7 67,-16-17-1101,-24 16-784,-15-13-2177,5-6 0,-2-1 294,-19 2 3466,-3-4 1,42-8 0,3-1-1</inkml:trace>
  <inkml:trace contextRef="#ctx0" brushRef="#br0" timeOffset="66591">5098 6424 22949,'-14'-11'-51,"-3"16"262,-5 48-435,5-8-1015,3 14-4884,9-11 6103,3 2 1,3-20 0,2-14 0</inkml:trace>
  <inkml:trace contextRef="#ctx0" brushRef="#br0" timeOffset="67000">5521 6395 17046,'0'-5'5525,"0"2"-5128,0 3-144,3 6-357,6 7 117,7 6-4,1-2 156,9-2 103,4-13 51,12-16-105,-7 1-17,6-25 189,-20 4-73,1-21-178,-11 18 92,-11-13-64,-14 26-104,-10 1-85,-12 11-119,6 9 61,-18 20 139,18 6-18,-10 18-1,18 3-14,10-7-34,12 2 1,5 0-56,4 0-6,0-5 1,4 1-461,7-8 1,5-3-461,0-4 1,3-1-1921,14 8 0,1-2 599,-10-12 0,0-2 2312,5-2 1,-3-3 0,-8-2 0,0-2 0</inkml:trace>
  <inkml:trace contextRef="#ctx0" brushRef="#br0" timeOffset="67583">6333 6319 13859,'-14'-40'630,"-1"0"1,2 4 0,-1 14 1927,-9 37-2301,7 11-182,6 1 1215,5 24-1219,5-10-52,0 9 651,1 13-613,-3-9-38,-2 6 2218,-2-18-2127,1-21 483,3-16-36,1-5-408,1-15-43,1-16-10,0-18-52,0 17 1,0-2-17,1-3 0,2-1-187,0-1 0,2 0 203,2 1 1,1 2-6,1 3 1,1 3 49,12-16-49,0 15-24,5 15-16,-3 9 6,30 12 0,-7 9-9,-12 0 0,0 1-8,12 13-9,-19-1 1,-3 3-26,-2 14 36,-10-11 1,-4-1 8,-10 10 28,-20 9 6,2-25 117,-5 3 481,12-20-480,6-15-91,2-12-10,1-16 5,7-11-6,7-7-22,4 9 47,0 11 1,2 2 42,7-8-62,12-10-39,-8 22-12,0 12-38,4 11 21,3 14-10,3 13 11,-9 4-26,-9 1 1,-2 2-132,1 19-211,-7-4 1,-2 1-226,-3 9-643,-5-16 1,1-1-3845,4 7 5091,12 6 0,-10-25 0,5-9 0</inkml:trace>
  <inkml:trace contextRef="#ctx0" brushRef="#br0" timeOffset="68800">7375 6530 14505,'0'-5'7236,"0"1"-4334,0 4-2930,0-42 16,0 32 63,7-27-29,-1 40 29,12 6 10,5-7-3430,5-5 3385,-2-2 52,1-11-18,-10-4 12,2-9-29,-9 4 57,-4-16 16,-13 12-67,-5-3-27,-5 16 3385,-13 11-3374,-2 9 44,-22 14-67,10 8-6,19-1 1,3 2-18,2 19 1,14 12-34,18-9-90,12-1-106,10-5-56,7-7-112,5-13-196,15-15 527,-19-11 77,-5-12 1,-3-4 50,-5-5 20,-3-3 0,-2-2 126,-1-12 89,1-8 45,-8 11 163,-8 10-364,-5 15-40,-3 5-173,0 7-34,0 2 95,2 5 51,5 7 6,7 10-12,7 8-11,5 5 0,-1 2 5,-2-1-27,-5 0 16,-8-14 46,-4-2 346,-4-16-217,0-2 43,-1-9-167,2-9 6,5-36-29,-2 17 0,4-18 23,2 24 0,1 3 0,4 0-34,-1 8-11,4 8 0,-6 6-11,11 6 0,-1 7-1,8 11-4,11 18 16,-7 1-12,-5 0 12,-12-3-16,-12-12 16,-2 1 39,-3-9 112,-2-10-33,2-4 55,4-10-89,7-8-45,9-14-22,6-12 11,4-5-5,0 2-23,-2 7-12,-2 10 18,-4 11-17,0 9-23,12 11 34,-10 3-22,20 14-6,-13 5 22,12 11-27,-4 7-752,-19-17 1,-1 0 733,7 10-49,7 11 16,-15-24 5,12 2 74,-11-13-7,20-14 46,-13-16-28,7-5 22,-3-16 0,-7 3 11,3-7 22,-7 6 1475,-8 12-1536,-8 12-34,-7 10 40,-10 13-3398,-11 15 3386,4-3-757,-3 25 763,20-19 5,3 7 23,30 0-16,-8-19-4,5-3 0,3-3-5,1-5 0,2-5 2,-1 0 1,1-3-3,-1 0 0,-2-3 64,14-16 0,-22-13-22,-8-3-17,-21-9-28,-9 16 3064,-22 1-3069,-10 15-63,0 3 1075,2 10-1611,12 13-9227,2 15 7776,8-8 1,2 4 0,17-19 0</inkml:trace>
  <inkml:trace contextRef="#ctx0" brushRef="#br0" timeOffset="69865">10285 6561 18504,'-37'1'1100,"-1"1"1,-20 0-737,74-4-230,24-2-106,13-1 0,10 1-1447,-17 0 0,2 1 0,0 0 1404,4-1 0,2 1 1,0 0-7,9 0 1,2 0-1,-3-1-83,-10 1 0,-3 0 0,1-1 113,8 0 1,1-2-1,-3 0-105,-10 1 0,-3-2 0,-2 0 250,3-3 0,-8-3 70,0-15-151,-44-8-1,-34-6 43,8 18 1,-5 2 164,-5-1 0,-4 1 288,-9-2 0,2 2-400,17 8 0,2 1 216,-8-4 0,6 3-244,16 6 2557,-1-2-2680,26 11 1582,16 9-1616,24 10 0,4 2 0,4 1-452,-13-6 0,2 2 446,2 1 1,4 2 0,-5 1-107,-1 4 1,-4 3-897,3 8 1,-9 6 1024,-22 10 0,-8-1 0,1 5 0,-17-28 0,1 0 0</inkml:trace>
  <inkml:trace contextRef="#ctx0" brushRef="#br0" timeOffset="76303">4392 7034 20435,'51'0'80,"-1"1"0,-3 2 0,3 2 0,1-1-1603,5-1 1,1 0 0,1 0 1534,2 2 1,1 1 0,-1 0 21,-4-2 0,-1-1 0,3 1-6,-10-2 1,1 0-1,2 0 1,4 0 18,0-1 1,4 1 0,3-1 0,1 0 0,1 0 0,-3-1-263,-2 0 0,-1 0 1,-1 0-1,1-1 1,2 0-1,1 0 249,-6 1 0,2-1 0,2 0 0,0 0 0,0 0 0,-1-1 1,-2 1-1,-3 0-144,4-1 0,-4 0 1,-2 0-1,1 0 1,1 0-1,2 0 114,3 0 0,3 0 1,1-1-1,1 1 1,0-1-1,-2 1 1,0 0-208,1-1 1,-2 1 0,0-1 0,0 1 0,3-1 0,3 1 137,-12-1 0,2 1 0,3-1 0,1 1 0,1-1 1,1 1-1,-2-1 0,-1 1 0,-2-1 0,-3 1-96,6-1 0,-3 1 0,-3 0 0,0-1 0,0 1 0,2-1 0,2 1-535,-3-1 1,4 0-1,1 0 1,1 0 0,0 0-1,-2 0 1,-2 1-1,-3-1 1,-5 0 673,18 0 0,-6 0 1,-4 0-1,0 0 1,-4 0-1,-1 0 1,-2 0-1,-5 1 1,6-1-1,0 0 1</inkml:trace>
  <inkml:trace contextRef="#ctx0" brushRef="#br0" timeOffset="76779">5070 5394 0,'57'-5'740,"0"0"1,0 0 0,0 1 0,1-1 0,-9 1 0,-5 0 0,2 0-1,8 0-595,-2 0 1,6-1 0,5 1-1,4-1 1,0-1 0,-1 2 0,-2-1-1,-5 0-85,1 1 1,-4 0 0,-1 0 0,-1 0 0,2 0 0,4 0-43,-7 0 0,2 0 0,2 0 0,2 0 0,0 0 0,0 0 0,0 0 0,-2 0 0,-1 0-9,1 0 1,0 1 0,-2-1 0,0 0 0,0 1 0,0-1 0,0 1 0,0-1-26,8 0 0,0 0 0,0 0 0,0 1 0,0-1 0,0 0 0,0 1-195,-2 0 1,0-1-1,0 1 1,0 0-1,0 0 1,0 0-1,0 0 211,0 0 0,3 1 0,-1-1 0,0 1 0,-2 0 0,-4-1 0,-3 1 0,8 0 0,-5 0 0,-3 0 0,-1 0 0,10 1 0,-1-1 0,1 0 0</inkml:trace>
  <inkml:trace contextRef="#ctx0" brushRef="#br0" timeOffset="77238">3665 3803 19680,'56'-7'-137,"1"-1"1,-1 1 0,0-1 0,0 1 0,0-1 0,7-2 0,-3 0 0,-1 1 0,5 2-603,-10 4 0,4 1 0,1 2 0,1 0 1,-1 0-1,-2-1 674,2-1-1,-3 0 1,1-1 0,0 1 0,4-1-94,-7 1 1,2-1-1,2 0 1,0 0-1,2 0 1,-1 0-1,1 0 185,-6 0 1,1-1 0,1 1 0,-1-1-1,1 0 1,1 0 0,-1 1 0,1-1-38,2 0 1,1 0 0,1 0 0,-1 0 0,1 0 0,0-1 0,0 1 0,1 0 13,-6 1 0,1-1 0,0 0 0,0 0 0,0 0 0,0 1 0,1-1 0,-1 0 0,1 1-174,1 0 0,1-1 0,-1 1 0,1 0 0,0 0 0,0 0 0,1 1 0,-1-1 0,0 1-119,1-1 0,1 1 1,0 0-1,1 0 0,-1 0 1,-1 1-1,0-1 1,0 1-1,-2-1 280,2 1 1,0-1-1,0 1 1,-1 0-1,-2 0 1,0 0 0,-3 1-1,-3-1 1,12 0-1,-3 1 1,-3 0-1,-3-1 1,-5 1 0,2 0-1,0 0 1,0 0-1</inkml:trace>
  <inkml:trace contextRef="#ctx0" brushRef="#br0" timeOffset="78213">4743 8044 22143,'1'-40'1106,"0"1"0,1-22-1540,-3 57-192,-3 14 994,-5 13-75,-4 18-332,4-6 0,1 0-60,-3 15-122,9-8 0,8-1 135,25 6 24,-10-21 1,3-2 67,27 2-620,-4-18 574,5-14 342,2-11-140,-21 4 1,0-3 97,-3-3 1,-3-4 8,-3 1 0,-3-4 38,-3-5 0,-4-2-1,1-23-191,-10 4-77,-13 8-99,-7 10-238,3 7-110,-1 8-651,10 20 362,4 7-1585,8 13-3960,11 5 6214,5 1 0,-6-9 0,-6-9 1</inkml:trace>
  <inkml:trace contextRef="#ctx0" brushRef="#br0" timeOffset="78671">5754 7805 17320,'0'-5'5097,"0"1"-3613,0 4-1058,-33-24-396,29 34 299,-13 0-154,42 36-376,5 2-120,-11-23 1,2-1 236,20 14 18,-8-11 0,2 0-103,-8-5 0,-2 0 100,1 2 0,-4 0-249,-3 6-131,-30 8 195,-12-18 1,-5-1 149,-20 12-612,-3-11 1,-1-5-1706,-6-11 2036,23-1 0,3-5-2118,-7-24-78,27-14 1514,6-21 1420,12 19 1,2-1 247,-1 8 1,0 0 273,2-4 0,-1 3 122,-3-4 1087,-4 2-478,-4 18 884,0 1-2377,-1 11-91,1 13 117,1 5 338,0 22-381,-4 23-95,3-23 1,-1 0-29,0 2 0,0 0-577,-1 11 1,1 0-1015,2-12 1,0-1-3299,1 13 1,0-2 3605,3 4 0,1-19 1,-1-22-1</inkml:trace>
  <inkml:trace contextRef="#ctx0" brushRef="#br0" timeOffset="79030">6123 8094 17315,'1'-4'5435,"-1"0"-4676,0 4-616,8-26 102,10 23 7,10-22-33,14 25-91,1-7-27,-8-2 140,8-10 124,-6-12-165,-3-7-42,-6-1 99,-17-12-180,-16 22-72,-12-7-131,-22 22 78,0 8 89,3 9 0,0 4 271,-7 9 70,-10 15 69,35-4-112,12 14-171,26 10-319,6 6-1210,-3-22 0,2-2 319,13 14-3874,-8-12 1,-2 0 3502,-4-3 0,8 10 1,-27-35-1</inkml:trace>
  <inkml:trace contextRef="#ctx0" brushRef="#br0" timeOffset="80286">6872 7967 20867,'14'-47'1162,"-1"-1"1,0 7 0,-5 10-803,-6 24-260,-2 11-12,4 33-76,2 12 1,0-9 1,1 4-863,0 2 0,0-1 905,-1-8 1,0 2-108,2 21 0,-2 1 35,-3-22 1,-2-1-25,2 15 0,0-1 53,-3 9 154,-2-21 454,0-19 147,0-14-326,-3-18 751,-2-14-1233,-1-22 20,3 15 1,2-3-330,-1-7 0,2-3 337,1-6 0,0-2 10,2-4 0,0-1 4,1 0 0,-1-1-43,1 3 1,0 2 134,-1 6 0,1 2-34,-1 13 0,1 1-206,3-4 1,4 4 208,14-5 29,-4 13 0,5 2 53,5 8 0,3 4-1518,4 2 1,1 3 1553,24 4-161,-18 12 1,-5 7-379,0 25 252,-14-7 1,-7 4 15,-19 3 1,-9 1 23,-8 5 1,-8-1-97,-10 1 0,-7-2 172,13-18 0,-1-1 1,-1-2 60,-17 9 0,1-3 47,6-7 0,2-2 64,9-6 1,3-2 579,-7 3-324,19-11 2614,13-4-3246,12-3 222,14-4-540,23 0-805,-2-1 0,2 1 1058,-12 1 0,2 0 81,7 1 0,4 0 0,-3 1-373,-3 0 1,-1 0 139,18 1 1,0 0 187,-21 0 0,-1 0-304,6 2 1,-2-1-1667,18 0-1005,5 1-370,-16-4 1547,-18-1 1825,-15-4 3832,-11-4-2449,-10-2 415,-1 1 1932,-20-5-1214,4 6-920,-14-4-397,7 7-387,6 2-409,10 3-196,9 2 40,9 1 5,4 1 106,27 2-61,19-3-84,1-1-285,-16-4 1,-2-1 340,11-9-1611,-16 0 1,-1-1 1891,8-7 78,-1-13-75,-26 11-97,-5-6-39,-15 3 319,-9 3-373,-8 6 3457,1 6-3705,2 7-47,5 5 70,1 10 179,3 11-23,0 13 40,1 11-2,4 8-97,3 4-46,5-10-99,4-11 0,4 0-552,11 15 152,-1-15 0,5-1-516,6-8 1,4-4-1092,9-2 1,5-4-2804,7-4 1,3-4 4786,-3-4 1,-2-2 0,-15-1 0,-3-2-1,6-2 1</inkml:trace>
  <inkml:trace contextRef="#ctx0" brushRef="#br0" timeOffset="80680">8768 7959 15483,'-19'-43'2529,"0"-1"0,3 5 1,-2 6-1630,-8 12-161,-4 5-226,-11 4-370,14 9 2,-2 14-155,18 15-119,2 20 147,7-15 1,4 3-1708,2 19 0,3 2 1661,-3-15 1,0 2-43,1 14 1,-1 8 0,-1-2-795,-2-15 1,-1-2 0,0 1 749,-1 9 0,1 2 0,-2 0-485,0 3 0,-1 0 0,-2-2 257,0-10 0,-1-2 0,-2 1-472,-1 11 1,-2 1 0,-2-1 308,-1-5 0,-2-2 0,-3-2 635,-4-4 1,-4-2 0,1-4-57,-1-1 0,-2-6 942,-11-7 0,-1-12-588,-9-32-237,19 1 0,3-9 188,7-13 1,4-8 0,4 0 6,0-9 1,5-2 23,5 4 0,2-4 0,4 7-295,5 6 0,4 5-40,2 3 1,2 1 41,6 3 1,4 0 386,6 0 0,2 0-474,0 0 1,2 2 28,14-4 0,4 2-3,2 5 0,1 2-40,-1 0 1,1 1-53,-17 9 1,0 1 0,-2 2-220,1 2 0,-4 3-339,13-1 594,-12 13 0,-25-2 0,0 5 0</inkml:trace>
  <inkml:trace contextRef="#ctx0" brushRef="#br0" timeOffset="84871">10182 8225 12290,'-57'13'1292,"1"1"0,0 0 1,-7 1-1,7-2-847,17-1 0,8-2 499,13-3-664,9-2 427,38-3-542,5-5 0,7-1-541,-1 0 1,5 0 0,6-2 376,5 0 0,7-1 0,4-1 1,-1 0-1,-6 1-493,-7 1 0,-5 0 0,0 0 0,6 0 480,-1-1 1,6 0 0,2-1 0,0 1 0,-6 0 0,-8 0 5,13-1 0,-5-1 56,1-3 1,5-1 0,-10-2 30,-17 2 0,-4-4-62,6-4 1,-10-2-31,-27-7-23,-42-7 51,12 22 0,-5 1-507,-2 1 1,-5-1 0,3 1 531,-4-1 0,1 2 78,-16-4 1,3 1 864,0-1-408,2 0 1523,21 6-2044,19 5-72,12 3 27,28 12 0,-3-2-14,20 9 0,5 3 1021,7 2-1020,-18-8 0,4 3 0,-1 1-37,11 9 0,-2 2-396,-5 2 0,-4 5-148,-2 8 0,-15 6 202,-34 7 0,-10-3 0,12-22 0,-2-3 1,-13 4-1,-1-1 0</inkml:trace>
  <inkml:trace contextRef="#ctx0" brushRef="#br0" timeOffset="86744">2484 3796 19714,'-4'-2'-1441,"0"0"1248,4 2 394,1 54 34,6-27 273,0 8 0,5-4 488,20-20-78,20-21-838,-5-11 188,-20 5 0,1-3-437,20-17 0,3-3 348,-6 1 1,2-1-96,-3 2 0,4-3 0,0 0-213,-1 2 1,-1 0 0,-1 3-536,-8 7 1,0 1 0,-2 3-992,15-11 1,-4 7 1673,11 4 0,-38 19 1,-4 2-1</inkml:trace>
  <inkml:trace contextRef="#ctx0" brushRef="#br0" timeOffset="87187">2610 5552 22803,'42'1'265,"-10"-2"-3094,3 19 1,1 4 2602,3-5 595,8-3 0,2-4-271,-4-5 16,9-9 1,5-6-69,-18-2 0,0-3-49,8-2 1,2-3-131,-11 3 0,0-3 1,2 0-537,7-3 1,2-2-1,1 1-1082,1-1 1,1 1-1,0 0 1822,3-1 0,1 0 0,-7 3 0,-8 4 0,-6 4 0,3 0 0</inkml:trace>
  <inkml:trace contextRef="#ctx0" brushRef="#br0" timeOffset="87712">3013 6978 21391,'-10'55'158,"0"0"0,0-5 0,6-5 61,19 8-222,5-17 89,18 9-23,9-31 124,-16-16 1,1-5-536,27-10 498,-11-9 1,8-9 0,-5 2-644,-10 7 0,2-2 563,0 0 0,7-6 0,1 0 1,-6 3-341,-7 5 0,-3 2 0,2-1 301,7-5 0,1 0 0,-2 1 18,5-3 0,-2 2-2919,2 0 1,-3 4 2310,6-1 0,-9 5 1,-23 13-1</inkml:trace>
  <inkml:trace contextRef="#ctx0" brushRef="#br0" timeOffset="88171">3085 8756 10897,'-7'-50'1819,"1"1"1,-1-1 0,-2-15 0,2 7-142,4 9-437,-1 20-1025,1 17-252,0 19 390,3 17-213,0 21 111,5 17-349,-2-28 1,2 0 204,1 0 1,3-1-52,12 26 64,6-12 92,3-13-298,-4-16 779,18-15-466,-17-12 84,11-16 0,4-8-1022,-7 1 0,1-5 739,1 2 1,2-3 0,1 0-19,-2 2 0,0 0 0,0 1-13,0 0 1,1 0 0,-3 2 31,7-4 1,-1 1-829,5-4 0,-3 5-5592,-1 6 6287,4-3 0,-32 27 0,-12 5 0</inkml:trace>
  <inkml:trace contextRef="#ctx0" brushRef="#br0" timeOffset="103761">5030 10050 21870,'-56'-2'86,"27"24"1,6 11-81,13 8 0,7 6-952,-2-2 1,0 3-1,2 0 940,1-2 1,1-1-1,0 2-5,1 2 0,0 0 0,0 1-1,-1 2 1,0 0 0,1-3-12,-1 11 1,1 0-88,-1-8 0,-1 2 0,1-5-89,0-4 0,-1-3-8,0 15 0,-1-4 872,-7 0-665,-2-24 461,-4-26-489,-1-28-6,7-12 0,2-5 31,2 8 1,0-2-363,2-6 1,1-5-1,0 1 354,1-10 0,2-2 18,1 10 1,0-2-1,1-1 17,1 0 1,0 0-1,1 0 21,0 1 0,1 0 0,1 1 16,-1 2 1,0 0-1,0 1 13,-1 3 1,0 0 0,-1 1 17,2-15 1,0 1 257,0 5 0,1 2-336,2 4 0,4 2 2,3 3 1,4 2-6,4 4 1,3 2-12,5 5 0,0 4-17,23-8-9,-12 20 1,0 7-374,15 13 360,-17 1 0,-2 6-1,-11 6 1,-6 5 2,-3 4 1,-5 3 19,-5 4 1,-7 2 7,-8 3 1,-6-1 2,-5 2 1,-5-1-1,-6-1 1,-5-2-341,-1-2 0,-3-3 41,1-3 0,-1-3-1642,4-4 1,0-3 1946,-16 9 0,22-15 0,15-10 0</inkml:trace>
  <inkml:trace contextRef="#ctx0" brushRef="#br0" timeOffset="104427">5499 9774 17227,'6'-2'3500,"-2"0"-1942,-4 2-1508,45 18-16,-7 3-26,2-1 1,2 2-682,-9 1 0,-2 1 687,-1 2 0,-2 2 3,-4 1 0,-5 2 61,-4 0 0,-5 0-56,-3 28 73,-20-6-11,-3-15 264,-27 0 100,13-22 89,-10 2-162,17-21-179,9-14-100,8-15-74,15-17-5,14-8 70,-4 26 1,4 2-99,2-1 0,2 2 19,1 2 1,1 2-7,-1 2 1,0 1-3,26-12-13,-3 10-4,-5 9 0,-13 8-33,4 14 27,-18 10 29,3 17-6,-15 11 22,-7 5 12,-1 2-45,0-7-6,10-10 22,7-9 857,10-11-851,7-8 17,2-7 33,1-8 218,-5-7-184,-6-7-5,-7-11-23,-7-11 11,-7-12 28,-8 17 1,-2 1 0,-2-16-1,-2 18 1,-1 4 83,-7-2-38,-4 1-102,1 13-50,-1 11-11,-2 13-40,-2 10-273,1 14-1088,8 13-3819,10 14 5231,12-2 0,0-18 0,2-14 0</inkml:trace>
  <inkml:trace contextRef="#ctx0" brushRef="#br0" timeOffset="104920">6884 10065 24637,'-17'45'48,"0"1"1,2 0 0,4 1-41,8 11 0,4 0-1523,-1-5 1,0 0 1514,0-1 0,1 0-34,-1-3 0,0-2 374,0-13 1,-2-1-336,1 4 1,0 0-6,-5 24 84,1-26 603,0-12-334,3-20-196,-1-17-146,-2-19-11,-1-29-22,2 4 0,0-2 138,2 14 0,1-1-101,-1-3 0,1-3 0,1 2-7,0-3 0,0 1-218,0 11 0,0-2 0,0 2 240,0-14 1,0 2-12,1 8 1,1 2-197,2 8 0,1 2 182,13-22-85,11 12 52,10 12 28,10 10-34,4 11-5,1 15 11,-22 8 0,-3 5 0,10 10 1216,0 17-1262,-35 19 63,-13-33 0,-5 0 48,-10 15 1,-9 0-858,-6-13 1,-8-1 0,1-3-2393,-5 3 1,0-1 3211,1-5 0,-2-1 0,9-4 0,-2-1 0,3-2 0</inkml:trace>
  <inkml:trace contextRef="#ctx0" brushRef="#br0" timeOffset="107227">8410 10070 3352,'5'-8'8386,"-1"1"-4592,-4 7-2209,0 0-890,-8-69 5,-15 40-560,9-10 0,-4 3 56,-30 23-40,-3 16-16,-7 13 56,24-2 1,-1 3-139,-2 5 1,1 3-34,7-5 1,0 3 24,-11 17 1,5 3-29,15-14 0,3 0-5,-6 13 0,4 1 22,11 13 12,14-17 730,34-4-580,8-23-106,-9-9 1,2-5 312,-1-7 0,0-5-327,2-6 0,-1-4-6,-1-4 1,-1-4 13,-4-2 1,-4-2-9,-2-4 1,-5-2-35,-4-2 1,-3-2-26,-4-2 1,-2-1-9,-2 0 0,-2-1 28,-1 3 0,-1 0 67,-1 6 0,-2 1 76,1 7 0,-2 1 196,-3-14-151,-1 18-202,-2 14 423,2 10-518,2 15 78,1 14-11,1 22 0,1-16 0,-1 1 0,2 7 0,-1 1-183,1 4 1,0 1 176,-1 3 1,1 1-24,-1 0 1,1 0-378,1-2 1,0-2 184,3-4 0,0-2-138,2-6 1,2-3-409,14 14 112,2-19 414,-4-13-62,11-25 314,-10-11 51,9-25 39,-12-11 393,-13 27 1,-2-2-319,-1 0 1,-2 1 310,0-27 759,-3 12-787,-4 16-112,-3 12-157,-2 11-150,2 5-35,3 6 331,4 9-314,9 8 12,11 11-28,13 8-12,12 6-227,-19-21 1,0 0 223,0 1 1,-1-1 8,17 21 11,-13-3 0,-13-7 28,-10-8 57,-11-7 38,-6-6-5,-11-6 454,-4-5-426,-3-7 28,4-6 5,5-5-55,10-1-85,7-3-39,8 5 1,26-12-12,7 5-6,-7 7 0,2-1-124,-2 4 1,1 0 126,-1 1 1,-1 1-15,16-6 11,7-6 6,-25 6 12,7-7 21,-19 8 12,-7 2-11,-5 5 275,-3 2-231,-1 3 29,-2 0-1,1 3-55,0 0-68,-1 0 11,2 7 12,-1 6 5,0 12-5,4 7-51,4 7-45,5 3-268,4 1-774,1 0-2005,-2-1 3137,-5-4 0,-5-16 0,-5-5 0</inkml:trace>
  <inkml:trace contextRef="#ctx0" brushRef="#br0" timeOffset="107387">9338 9688 16084,'-4'-4'2532,"0"1"-3567,4 3 1,0 0 0</inkml:trace>
  <inkml:trace contextRef="#ctx0" brushRef="#br0" timeOffset="109427">9765 10253 8013,'-3'6'5517,"2"-1"2386,1-5-6844,8 18 128,-6-14-587,7 14 223,-8-19-531,3-8-220,11-24-55,8-14-6,-4 10 1,1-1-279,-4 8 0,1-1 278,5-12 1,0-2 4,-2-5 1,-1-1 0,-1-9 0,-2-1-3,-2 5 0,-4 2 0,-8 11 0,-3 5-14,-5 3-28,-12 12 6,7 17-90,-13 8 78,6 15 23,-5 5-1,8 8 1,2 4 23,-2 7-7,0 14 1,2 4-277,7-19 0,1 1 265,-1 19 1,0 1-1,4-11 1,1-2-12,4-2 0,1-3 0,3 20 5,1-32 1,5-2 0,19 13 11,-3-10 5,1-16 1,3-7 0,14-16-6,-11-2 0,1-3 6,14-16 2,-10-7 0,-3-5-865,-11 6 1,-3-2 859,8-6 0,-2-5 6,-9 4 0,-3-3 1,-1 1-232,0-3 0,-1-2 227,-2 5 1,0-4 0,-2 4 13,-1-6 1,-2 3 5,-4 7 0,-1 3 830,-2-14-766,-8 10-83,1 27-107,-3 1 1814,4 21-1718,-3 15 5,1 5 5,-3 10 1,-1 6 5,3-7 0,0 1-777,-5 20 0,1 1 757,4-18 1,1 0 5,-1 21 1,1-2-255,3 1 237,4 1 1,3-2 8,4-14 5,6-5 0,5-3-10,13-10 16,7 2 16,9-23-27,5-28 45,1-10-26,-23 5 1,-4-3 7,5-14-108,-14 10 0,-2 0 148,0-5 2093,2-9-2054,-13 27 253,-5 11-337,-1 6 23,0 3-62,0 1 248,-1 1-237,0 3-17,-1 0 12,0 1-6,3-2 33,-1-2 7,2-6-1,-1-1 6,2-5-1,-2 1 24,1 3-24,-2 1-10,1 3 89,-2 2-39,2 0-129,-3 7 62,-1 9 22,-4 14 1,-4 14-12,0 8-23,3 5-137,6-22 1,4 0-836,7-2 1,1-1-2153,6 19-57,13-13 2481,-9-22 1,-8-8 0,-1-1 0</inkml:trace>
  <inkml:trace contextRef="#ctx0" brushRef="#br0" timeOffset="110053">10914 9817 14157,'-2'-5'6078,"1"2"-3894,1 3-2402,-19-36 83,14 32-1439,-6-13 726,22 46 0,-2-6 0,1-4 0</inkml:trace>
  <inkml:trace contextRef="#ctx0" brushRef="#br0" timeOffset="110794">11234 9981 22979,'-21'50'89,"0"-1"1,1-3 0,7-3-5689,17 17 5616,0-20 1414,7 7-1453,-3-26 949,0 0-496,-2-11 28,-3-10-207,3-22 3207,-2 2-3313,5-27 50,-2 9 17,5-12-45,2 4-112,3 8-39,0 10 6,3 11-51,10 11 16,-6 7-61,18 11-509,5 27 274,-13-11-112,9 16-1603,-13-5 1105,-9-14-1412,21 17-2521,6-20 2544,5-6 1831,1-9 560,-1-22 1031,-12-10 783,7-15 440,-22 3 1,-3-1-1291,3-7-589,-12 14 0,-3 1 919,-8 5-622,-5 7-246,-22 7-180,-5 21 1,-4 9-245,1-3 1,-1 4-45,-11 12 0,2 3-391,-2 8 363,22-17 0,4 0 8,3 15 17,5-3 124,16-7 83,12-20-128,3-8 89,13-15 141,7-14-1,-2-2 51,0-4-214,-21 16 423,-8 6-545,-6 8-45,0 6 11,2 12-11,7 19-6,0 2-1696,1 6 0,0 2 1691,2 9-26,-2 1 1,-1 8-462,-8-20 0,-2 1 1,-1 1 326,-2 3 1,0 0 0,-4 2-659,-3 11 1,-4 3-1,-3-6 200,2-16 0,-1-3 0,-5 0 612,-15 14 0,-7 0 0,6-9 0,13-16 0,1-4 0,-15 12 0,0-1 0</inkml:trace>
  <inkml:trace contextRef="#ctx0" brushRef="#br0" timeOffset="111860">3558 11897 12356,'-58'3'5,"1"-1"1,0 0 0,-1 1 0,-6 0-1,1-1 1,2 2-492,6 0 1,0 1 0,8 0-170,5 0 0,8 3 1629,1 9-917,46-4-1066,33-3 0,11-2 1513,-19-4 0,4 0 162,3-1 1,9 1-1,5-1 1,1 0-1,-4-1-550,6 0 0,-2-1 1,0 0-1,3 0 17,-5 0 0,0 1 1,3-1-1,1 1 0,4-1-127,-10 0 1,4-1-1,2 1 1,2-1 0,-1 1-1,-1-1 1,-4 1 0,-3-1 33,3 1 0,-6 0 1,-2-1-1,3 1 0,6 0-105,-5 0 0,5 0 0,4-1 1,2 1-1,1 0 0,1 0 0,-2 0 1,-1 0-1,-4 0 129,2 0 0,-2 0 0,-2 0 0,0 0 0,1 0 0,2 0 1,5 0-35,-12 0 1,3 0 0,3 0 0,1 0 0,2 0-1,0 0 1,0 0 0,1 0 0,-2 0 0,-1 0-1,-2 0 1,-2-1-25,3 1 1,-4 0 0,-1 0 0,-1-1 0,0 1 0,0 0 0,3-1 0,2 1 0,4-1 0,-9 1 1,5-1 0,2 1 0,2-1 0,2 0 0,1 1 0,1-1-1,0 0 1,0 1 0,-2-1 0,-1 0 0,-2 0 0,-3 0 0,-3 0-1,-4 0-3,16 0 0,-7 0 0,-4-1 0,-2 1 0,2-1 0,3 0 0,7 1 2,-16-1 0,3 0 1,3 1-1,2-1 1,1 0-1,2 1 1,1-1-1,0 0 1,0 0-1,-1 0 1,-1 0-1,-2 0 1,-1-1-1,-4 1 4,13-1 0,-3 0 0,-2 0 0,-1 0 0,-1 0 0,0 0 0,1-1 0,2 1 0,2-1-5,-8 1 0,1 0 0,1 0 0,1-1 0,1 1 0,0-1 0,0 1 1,1-1-1,0 0 0,-1 1 0,0-1 0,-1 0 0,0 1 1,-1-1-1,1 0 1,-1 0 0,0 0-1,0 1 1,0-1 0,1 0-1,0 0 1,0-1 0,1 1-1,1 0-12,-4 0 0,2 0 0,1-1 1,1 1-1,0-1 0,0 0 0,1 1 1,-1-1-1,0 0 0,-1 1 0,-2-1 1,0 1-1,-2 0 0,-2-1-19,12 0 1,-3 1-1,-2-1 1,-2 0-1,0 1 1,0-1-1,1 1 1,2-1 0,2 0-187,-7 0 1,3 1-1,1-1 1,1 0-1,0 0 1,1 0-1,0 0 1,-1 0-1,-1 0 1,-2 0 0,-2 0-1,-2 0 212,7 0 0,-2 0 0,-2 0 0,-1-1 0,-2 1 0,-1 0 0,-1 1 0,-2-1 0,6 0 0,-3 0 0,-1 1 0,-2-1 0,0 1 0,-1-1 0,0 1 0,1-1 0,-1 0 0,1 0 0,-1 0 0</inkml:trace>
  <inkml:trace contextRef="#ctx0" brushRef="#br0" timeOffset="113011">13220 10009 13138,'-46'-5'1810,"-1"-1"1,1 1 0,-18-2-1,5 2-1334,14 2 0,4 1-5,-22 0-326,21 1-206,21 2-12,13 0 106,9 2 506,23 4-114,21-1-795,-4-2 1,5-2 433,12-1 0,2-3-47,-8 1 0,3-1 24,1-2 0,4-1 0,-3 0 6,-1-1 1,-1-1 6,-6 0 0,2 0 1,-4 0 127,-3-2 0,-5-2 233,10-12-230,-26 4 39,-39-20-218,-23 7-12,3 8 1,-5 1-156,-5 4 1,-2 3 233,-3 2 0,1 2 22,4 3 0,2 2-31,11 2 1,2 1 880,-4 1-973,20 3 131,18 5-46,27 12-35,0-1 1,26 10-1,-6-10 1,5 1-650,-7-1 1,3 2 620,-4-1 0,2 0 1,-2 2-20,6 5 0,-6 3-51,-10 1 0,-8 3-406,-12 2 0,-12 3 406,-22 12 1,-8-3-1,1 6 1,-1-24 0,0 0-1</inkml:trace>
  <inkml:trace contextRef="#ctx0" brushRef="#br0" timeOffset="117287">2273 10490 11558,'3'-8'2291,"-1"2"-1423,-2 6 942,0 0-769,24 2-217,-9 17-292,22 12-134,-9 20-213,-4-9 114,0-11 1,1-3-98,4 0-9,0-3 0,5-4 137,1-11 1,4-5-306,4-3 1,4-5 35,-6-3 1,2-3 0,0-4-691,2-4 1,0-4-1,1-2 580,6-4 1,2-2 0,0-2-700,-10 6 1,1-2 0,0 0 0,1-1 747,7-4 0,1-1 0,-1 1 0,-5 2 0,-7 5 0,-5 2 0,1 0 0,15-9 0,0 0 0</inkml:trace>
  <inkml:trace contextRef="#ctx0" brushRef="#br0" timeOffset="161788">10481 12018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AE3F9-FA76-AF75-65DE-255C2D6533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CF0337-67BB-89C9-F874-BF20B4646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ED174-12C8-F566-74F1-AD4DAB653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3669E-C7FC-70A6-3592-E2AF81822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111B0B-4E0B-8FDD-FAB9-21E2C2118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35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0571C-EBB9-9507-E5B6-2888BA78A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0700F-C7BF-8D05-6FED-60044D521D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55B23-34D7-57D7-E394-BB9F7BCF1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8AEFE-E56D-B156-C7F0-F311A4BBC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8ECBA-0725-FAE4-EABD-BD12B2E1E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63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D8B69-E0DC-71B6-318A-BD50A496D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07CC5-FB97-8768-CBD8-975394B53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4F1429-71F9-5B19-942D-DB92A216C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E11CB-A74E-5155-9C3D-7252D366F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86A3E1-46A9-A9AF-1D21-920D1C16B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95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8A3E3-43AF-AB70-FD89-9FF621E83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E351C-3F77-347B-6E07-1E0357716D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F287FD-06EE-D011-1D20-58B79E739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DD63AE-1514-E0C8-1F32-AE29B738D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2150F-6C09-5B63-4CCF-3D3319B60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B29D98-32E1-6CBE-EAA7-C250DBC6D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027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2A2F7-DF56-B753-07E1-9EB9D090A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7431F-8552-70ED-991F-6505BA627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EDE6F-5CB5-B5CA-345A-D78B84199E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DFFAB4-BEE2-0AF2-6695-8B6FE4067A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5C464E-2442-E982-3A15-087B4FB35B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D4DBED-69E9-06C4-F72E-509CA5C1D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E8582C-BA71-1D9A-AEB4-D4A90C890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5CDB7D-9A73-A839-8C83-964F12307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314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1EB8C-05CB-AD2C-FB44-307CD2F0E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F227EA-F32B-4763-16D7-0155B2F15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2C73E6-3868-0715-B914-016DE7224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8F48C-306C-AC1B-0E11-67C9A175C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052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92F2E-84F1-5678-2F1D-72F67922B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E2C9FB-0119-57BC-BFB6-90936E5FF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031B2-6B27-5522-92DE-2203EF191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86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DFAC0-9CB1-935F-37DA-3C063D4A6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9948D-35BD-0067-F2FB-5A4BF6882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61F374-595D-66F0-1B52-ABD8B9CA36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AECD9-D444-FDD1-7F1B-60666D9F6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39CE0C-1115-000D-6031-7CD602A77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D80F9-C26E-8659-024A-226BD317F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86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3B503-F33A-5114-B325-AFF61A716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26863C-5C32-BE17-3F78-D7FA5DAC09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F3976-17B9-6A92-16D3-6FB2D8F8D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C53707-ED3D-6E06-0482-85C90CA55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58B793-68FC-F514-FECD-F3645BDB6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42FFB-5A1B-A58B-B017-5A8D04181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757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80D84-1501-F99D-EEF8-6D17838DD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ED922D-D6A6-C2D9-65E8-7A7FFCB272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EEDE77-348E-4085-C99A-948FEEF84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6E1B70-4C8E-E450-E79D-BC68D919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DCED4-8D4C-60EC-B434-FC9D6D03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986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93F99-25D3-16A9-44FE-916F573E14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00B1B-0641-714F-AE76-0A7B6A17AF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CA0F1-118E-CD40-8C64-E73C4F4AA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E8A03-554C-0E65-3C2F-4223080A7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5F121-D1FB-986D-49BD-CC4F5579B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957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026470-9E25-D359-3AE9-A610361DE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A1891D-0BE7-069C-DC6E-5CEBDB458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CBDDC-B9C8-D319-FF5E-1D14B97A97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B0FF66-26F1-8F4C-9A41-D09C9DA484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7A5FF-C4C7-43A3-8E51-66D5BD120E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50A57-5F8A-FE4D-7A0A-2505D64114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941E37-5B81-3D4B-BF09-DFA89A216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057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F5C801-62E5-82D3-248F-E908422F52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CB48527-73F3-C5D1-78AC-E9B0E6A11F63}"/>
                  </a:ext>
                </a:extLst>
              </p14:cNvPr>
              <p14:cNvContentPartPr/>
              <p14:nvPr/>
            </p14:nvContentPartPr>
            <p14:xfrm>
              <a:off x="729000" y="2035080"/>
              <a:ext cx="5180040" cy="17949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CB48527-73F3-C5D1-78AC-E9B0E6A11F6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9640" y="2025720"/>
                <a:ext cx="5198760" cy="1813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347204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13813221-A919-0C10-8494-F152FC46A0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EB86107-022C-15E2-D9F9-7FC59C24ECBC}"/>
                  </a:ext>
                </a:extLst>
              </p14:cNvPr>
              <p14:cNvContentPartPr/>
              <p14:nvPr/>
            </p14:nvContentPartPr>
            <p14:xfrm>
              <a:off x="239760" y="611280"/>
              <a:ext cx="6970320" cy="14594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EB86107-022C-15E2-D9F9-7FC59C24ECB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400" y="601920"/>
                <a:ext cx="6989040" cy="1478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92559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0474CD-8099-B85F-4E06-9308AA179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791C15-AC42-B969-90A5-9463D89BE5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B826413D-4850-4236-E9E3-0139D9372A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DE6C03D-A027-13FE-AC46-FFB60F965A34}"/>
                  </a:ext>
                </a:extLst>
              </p14:cNvPr>
              <p14:cNvContentPartPr/>
              <p14:nvPr/>
            </p14:nvContentPartPr>
            <p14:xfrm>
              <a:off x="1063080" y="274680"/>
              <a:ext cx="9645480" cy="61794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DE6C03D-A027-13FE-AC46-FFB60F965A3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53720" y="265320"/>
                <a:ext cx="9664200" cy="6198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49941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E948E8-ECE3-8FB5-0830-05E8147FF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EE87A59-8B9B-6A6A-4369-5BDDC6C461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CFCCA6C8-4BBD-6CC8-CE70-15A4342689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354486B-A943-AE68-290C-702EFD683B78}"/>
                  </a:ext>
                </a:extLst>
              </p14:cNvPr>
              <p14:cNvContentPartPr/>
              <p14:nvPr/>
            </p14:nvContentPartPr>
            <p14:xfrm>
              <a:off x="30600" y="544680"/>
              <a:ext cx="12156480" cy="41205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354486B-A943-AE68-290C-702EFD683B7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240" y="535320"/>
                <a:ext cx="12175200" cy="4139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33907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688A9-C5C5-BC5D-89B3-534055605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7799668-5576-0B56-8BCF-D72C57F32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8C386F8E-E19A-ADEA-474C-F32CEAE48C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356B6BD-01AA-C299-AC3E-0E4E7206F05B}"/>
                  </a:ext>
                </a:extLst>
              </p14:cNvPr>
              <p14:cNvContentPartPr/>
              <p14:nvPr/>
            </p14:nvContentPartPr>
            <p14:xfrm>
              <a:off x="770400" y="758880"/>
              <a:ext cx="11023920" cy="1018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356B6BD-01AA-C299-AC3E-0E4E7206F05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1040" y="749520"/>
                <a:ext cx="11042640" cy="1037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523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AD86B2-80D3-8584-C637-54EDA8AF9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E442718-EDD8-4506-EFD9-8C5AA9641B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2990819F-5710-ADA5-41A3-7CEB7B13F9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3F46A57-2F75-D81C-4470-7423A6B52DE4}"/>
                  </a:ext>
                </a:extLst>
              </p14:cNvPr>
              <p14:cNvContentPartPr/>
              <p14:nvPr/>
            </p14:nvContentPartPr>
            <p14:xfrm>
              <a:off x="773280" y="449280"/>
              <a:ext cx="7996680" cy="4402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3F46A57-2F75-D81C-4470-7423A6B52DE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3920" y="439920"/>
                <a:ext cx="8015400" cy="4421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31941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23CC6-D076-1453-A390-4FE927F23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029ADE-3448-F75A-1D55-1A079366C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1DE73701-129F-13A6-CB15-2E4F881C42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0D260A7-581E-199A-A4E1-A9A75EFE1DC9}"/>
                  </a:ext>
                </a:extLst>
              </p14:cNvPr>
              <p14:cNvContentPartPr/>
              <p14:nvPr/>
            </p14:nvContentPartPr>
            <p14:xfrm>
              <a:off x="559440" y="182520"/>
              <a:ext cx="10650600" cy="66175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0D260A7-581E-199A-A4E1-A9A75EFE1DC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0080" y="173160"/>
                <a:ext cx="10669320" cy="6636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99146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C43A66-648B-2F2B-95F0-E2A73C694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AE2BE7C-8B81-C04F-A37D-9E1006724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E9EBAE85-0665-2CAE-37DC-AFF79B8578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E263A8A-36BD-0DC1-0AB1-3DDB09067156}"/>
                  </a:ext>
                </a:extLst>
              </p14:cNvPr>
              <p14:cNvContentPartPr/>
              <p14:nvPr/>
            </p14:nvContentPartPr>
            <p14:xfrm>
              <a:off x="818280" y="871560"/>
              <a:ext cx="4303800" cy="34740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E263A8A-36BD-0DC1-0AB1-3DDB0906715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8920" y="862200"/>
                <a:ext cx="4322520" cy="349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3095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0</Words>
  <Application>Microsoft Macintosh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 365</dc:creator>
  <cp:lastModifiedBy>Office 365</cp:lastModifiedBy>
  <cp:revision>2</cp:revision>
  <dcterms:created xsi:type="dcterms:W3CDTF">2026-01-10T13:29:16Z</dcterms:created>
  <dcterms:modified xsi:type="dcterms:W3CDTF">2026-01-10T15:54:51Z</dcterms:modified>
</cp:coreProperties>
</file>