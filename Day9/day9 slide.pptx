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99319-37AD-3C52-DA35-F0EF021896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041D32-A513-FA94-21DC-BD036B426D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25BB5-684A-E26B-3D66-81A63CD37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252C-042C-D74C-8558-BD4595EAFB7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FF8DC-351B-976E-D32B-D6B71D417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77965-4286-FE13-F271-A714D5BD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93E2-7684-E14E-95C3-891AD71AA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469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A2AFD-D157-0BED-C1C7-08A24A61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82AB0-DD97-DDBA-B870-2FF047285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07334-534A-C072-1AD6-283EAEB05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252C-042C-D74C-8558-BD4595EAFB7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581D3-EC38-7104-C704-EC3EC5184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0E434-CBC4-7B15-2E57-FBD352626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93E2-7684-E14E-95C3-891AD71AA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1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DCA6E-1C69-2981-2B07-A0746F6D2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3D8A85-2E12-9B31-388B-5CA14F720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47DBF-BE03-3644-7D6E-28941C2A3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252C-042C-D74C-8558-BD4595EAFB7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B82FD-F31B-363D-1762-E5F3A0934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0F5A5-D75A-2549-71CE-87D7D980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93E2-7684-E14E-95C3-891AD71AA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113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BDA92-E2F3-3E69-EEDC-30937220B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1A90D-9559-9ED0-926A-2B72F7E3F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1DEACF-B3E7-24C2-DFAA-4BDAE94F9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B9814-AFEE-7C57-8842-A6AD8AEC2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252C-042C-D74C-8558-BD4595EAFB7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C5864E-5115-7E5B-154A-F5EB1CCCE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8B51E-331A-5381-C479-F653A8830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93E2-7684-E14E-95C3-891AD71AA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088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492EF-B024-F77D-0CA4-16441D48B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D3339-E8E7-2997-24C6-CB7ADE450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4EB9C4-BD3F-4A4D-9EC1-B3651412F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E350CD-2F4A-BB28-42FD-D71A565912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8CB0E3-4B5C-382F-2C08-5F41AC70A7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65226D-AAC3-72F3-99B6-B458D8B36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252C-042C-D74C-8558-BD4595EAFB7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2DEC41-054A-83D1-FED2-8C821027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DBD20D-25EF-95CB-140F-2BFE5A43C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93E2-7684-E14E-95C3-891AD71AA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89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0287C-F109-C642-8E52-8AFE6783A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061773-C95D-1832-6B5C-61CFBFB08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252C-042C-D74C-8558-BD4595EAFB7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98444-5B0C-0B79-B123-9C753483B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FC958-94C5-899D-6B7F-6E69615B9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93E2-7684-E14E-95C3-891AD71AA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7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7B18AF-4FE9-A5C7-C9EE-D886D0DEB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252C-042C-D74C-8558-BD4595EAFB7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6A778C-2446-15A9-5447-B92775060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66A10-7771-D0C0-49A7-A3A98E536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93E2-7684-E14E-95C3-891AD71AA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292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36F07-451E-B1B0-5E0B-B35BF8FB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DD783-38B5-F798-51A0-C80FDE0C4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EB6C95-96AD-E479-6ABB-4BAAACA4A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DEC8E9-BED6-BD50-021C-B299E89AE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252C-042C-D74C-8558-BD4595EAFB7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2A1CF4-0B3E-5D0C-5967-D886E09D8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9E453-32A6-7105-AD34-EEEB22F63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93E2-7684-E14E-95C3-891AD71AA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383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40CEB-B459-1306-8FC7-5F9919A81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646489-A9DF-D9BD-1836-9C35321162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DB3E53-F239-C56C-258E-844CA26B51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223C19-28CB-86A1-397F-A790B178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252C-042C-D74C-8558-BD4595EAFB7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D82B4-DF06-5A80-D07D-8495077B7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3CD70-51CD-E156-F0F6-D63C44838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93E2-7684-E14E-95C3-891AD71AA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48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71F6-CE35-6102-73A1-49E6FE6DE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C4402-3B1C-B351-1DE3-8A5311778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58DA2-6391-DAC5-6CD9-B0F906813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252C-042C-D74C-8558-BD4595EAFB7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E0601-C258-732F-B9E5-AE4B00147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34BA5-4D52-E342-1478-AF4454A7D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93E2-7684-E14E-95C3-891AD71AA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57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24CD1D-4818-FEC6-29C4-953EB449A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A62A99-EEDA-8186-D879-CAFE862C0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7CA66-7CE5-1043-1B2E-2945E23DA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252C-042C-D74C-8558-BD4595EAFB7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BD69B-AA8D-BDD2-13D9-A60C7CF02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7258B-2F61-FAFC-6C38-FCC33C05C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93E2-7684-E14E-95C3-891AD71AA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051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E5DA7F-4915-A517-6ABD-F96AB2FD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20D0D-54EF-4205-D955-690F95824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A82D5-4F58-D1AC-234C-DD10DA3530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6D252C-042C-D74C-8558-BD4595EAFB7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50282-27DD-A727-1532-A94944193E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2DE76-9D2B-EB56-0A14-C03598B1DC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093E2-7684-E14E-95C3-891AD71AA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641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C5D534-EBDD-5A65-B8C4-FDA7983956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85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E284C-13DE-BCE8-EC12-EAA7231D3E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39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23FC19-8567-BF2E-0D4A-193AFB034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AA90BD-2AE2-E84B-02AE-5BBF01A29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3CD07C-BAAA-3953-91A6-461F041784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093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28F115-3F38-E256-ADA0-9C7153467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B0DE2AC-6C8C-77D9-68C9-F54789606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FE6ECA-1812-BAC4-7D4F-24F9B1AD4A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89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16E7E-E427-A7A0-16BB-630BBC43B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ABFC6C1-C509-6DAD-37FD-D5B386152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C5CB04-21AD-BFFE-4B3D-8464091544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156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D086BB-62E3-9A34-7977-A2440B7A5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BC4DA9-32E4-A794-C407-767C59713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2CA922-2B5D-7783-7F96-C3202F282E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660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54B766-6E2B-E324-B88C-36E62F6C8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FF8E65-F5B0-C45F-A4E2-E9F0B3398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4604D1-F224-6117-6031-C1E633D31F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456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91D467-3FAB-9C72-331E-D66DCBEA5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522670-C80A-6C05-370F-B78D0B20F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F8A38E-4178-DAC3-C71B-D25BC49EC8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089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8EE363-5D82-8703-A82D-81D98A78D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3F586C-9298-196C-B8E0-18849A1B9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0350D8-22E3-7A9B-3738-5498C3A75D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691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30165-82F9-4B0B-A27C-12917AE47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1CAD86-BBE3-C46D-72AC-BBC5557BA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8F19EC-8035-FEB7-334D-BA5236FE8F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243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2867C0-DEF3-663A-88D5-508032737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060E469-CCF8-A65F-5F6D-CB3970182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685B70-FA0A-DE37-EEE9-208B39B1E0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150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F10DE1-8195-B15B-47BC-565276DCB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6E8171-F80A-8DEE-E306-F5C1654EA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B34742-251D-3AAC-2F9A-F0F00E05E1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08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0ACC01-1E7B-4CC7-A03B-A215196C4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CF3D310-210B-8813-E7F7-6059889A6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5CBCE7-8005-58AF-4709-EACF67DF9D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602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Macintosh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2026-01-18T13:27:04Z</dcterms:created>
  <dcterms:modified xsi:type="dcterms:W3CDTF">2026-01-18T13:42:34Z</dcterms:modified>
</cp:coreProperties>
</file>