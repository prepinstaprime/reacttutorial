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3:44:51.9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2204 6392 10707,'-56'-7'1744,"1"0"0,5 1 0,6 1-680,2 0-258,10 1 79,2 3-666,13 0 39,2 1-197,11 0 18,2 0 128,7 3 28,12 2-3358,43 5 3190,-8-1-14,3-4 1,6 0-620,-6-2 1,2-1 589,-4 0 0,3-1 1,2 0-11,-11 0 0,1-1 0,2 1 0,2-1-376,3 0 0,4-2 1,2 1-1,-2 0 1,-4-1 366,-1 1 1,-4 0-1,1 0 1,4 0-2,-4-1 1,3 1 0,2-1 0,0-1-1,-1 1 1,-3 0-313,8 0 1,-3 0 0,-1 0-1,3 0 313,-1 0 1,1 0 0,1 0-1,1 0 1,-1 0-6,-1 0 0,0-1 0,0 1 0,0 0 0,-1 0-3,-2 0 1,0 0 0,0 0 0,-1 1 0,0-1 46,-3 0 1,-1 0 0,0 0 0,0 0-1,-1 0-50,8 0 1,-1 0-1,0 0 1,-2 0-54,-4 0 0,0 0 0,-2 0 0,0 0-27,12 0 0,-2 0 0,-1 0 100,-4 1 0,0 0 0,-2-1-459,-3 2 1,-1-1-1,0 1-795,-4 0 0,0 0 1,-2 1 1239,11 0 0,-5 1 0,11 1 0,-29 0 0</inkml:trace>
  <inkml:trace contextRef="#ctx0" brushRef="#br0" timeOffset="675">6701 6318 9856,'-60'3'2356,"0"0"0,-1 0 0,9-1-1583,15 0 863,-18-1-1255,33 0 825,-20 0-646,28-1-348,-3 0-117,16 0-59,18 0 4,15 0-24,-2 0 1,5 0-440,4 0 1,4 0 0,2 0 429,1 0 1,1 0 0,0 0-548,3 0 1,1 0 0,1 0 544,8-1 1,0 1 0,0-1-3,-5 0 1,-2 1 0,2-1-4,-4 0 0,2 0 0,1-1 0,-1 1-3,-2 0 0,1 0 1,-1 0-1,1 0 4,4-1 1,1 1-1,-1-1 1,-2 1-2,4-1 0,-2 0 0,-3 1 1,-3-1 1,-2 1 0,-3 0 6,5-1 1,-5 0-49,11 0 1,4 0-409,-18 1-1109,-18 4 1837,-11 4 1,-10-3 0,-3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5:24:53.7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2158 10684 24575,'25'-3'0,"23"0"0,0 3 0,7 0-1923,-5-2 0,5-2 0,4 0 1923,-5 1 0,4-1 0,3 0 0,1-1 0,-1 0-851,-9 0 0,-1 0 0,1 0 1,0-1-1,2 1 0,1-1 851,2 1 0,1-1 0,2 1 0,0-1 0,1 1 0,-2 0 0,-1 0-308,3-1 1,-1 1 0,-1 0 0,-1 1 0,1-1 0,0 1 307,0 0 0,-2 0 0,1 1 0,0 0 0,3 0 0,1 0-322,-2 1 1,2 0-1,3 1 1,0 0-1,1-1 1,-2 1 0,-1 0-1,-3 1 322,2-1 0,-4 0 0,-1 0 0,0 1 0,3-1 0,4 1-110,-9-1 1,3 1-1,4 0 1,2 0-1,1-1 1,-1 1 0,-2 0-1,-1 0 1,-5 0-1,-4 0 110,11 0 0,-6 0 0,-3 0 0,0 0 0,3 0 24,1 0 0,3 0 1,1-1-1,-1 1 0,-2 0 1,-4 0-25,5 0 0,-5 0 0,-1 0 0,1 0 0,5 0 0,-1 0 0,2 0 0,0 0 0,-6 0 0,2 0 0,0 0 0,0 0 0,-1 0 0,-3 0 0,0 0 0,0 0 0,-1 0 0,0 0 0,10 0 0,-1 0 0,0 0 0,0 0 141,-5 0 1,1 0 0,-2 0 0,0 0-142,-5 0 0,-1 0 0,0 0 0,2 0 195,10 0 1,3 0-1,0 0 1,-6 0-196,-6 0 0,-3 0 0,2 0 601,3 0 1,4 0 0,-1 0 0,-6 0-602,8 0 0,-3 0 0,-14 0 0,1 0 0,-1 0 0,18 0 0,-5 0 0,-19 2 0,-3 0 0,30 0 3552,-17 4-3552,-22-4 3683,-1-1-3683,-3 0 4361,-3-1-4361,-4 0 886,-2 0-886,-3 0 0,-2 0 0,-7 0 0,-1 0 0</inkml:trace>
  <inkml:trace contextRef="#ctx0" brushRef="#br0" timeOffset="85296">5496 9616 24575,'28'0'0,"2"0"0,8 0 0,2 0 0,5 0 0,1 0-2471,2 0 0,2 0 1,1 0 2470,12 0 0,2 0 0,-3 0 0,-10 0 0,-2 0 0,0 0 0,4 0 0,0 0 0,2 0 0,-2 0 0,2 0 0,0 0 0,-2 0 0,5 0 0,-2 0 0,2 0 0,-6 0 0,3 0 0,0 0 0,-4 0 0,-1 0 0,-4 0 0,1 0-284,2 0 0,2 0 1,-2 0 283,0 0 0,-1 0 0,0 0-974,-1 0 1,0 0-1,-1 0 974,14 0 0,-1 0 0,-1 0 0,2 0-549,-13 0 0,1 0 0,-2 0 549,4 0 0,1 0 480,5 0 0,5 0 1,-1 0-481,-13 0 0,-1 0 0,-1 0 0,3 0 0,0 0 0,-1 0 0,-2 0 0,0 0 0,-3 0 0,2 0 0,-2 0 378,14 0 0,0 0-378,-16 0 0,1 0 0,11 0 0,-1 0 0,-18 0 0,-2 0 0,0 0 0,1 0 862,10 0 0,-1 0-862,16 0 0,-17 0 0,-1 0 0,8 0 618,-2 0-618,5-2 1054,-14 1-1054,5-1 6560,-11-2-6560,-3 2 678,7 0-678,-13 0 0,8 1 0,-18-1 0,3 1 0,-1-1 0,-4 1 0,5 1 0,-6 0 0,0 0 0,1 0 0,-5 0 0,3 0 0,-6 0 0,1 0 0</inkml:trace>
  <inkml:trace contextRef="#ctx0" brushRef="#br0" timeOffset="87529">3279 10765 24575,'0'14'0,"0"6"0,0 27 0,0 12 0,0-25 0,0 3 0,-1 20 0,0 3 0,-3-4 0,0 0-1575,1-13 0,1 2 0,-1-2 1575,-4 17 0,0-3 0,1-12 0,1-2 720,0 0 0,1 2-720,-3 11 0,1 0 0,3-12 0,-1 0-22,0 12 0,-2-2 22,-1 6 0,-3 1-69,-1-18 69,0 1 2393,0-4-2393,1-9 0,1-8 0,2-9 922,2-4-922,3-5 0,1 0 0,2-4 0</inkml:trace>
  <inkml:trace contextRef="#ctx0" brushRef="#br0" timeOffset="90046">3030 10963 24575,'0'7'0,"0"-1"0,0-1 0,0 0 0,0 1 0,0-1 0,0 1 0,0-1 0,0 1 0,0 2 0,0-2 0,0 3 0,0-1 0,0 2 0,0 1 0,0 0 0,0 1 0,-2 2 0,0 4 0,-5 0 0,1 0 0,-4-2 0,1-5 0,-2 0 0,1-3 0,-2 1 0,4-6 0,1-2 0,1 1 0,1-1 0,-1 1 0,1-1 0,-1-1 0,2-1 0,1-4 0,2-1 0,1-4 0,0-1 0,1-3 0,3-1 0,5-3 0,3-2 0,4-1 0,5-5 0,-4 7 0,10-9 0,-7 9 0,5-5 0,-7 9 0,-4 4 0,-5 2 0,-3 4 0,2-3 0,-3 3 0,1 1 0,0-1 0,0 1 0,2 0 0,2 1 0,2-3 0,0 3 0,2-3 0,0 2 0,-4 0 0,2 0 0,-5 3 0,-1 0 0,-1 0 0,-2-1 0,-3-1 0,-2-1 0,1 0 0,0 0 0,0-2 0,1 0 0,0 1 0,0-1 0,0 1 0,2 0 0,0 1 0,4-2 0,-1 1 0,1-3 0,-3 3 0,1 0 0,-1 0 0,0 0 0,1 2 0,0 0 0,1 2 0,-1 2 0,-1 1 0,-2 2 0,-1 2 0,0 0 0,0 2 0,0-1 0,0 4 0,1-1 0,1 2 0,1 1 0,1 1 0,1 0 0,2-1 0,0 3 0,3 4 0,-1-4 0,5 6 0,0-5 0,5 5 0,9 14 0,-3-6 0,7 9 0,0-2 0,-10-11 0,5 6 0,-11-13 0,0-1 0,-2-1 0,-1-3 0,-1 0 0,-2 0 0,2 1 0,0-2 0,-2-1 0,0-2 0,-4-5 0,-1 0 0,-1-4 0,-2 0 0,-2-2 0</inkml:trace>
  <inkml:trace contextRef="#ctx0" brushRef="#br0" timeOffset="263946">20459 2722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3:37:26.9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1544 2467 24060,'-16'-34'62,"27"1"-74,32 19 1,10 6-716,-14-1 0,2 1 671,11 0 0,7 0 0,-4 2-550,-6 3 1,-3 1 518,12-3 1,-3 3-99,-17 1 0,-8 6-291,-14 14 493,-24 11-233,-12-6 1,-9 0 245,-13 3 1,-4 0 0,7-5 0,-2 1-241,-16 5 1,1 1 301,13-7 1,1 0-26,-6 4 0,0 0 391,12-5 0,4-1-430,-7 10 817,26-11-761,29-11-56,15-10 0,5-5-28,23-4-279,-14-2 1,7-4 0,-3 0 236,1-2 0,-2-1 25,11-3 1,-2-3-1,-10 2 0,-6-2 249,-13-4 1,-5 0-216,16-20-62,-26 8 1,-9 0 196,-19-5-57,3 14 0,-5 2 157,-24-14 118,-3 9 33,3 6-106,11 10-157,12 7 1243,10 7-1394,10 6 5,5 3 12,27 19-18,4 9 153,-9-6 1,2 3-140,-3 2 1,-2 2-17,-5-6 0,-2 2-180,0 17 1,-7 2-390,-12-13 1,-6 1-1653,-5 18 1,-6-1 1654,-5-14 1,-3-3-1,-12 11 1,14-21-1</inkml:trace>
  <inkml:trace contextRef="#ctx0" brushRef="#br0" timeOffset="649">4336 2580 18076,'-4'-53'1012,"-1"-1"0,-1 6 0,-4 7 514,-13 5-1313,-14 13-135,3 10-22,2 12 0,-2 6-33,-15 11 403,-10 5-421,30 0 1,5 4-12,3 15 0,7-8 1,5 0 11,11 12-12,13-10 0,7-1-8,0-10 0,4-2-298,13 10 0,5-1 301,-2-7 0,2-2-6,-1-1 0,0-1-6,-5-3 1,-3 1 613,14 11-580,-28-2 28,-33-1-16,-29 0-4,9-13 1,-4-3-250,-5-1 1,-2-2 245,-2-1 1,1-3 14,2-4 0,2-3-17,6-1 0,3-5 667,-13-22-1544,21-13-3416,21-9 4279,11 5 0,1 18 0,0 16 0</inkml:trace>
  <inkml:trace contextRef="#ctx0" brushRef="#br0" timeOffset="910">4811 2297 25718,'12'-28'68,"-2"25"-71,-9 30 0,-6 14-8,3 1 0,-1 2-946,0 2 0,0 2 657,0 2 0,1 0-389,3-1 1,1-1-702,3-2 1,1-1-2151,2-5 1,1-2 3539,8 20 0,-6-25 0,-5-17 0</inkml:trace>
  <inkml:trace contextRef="#ctx0" brushRef="#br0" timeOffset="1932">4744 2972 17322,'-10'-55'1643,"0"1"0,1 4 0,2 5-1150,8-3-336,5 10-140,7 9-23,12 8-27,12 8-57,14 5-89,10 6-195,-26 2 1,-1 2 196,1 0 0,0 0 51,-1 1 0,-1 0 20,25 1 100,-12 0 124,-14-3 0,-14-1 414,-6-7-157,-8-3 40,1-6 545,-4 2-490,-1 1-168,-6 3-167,-5 5-79,-7 4-51,-6 9 7,-2 8 4,2 8-32,7 4-7,8 0 23,8-2 11,11-5 1,6-9 32,9-6 29,4-14-6,2-9 29,0-10 77,-3-6 40,-7-1 40,-8 1 15,-7 5-44,-3 5-61,-3 8-96,0 8-78,0 4 0,-1 4 22,-2 7 6,-1 9-12,-2 11-10,0 9-7,3 3 1,1 0 11,9-2 0,4-4 6,9-5 11,7-8-6,5-8 11,4-6 6,0-12 6,-2-7 44,-6-10 29,-6-7-23,-7-4-23,-6-4-22,-6-2-5,-2 0-6,0 5-17,0 5 12,3 7-12,3 5-6,3 5-5,4 4-5,6 3-6,5 10-6,3 10 17,5 33-6,-13-17-5,-8 0 0,-1-1 16,-5-4-5,6 14-5,0-10-1,0-2 17,12 4 6,-5-17 0,13 3 11,-4-12 34,4-9 22,0-8 33,-2-13-10,-1-14-40,-3-15-357,-12 20 1,-2-1 300,1-4 1,-2-1 13,0 0 0,0-1 0,-3 2 1,0 0 27,-1-3 0,-2 2 20,1-10 123,-4-4 17,-2 33-62,-1 1-106,0 10-141,-1 6 63,1 6 622,0 13-594,1 16-23,1 24-174,0-20 0,2 2 202,3 13 0,1 2-835,1-8 0,2 0 790,-1-2 0,2 0-176,2-5 0,0-3-839,9 19 93,-9-22 1,0 1-3950,-1-2 1,-1-2 4807,1 10 1,-3-12-1,-8-20 1</inkml:trace>
  <inkml:trace contextRef="#ctx0" brushRef="#br0" timeOffset="2293">6132 2791 24777,'-12'-46'476,"0"0"0,7-1 1,7 10-477,12 24 5,29-7-22,7 11-14,-6 4 1,4 1-848,-6 1 1,0 1 840,0 0 1,-2 1-40,-5 0 1,-3-1 351,9-5-281,11-11 33,-21-2 39,-8-9 28,-17 2-33,-7 5 1371,-6-4-1141,-3 7 94,-1-2 40,3 6-62,2 6-314,4 4-112,1 4 34,1 5 34,0 24 0,0-5 8,1 10 0,0 5-48,1 14 3,0-21 0,1 1-386,2 4 0,1-1-1566,5 11-4688,5 14 6359,-3-25 0,-5-16 0,-4-11 0</inkml:trace>
  <inkml:trace contextRef="#ctx0" brushRef="#br0" timeOffset="2476">6733 2260 18352,'-2'-7'3143,"0"1"-2891,2 6-1126,0 0-1013,7-10-4762,8 30 5801,5-9 0,-5 15 0,-6-11 0</inkml:trace>
  <inkml:trace contextRef="#ctx0" brushRef="#br0" timeOffset="3234">7004 2546 26514,'27'-39'28,"3"26"0,-16 38 0,-3 9-34,12 17-3,-6-11 1,0-2 294,-4-2-68,-3-14-145,-10-23-23,-1-25-10,3-13-18,2 4 28,16-21-27,-5 28-12,18-21-24,11 47 0,14 14 0,-9-3-879,11-6 856,-7 11 1,8 7 0,-14 2-200,-15 17-231,-12-14 0,1 2-10,0-2 0,0 0-23,1-2 1,0-1-73,24 15 414,4-15 168,1-12 73,-1-15 95,-2-11 90,-6-13 78,-7-9 56,-6-7 653,-9 7-339,-2-14 79,-12 22-539,-7-9-139,-14 18-68,-15 10 1,-11 8-34,-4 12-23,1 11-5,7 10 5,9 9 6,11 2-17,11 0 6,14-5 17,12-10-1,15-10 35,6-10 32,2-14 63,-3-8 111,-6-13 96,-5-3-6,-6-1-51,-7 3-66,-5 7-79,-5 8-79,-2 7-61,-3 6 6,2 15-6,-1 17 7,0 25-464,-2-18 0,-2 2 457,-2 7 0,-2 2 0,-2 4 0,-2 3-1086,-1-6 0,-2 2 0,0-2 957,0 3 0,-1 1-273,0-1 1,-2 3 0,-1-4-1707,-2 0 0,-2-2 2108,1-7 0,-1 0 0,1-4 0,2-3 0,1-5 0,-16 17 0</inkml:trace>
  <inkml:trace contextRef="#ctx0" brushRef="#br0" timeOffset="4816">10273 2670 19742,'2'-47'907,"-1"-1"0,1 1 1,-1-16-1,0 9-392,2 18 152,-2 17-695,0 12 206,1 19-167,2 17 88,2 22-209,-2-3 1,0 2-503,-2-13 0,0 1-1475,0 24 1,-1 0 2086,-1-25 0,0-2 0,0 26 0,0-28 0</inkml:trace>
  <inkml:trace contextRef="#ctx0" brushRef="#br0" timeOffset="5426">11094 2485 20991,'18'-45'845,"0"1"1,0 3 0,-7 10-683,-13 23-107,-7 5-12,-11 6 18,-32 9-62,16-2 11,-19 6 12,16-5 5,-4-2 5,-9 2-16,6-4-11,12-3-1,13-1 18,8 1-7,8 4 18,1 2 0,3 4 44,4 8-50,0-5 22,7 11 12,-1-8 0,3 9 10,-1 2 85,-5 11-106,-6-13 61,-10 14-28,-6-15-17,-6 5 11,-1-6 79,3-9 280,6-9-291,6-8 61,3-9-56,3-9-50,2-10-39,9-14-51,-2 12 0,16-12 0,-1 21-16,10-3 5,5 9-39,15 10 33,-14 6 0,19 15 1,-18 10-15,-15-6 1,-1 2-32,-2 2 1,-4 3-208,-6 6 1,-4 0-35,-5 13-386,-26 11-184,-11-27-656,-12 1-1719,-5-11 3237,4-10 0,20-6 0,9-5 0</inkml:trace>
  <inkml:trace contextRef="#ctx0" brushRef="#br0" timeOffset="5643">11051 2321 14415,'5'-3'4329,"0"0"-3293,26-13 1,7-1-236,0 4-839,9-6 0,1 1 379,-5 11-234,-11 2 206,-1 3-285,-13 2-165,1 2-5111,-4 5 5248,-6 1 0,-4 0 0,-3-4 0</inkml:trace>
  <inkml:trace contextRef="#ctx0" brushRef="#br0" timeOffset="6692">12399 2641 22593,'5'-58'739,"1"-1"0,-4 6 1,4 14-606,7 28-117,-6 8 5,13 15 6,-8 1 11,11 25 23,-11 18-48,-6-24 0,-2 1-303,-4 8 1,-2 0 304,-4-6 1,-2-1-3,-2-3 0,-3-1 25,-14 18 40,4-16 78,5-15-34,7-16-78,7-16-22,2-4 616,7-24-606,3 2 1,2-2-554,5-15 520,0 7 0,2 1 23,8 4-18,-8 18 1,2 3-6,22-15 0,4 11-6,2 11 12,1 10 5,0 8-11,11 17 0,-12 6 0,-5 4-6,-12 9 12,-15-3-6,-1 11 28,-9 0-11,-10-2-12,-5-8 12,-4-7 570,1-10-469,5-9-18,5-13-83,2-2 28,8-25-28,3 4 0,10-14-6,3 7-6,3 5 18,2 6-29,2 6 23,-1 8-6,1 4-16,-1 7 5,-2 7-6,-1 7 6,-2 9 0,-1 6 6,-2 4-1,0-2-5,0-5 17,0-9 17,1-9 16,0-9 17,4-12 0,0-11-11,-1-10 17,-2-8-6,-3-5 1,-5 0 66,-3 4 34,-4 10-34,-2 11-89,-3 10-50,-2 7 10,2 6 23,1 6-11,6 8-23,4 8 1,-1-2-12,7 20-78,-1 0-286,4 9-50,-5-11-3215,4 0-360,-11-22 4006,8 9 0,-16-23 0,0-2 0</inkml:trace>
  <inkml:trace contextRef="#ctx0" brushRef="#br0" timeOffset="6876">13689 2076 18515,'7'31'0,"0"1"0,4 19 0</inkml:trace>
  <inkml:trace contextRef="#ctx0" brushRef="#br0" timeOffset="7233">13992 2417 18741,'3'-7'4732,"-1"2"-3913,11-23 0,1-4-320,-4 8-298,6-10 0,-2 3-162,-8 23 108,2 16-141,2 16-29,2 19 46,-1 16-9,-7-25 0,-1-1-3,-1 2 0,-2-2-3,-2 0 1,-1-2 2,-6 20 366,-2-14-293,4-16 17,4-17-51,12-22-44,14-19 16,-3 9 1,3-1-350,6-6 0,2 1 377,5-1 1,1 1-4,1 2 1,0 3-6,0 3 0,0 3-163,-4 7 1,0 3 131,-2 3 0,0 6 11,27 12 1,-4 18-43,-27-4 1,-2 3-183,0 6 0,-2 2-1252,-2 4 1,-3 1 845,-4-2 0,-2-2 0,1 10 0,-9-18 1</inkml:trace>
  <inkml:trace contextRef="#ctx0" brushRef="#br0" timeOffset="8885">3348 3293 8511,'5'3'79,"-1"0"2357,-4-3-1091,15 11 66,0-8-184,21 9-168,8-15-606,0 0-566,-4 0 1,6-1 330,1 1 1,5-1-1,-1 1-759,-8 1 0,-1-1 1,6 1 582,-2-1 1,6 0 0,4 0 0,1 0 0,0 0 0,-4 0-500,0 0 0,-1 0 0,-2 0 0,1 0 0,2-1 477,-3 1 1,1 0-1,0 0 1,2 0 0,3 0-1,3-1 2,-8 1 0,4 0 1,3-1-1,2 1 1,1-1-1,0 0 1,0 1-1,-2-1 1,-2 1-1,-3 0-265,6 0 1,-4 1 0,-2-1-1,0 1 1,0-1 0,2 1 0,3-1 233,-2 1 0,3-1 0,1 0 1,2-1-1,0 1 0,-1 0 1,1 1-1,-3-1 0,-2 1-291,7 0 1,-2 1 0,0-1 0,-2 1 0,-1 1 0,-2-1 0,-1 1-1657,9 1 0,-3-1 0,-1 2 0,-2-1 1,1 0 1955,-3 0 0,0-1 0,0 1 0,-3 0 0,-4 0 0,14 1 0,-6 1 0,-11-1 0,-5 0 0</inkml:trace>
  <inkml:trace contextRef="#ctx0" brushRef="#br0" timeOffset="9641">9468 3356 7201,'-42'-7'1062,"0"1"1,-1 0 0,-8-1 0,11 1-821,22 1 400,39 4-451,31 1-2033,4 1 0,7-1 1915,-19 0 0,2 1 0,0-1-27,3 1 1,1-1 0,2 1-83,9 0 1,2 0 0,-1 0 315,-3 0 0,0-1 0,3 1-35,-2 0 0,2 0 0,3-1 1,0 1-391,-10-1 1,0 1 0,2-1-1,-1 0 1,2 1 327,4-1 1,0 0 0,1 0 0,1 0-1,1 0-259,-8 1 1,0-1 0,1 0 0,0 0 0,1 0 0,0 0 155,3 0 0,1 0 1,0 0-1,1 0 1,0 0-1,0-1-38,-6 1 1,0 0-1,1 0 1,-1 0-1,2 0 1,-1 0-1,0 0-11,3 0 0,0-1 0,0 1 1,1 0-1,-1 0 0,1 0 0,0 0-55,-7 0 1,0 0-1,-1 0 1,1 0 0,0 0-1,1 0 1,1 0 0,1 0 43,1 0 1,2 1-1,2 0 1,0-1-1,0 1 1,0 0-1,-2 0 1,-1-1 0,-4 1-15,10 0 1,-5 0-1,-1-1 1,0 1-1,1 0 1,3 0 0,-5 0 0,4 1 0,2-1 0,0 1 0,0 0 0,-2-1 0,-3 1 0,-4 0-43,7 1 0,-5-1 0,-2 1 0,-1 0 1,3 0-639,-3 0 0,2 0 0,0 0 0,0 0 0,-1 1 0,-3 0 674,13 0 0,-3 1 0,-2 0 0,-6 0 0,-5-1 0,-4 1 0,-6-1 0,-9 0 0,0 0 0</inkml:trace>
  <inkml:trace contextRef="#ctx0" brushRef="#br0" timeOffset="13218">3803 4892 17288,'-48'-39'885,"-1"1"0,1 8 1,1 17-716,14 30 1,2 12-1157,-8 9 1,1 4 1013,6-5 0,1 4 7,1 6 1,0 5 0,4-1-14,1 3 1,3 2-22,3-5 1,-1 3 0,6-3-13,4 5 0,9-3 5,6-8 1,7-4 258,5-6 1,5-4-257,6-6 1,3-5 10,2-5 1,2-5 63,0-3 1,0-5 174,27-12 27,-14-15 96,-15-14 61,-16-10 29,-18-3-40,-16 1-96,-19 5-66,-15 10-166,21 21 1,-2 3 368,-21-2-425,15 10 1,1 4-87,-6 9-96,-9 10-1181,32 13 1327,27 13 0,-3-18 0,11-1 0</inkml:trace>
  <inkml:trace contextRef="#ctx0" brushRef="#br0" timeOffset="14408">5670 5747 8050,'10'-3'3524,"-3"1"-187,-7 2-1853,38-74-419,-17 25-603,-4 14 0,2-7 1,-2 3-242,-3-1 0,-1 0-48,3-18 1,-1 0-141,-4 16 1,-1 0 59,-1 0 0,1-2 1,-2 2-50,0 2 1,-1 0 883,0-12 0,-1 1-833,-3 14 1,-3 3 66,-8-22-134,-4 36 52,-12 12-96,-1 22 27,-10 16-6,16-4 1,1 5 40,-1 8 0,2 4-50,4 1 0,1 5 1,1-4-187,-1 6 0,3 0 109,1 0 1,2 4 0,2-4-343,3 1 1,3-2-732,3 11 1,3 1-2124,1-19 0,2-1 0,1-3 2468,-1 0 1,1-5 0,2 0 0,-3-9 0,-6-15 0</inkml:trace>
  <inkml:trace contextRef="#ctx0" brushRef="#br0" timeOffset="14885">5549 5619 18784,'-25'-37'847,"0"-1"0,1 1 0,-9-11 1,9 7-395,14 9-59,19 12-355,32-6-33,-2 12-2044,12 6 1,2 3 2037,5 3-12,0 0 1,5 2-700,-3-1 0,-2 1 697,-10 0 0,1-1 20,-6 0 1,1 0 0,-2-1 1,1-3 1,-3-1-123,-6 3 1,-2-2 132,3-2 1,-5-3 2278,-9-4-2141,-5 0 3222,-13-1-3250,-14 8-67,-2 3 89,-25 9-118,7 11 525,-7 4-567,17 4 1,4 3 3,3 3-1,-4 29-5,25-23 16,12 5 1,31-5 0,-12-16 16,-2-10 0,1-5 113,2-12-68,7 0 191,-15-25-158,-19 12 236,0-34-134,-19 15-22,-6-20-124,-4 21 33,-8-4-55,5 20-79,-6 0-947,0 21-5998,6 17 6990,4 10 0,9-4 0,5-8 0</inkml:trace>
  <inkml:trace contextRef="#ctx0" brushRef="#br0" timeOffset="15385">7978 5321 19703,'-4'-48'1034,"0"-1"0,3 4 1,7 5-570,34-5-3158,-15 25 0,2 2 2793,19-7 1,-3 13 0,2 5 205,-11 5 0,0 2-292,8 0 0,-1 2 415,-2 7 1,-1 6-411,-2 10 1,-3 6-15,1 3 1,-2 5-346,2 12 1,-6 3 347,-9-2 1,-6 2-43,-3 2 1,-4 0-180,-1 2 0,-3 0-1029,-2-12 1,-1 1-1,0-3-396,0 2 0,-1-1 1646,0 9 0,-1-6 1,1-21-1,0-2 1</inkml:trace>
  <inkml:trace contextRef="#ctx0" brushRef="#br0" timeOffset="15542">8259 5872 22066,'-15'-49'610,"-1"1"1,4 3 0,9 4-578,29-4-55,-2 24 0,5 3-612,8 1 0,6 2 634,3 5 0,5 3 0,-6 0 0,-8 1 0,-3 1 0,13 1 0,0 0 0</inkml:trace>
  <inkml:trace contextRef="#ctx0" brushRef="#br0" timeOffset="16491">10317 5762 16715,'-9'-43'1183,"0"1"1,0 0-1,-3-13 1,1 9-759,2 15 277,4 19-719,6 22 272,8 21-255,0-3 0,2 5-1565,6 22 0,0 3 1551,-4-15 0,-1 1-74,-1 1 1,0 3-1,-2-1-883,-1 3 0,-3 0-368,-1-9 1,0 2-1,-1 1 1061,-1 1 1,-1 0-1,0-4 1,0-3-1,-1-4 1,-1 25-1</inkml:trace>
  <inkml:trace contextRef="#ctx0" brushRef="#br0" timeOffset="16791">10291 6574 10522,'-24'-52'1800,"0"1"1,7 10 0,0-1 0,3 2-1390,1-10 1,3-2-1434,1 7 0,1-2 0,0-1 1219,0-3 1,2-1 0,-1 1-97,2 0 0,0-1 0,1 1-94,0 2 1,2 1 0,0 1 101,-1-18 1,4 3 93,2 6 1,4 1-184,2 7 0,4 3-29,4 3 1,4 3-12,3 5 1,6 4-43,21 2 0,2 5 48,-19 9 0,0 3 0,13 1 0,0 7-25,8 19-11,-4 15-1060,-20 4 1,-4 4 1103,-10-12 1,-4 2 5,-2 19 0,-10 0 466,-11-17 0,-6 0-441,-7 6 0,-4 0 17,-8-4 0,-4-4 17,-1-2 0,-3-4 81,-3-4 0,1-3 780,-12 3-752,2-11 150,41-18-1897,8-9 1579,29-14 0,-11 13 0,12-1 0</inkml:trace>
  <inkml:trace contextRef="#ctx0" brushRef="#br0" timeOffset="17552">11031 5335 22890,'37'50'638,"-7"-12"-498,21-37 6,-11-9-23,10-7 0,-7-10 51,-7-10-6,-10-7 33,-12-6 57,-9 1 0,-14 6 17,-15 5-180,-7 14-62,-3 8-10,0 12-51,11 13 50,-6 20-33,11 10 0,5 18 5,15 0-412,4-11 418,13 10-11,7-14-9,-8-17 1,3 0-26,10 1 0,2-3 17,-1-5 0,1-2 16,0-2 1,0-3 0,1-5 0,-1-5-102,21-8 124,-15-5 1,-1-2-1,11-9 14,-15-3 0,-3-3-2,-8 1 28,12-26 22,-21 19 27,-1-3 119,-8 6-174,-7 15-45,-2 6-12,-9 10-16,-5 18 17,-1 5 403,-2 16-420,10 0 88,6-8-71,10 5 0,10-9 22,15 5-45,26-5 57,-2-12-140,-22-11 0,0-3 145,6-7 45,-2-13 67,-10-15-78,-6 4 145,-4-29-95,-14 19-56,-2-7 61,-8 2-16,-4 11 306,-9-8-390,2 14-67,-5 9 16,9 15-22,-11 24-17,7 6-22,-3 11-348,13-7 1,5 1-1188,6 17 225,2 11-3726,20-2 5131,13-12 0,-14-13 0,4-7 0</inkml:trace>
  <inkml:trace contextRef="#ctx0" brushRef="#br0" timeOffset="18024">12438 5630 13273,'3'-5'8945,"0"1"-8159,9-27 1,2-7 328,-6 4-891,7-6 0,-3 0 437,-8 13-151,-3 13-516,0 3-162,-1 9 107,0 16 77,0 4-10,1 13 0,0 5-286,1 9 299,0 13 1,2 8-1670,0-8 1,1-1 1646,-1 0 0,0 1-1,1-12 1,-1 1-1,1-3-250,-1-1 1,1-2 245,-1 6 0,0-2 19,-1-11 0,0-4 112,-2 5 173,-3-25-256,-5-27-18,-7-23-14,5 6 1,0-3 1021,-2-8 1,1-3-1037,-1-7 1,0-2-4,1-3 1,1-1-6,-1 0 0,1 1 3,1 1 0,1 2 8,2 2 0,0 4-3,1 12 1,2 0-29,1-12 1,4 1 207,3 18 0,2 1-225,5-12 1,3 3 11,15-2-39,21 9 39,-21 25 0,1 4 13,0 2 1,1 4 14,3 4 0,-1 6 5,15 26-11,-29-13 1,-4 2-1,-3 3 0,-4 2-56,-5 31 17,-14-15-118,-12-18 1,-6-3-365,-22 3 419,12-10 0,-2-2-1077,6-9 0,0-3 1196,-29-4 0,28-2 0,8-5 0</inkml:trace>
  <inkml:trace contextRef="#ctx0" brushRef="#br0" timeOffset="18800">13071 5609 24215,'35'-37'76,"0"1"0,0-1 1,-2 1-1,0-1 0,-5 0-9,0-7 1,-5 1-490,-3 6 0,-1-2 452,-3-3 0,1-5 0,-3 0 1,-4 6 1,-1-1 0,0 1-315,0 0 1,1-1 0,-2 1 301,0-22 1,-4 5 41,-11 0 488,-3-4-476,-6 24-168,1 17 39,6 14 127,0 19-76,2 17 10,0 27-5,5-17 0,1 3-239,4 7 0,3 4 236,2 5 1,3 3-81,-1-19 1,1 0 0,1 1 76,1-1 0,1 0 1,1 0 2,7 16 0,2-3-8,0-6 1,1-4-1,-1-8 0,1-3-3,-1-7 0,1-5-65,24 7-67,-1-15 29,2-20 77,0-14 46,-2-18 11,-25 15 0,-2-1 16,15-28 46,-8 3 106,-10 9 22,-9 11-56,-5 13 886,-3 8-1099,-3 6 1434,0 5-1372,-2 8 99,0 6-93,1 6 5,8 1 45,11-4-17,13-6-11,10-6 34,4-11-51,-8-4 96,5-25-40,-21 0-17,0-18 17,-19 6-22,-14 5-6,-9 8 12,-10 8-6,-3 12 5,-2 6-28,5 13 6,3 8-5,4 13-23,3 12 0,6 11-11,7 9-274,10-29 1,4 1 211,5 1 0,5 0-389,7-1 0,5-1-1521,9 0 0,2-2 1983,0-5 0,-2-2 0,14 5 0,-20-14 0</inkml:trace>
  <inkml:trace contextRef="#ctx0" brushRef="#br0" timeOffset="20485">16656 5078 19497,'-44'-39'812,"1"0"0,-3 2 0,2 10-397,1 22-169,-11 3-140,-1 19-67,15 7-15,4 18-13,18 5 6,8 7-6,14 4-120,5-27 1,3-1 127,6 1 1,4-3-308,6 1 0,1-3 296,-4-5 0,1-2 12,13 5 0,-1-3 8,3 4 95,6 5 73,-41-15-56,-27-6 150,-9-4-254,-2-3 0,-5-1-5,-1 0 0,-3-1-305,-1-1 1,-5-1-1,1 1 280,-11-1 0,1 0-20,-5-1 0,5 0-600,-4-1 211,29 1-4017,32 1-5411,21-1 8404,1 1 0,-1-1 0,-16 2 0</inkml:trace>
  <inkml:trace contextRef="#ctx0" brushRef="#br0" timeOffset="20825">16734 5315 16168,'1'-3'5405,"1"0"-4273,-2 3-1082,6 21-5,3 3 17,10 20 11,5-4-29,-3-11 175,18 4 27,-9-18 96,14 0 39,-9-19-29,-1-11-21,-3-13-169,-8 0 197,-1-27-202,-14 10-96,-3 12 1,-1 0 33,-5-18-22,-3 10-56,-2 15 0,-2 8-152,3 11-212,2 6-790,1 13-2375,5 12-6319,3 10 8167,0-8 0,0-7 0,-4-14 0</inkml:trace>
  <inkml:trace contextRef="#ctx0" brushRef="#br0" timeOffset="21434">17373 5366 24531,'38'-47'50,"-5"19"-39,-17 62-11,-5 3 39,-5 2 1,-7-2 27,-5-5 6,-5-8 145,0-10 45,2-8-128,5-14-62,2-9-23,2-13-10,4-10 32,1-5-32,2-5-7,3 1-22,1 6-44,5 10 22,13 10 5,-8 12-5,18 5 16,-8 14-5,9 5 17,-1 11-17,-5 6-22,-7 5 22,-8 1-6,-9-1 23,-6-7 5,-8-5-5,-4-5 28,-5-6 67,-1-5 34,2-6-46,2-10-49,4-6-6,2-12-17,9-7-12,6-9-16,9-1 0,6 2 12,5 8-24,2 8-16,5 10 12,2 8-29,2 10 11,0 10-5,-1 11-90,-5 11-252,-5 8-566,-8 5-1108,-9 2-3507,-7 0 5562,-5-11 0,-2-15 0,0-12 0</inkml:trace>
  <inkml:trace contextRef="#ctx0" brushRef="#br0" timeOffset="22885">18393 5350 23439,'63'-10'145,"-13"15"-72,-41 44 22,-6 3 6,-6-3-11,-5-5-18,-5-9 7,-1-8 162,3-12 134,4-7-140,3-13-145,4-9-34,-1-14-28,0-12 0,1-9 22,0-7 6,1-3-39,2 12 27,4 15 1,4 2 1,13-6-24,17-12-27,4 23-18,2 9 40,-1 9-11,-3 10-6,-7 10 0,-6 9-6,-10 10 12,-9 9 10,-9 5-4,-7 3 10,-7 3-22,2-19-6,-3 1 46,8-24 133,1-1 1,4-10-107,5-10-33,6-13 5,7-11-17,7-7-5,3-5-11,4-1-4,-11 22 1,1 2-3,7-8-22,16 3-1,-15 21 12,8 5-6,-2 12-27,-1 22 16,-13-4-107,-1 25-212,-16-11-404,-1 12-515,-3 0-1193,11 1 1519,-1-21-960,20-1 612,2-24 818,25-10 74,-16-5 499,-12-4 1,0-3 338,8-15 160,11-12 300,-4-3 185,-4-2-6,-8 0 286,-7-9-981,-12 19 247,-6-7-196,-9 24-219,-10 1-89,-9 10 5,-21 10-106,9 4 218,2 6 1,2 2-230,3 5 5,-19 22-16,21-6-34,-1 9 136,11-1-69,18 1-22,4-16 50,20 1 6,1-19 84,21-5-84,-16-7 134,19-20-134,-34 6 55,13-19 85,-18 9-3195,5-14 3094,-9 15 168,0-6-219,-8 23-16,0-1-67,-3 8 16,-7 19 6,0 2 3420,-8 18-3420,6-11-11,2 8 33,10 0-61,10 2 45,14 2 16,13-15-11,-4-8 6,15-7 50,0-16 17,-1-6 0,-2-13-39,-22-8-28,-11 4 22,-6-16 0,-4-9-5,0-1-12,1-7-11,3 23-11,2 10 6,-2 12 5,5 5-16,-1 8-18,11 4 18,0 7 10,9 7 6,-2 5-27,5 2 10,-7-2 0,18 6 1,-12-9 10,14 3 1,-19-10 0,5-4 10,-18-5 29,5-1 22,-15-1-5,-3-1-34,-3 2 34,-1 0-51,0 1-22,0 6 11,0 1-6,-1 13 6,-1 5 0,-1 10-11,1 16 11,4-7-28,5 7-23,6-12-341,5-3-1747,5-3 2139,10-3 0,-15-14 0,1-3 0</inkml:trace>
  <inkml:trace contextRef="#ctx0" brushRef="#br0" timeOffset="23335">20960 5319 25741,'-12'-38'45,"6"18"-40,19 56 1,9 7-6,10 2 11,6-3-17,8-4-10,2-10-12,0-10 11,-11-10 34,5-12 33,-2-17 23,-4-9 33,1-18-157,-16-3 230,-5 8 266,-6 6 1,0 2-234,-1 4 169,7-24-118,-12 40-162,-1 4-90,-3 10 6,-4 23 6,-7 22-23,1-7 0,-3 2-605,-4 11 0,-3 2 599,3-11 1,-1 1-1,0 2-609,-2 5 0,-1 2 0,0-1 495,3-7 1,1-1-1,1 5-1808,3-1 0,2 5 0,-1 3 1,3-2-1,0-4 1664,2 7 0,2-4 1,0 1-1,-3 9 1,1 2-1,2-9 1,5-18-1,0 0 1</inkml:trace>
  <inkml:trace contextRef="#ctx0" brushRef="#br0" timeOffset="25392">23375 5252 18442,'17'-48'1176,"0"1"0,-1 9 1,-8 6-813,-27 6-280,-11 22-11,-23 11-45,9 7-23,6 9 1,0 6-312,13-7 1,2 2 296,-10 11 1,3 1-6,12-6 0,3-1-25,-1 25 170,17-10-137,7-13 118,26-3 56,-2-18 45,20-7 67,-5-17 107,1-16 10,-7-12-27,-8-9-360,-12-7 231,-11 0-90,-13 6 393,-9 9-510,-3 16-40,-12 5-106,10 14 6,-7 5-12,8 17 27,2 13-905,4 14-1044,9 9 176,9-7 1864,11-13 0,-1-3 0,-10-13 0,12 6 0</inkml:trace>
  <inkml:trace contextRef="#ctx0" brushRef="#br0" timeOffset="25767">24214 5159 18698,'3'-44'1123,"1"1"0,0 0 0,-1-15 0,-5 8-529,-14 14-190,-4 15-426,-1 19 87,4 10-63,-3 18 1,0 8 3,2 0 0,0 5-1123,-4 10 1,-2 7 0,3-3 1104,0 1 1,2 0 0,1 1 0,0 5 0,2-4-488,6-13 1,2-3 0,0 2 401,-2 12 0,2 2 0,0 1-148,1 1 1,2 1-1,1-1-192,0 1 0,2 0 0,-1-1-438,1-4 0,0 0 1,0-2 315,0-5 1,-1-2 0,1-3 275,-3 7 1,-1-6 512,-11 9 2217,-9-46-2268,-12-38-39,15 2 0,-1-6 601,-2-10 0,1-4-425,1-7 1,3-2-15,9 18 1,2-2-1,3 1 28,0-20 1,7 1-130,9 3 1,8 4-101,9 4 0,8 4-73,9 4 0,8 5-45,-11 13 0,3 3 1,2 2-78,4 0 1,3 3 0,1 0-976,3 1 0,1 2 1,1 0 1068,3 0 0,1 1 0,-6 1 0,-3 1 0,-5 1 0,-8 2 0,-1-1 0</inkml:trace>
  <inkml:trace contextRef="#ctx0" brushRef="#br0" timeOffset="27201">2458 6660 18840,'6'-49'1126,"0"0"0,-1 4 0,-5 13-1053,-7 25-79,-10 21 9,-3 11 0,-1 5-3,-12 20-538,2 0 0,0 4 496,9-11 0,2 1-84,1 0 1,1 4 0,4 0-191,4-2 1,3 0 0,2-2 93,-2 13 1,5-4-14,9-9 0,8-6-219,7-16 1,7-7-155,30-1 0,7-8 549,-8-2 0,2-5-276,-4-3 0,2-3 0,-3-4 421,4-8 1,-5-4 95,-3-1 0,-4-1-85,-7-1 0,-4-1 244,-6 0 1,-5-2 221,-4-6 0,-5-1 92,2-24 309,-7 4-420,-14 12 1213,-7 19-1527,-7 0 370,-17 14-572,7 12 17,-19 17-39,10 12-6,13-9 0,1 3-3,2 2 0,2 1-25,3 4 0,4 1-45,3 15 23,17-2 50,8-26 73,41-13-6,-17-19-28,18-4 62,-15-17 100,-13 0-55,-1 0 235,-5-9 285,-9 7-251,-6 4-236,-3 9 50,-7 14-229,-1 8-22,-2 5 22,-5 10 0,-4 13-17,-2 23 12,5-13-29,4 16 6,14-23 17,9 4 5,14-8 17,12-9 34,17-14-28,-7-15-444,-3-4 529,-11-17 54,-14 1 220,-1-26-108,-13 5-139,-6 1 101,-10 6 61,-5 8-134,0 3-56,-1 5-34,6 17 393,1 7-533,2 4 85,1 31-12,8 12-12,-3-10 1,0 2-187,4 1 1,1-1 197,7 12-81,-1-12 0,2-1-267,6 11-36,-8-13 1,-2 1-1043,-3 14 160,-13-10-6525,-20 2 7791,-2-17 0,2-3 0,9-10 0</inkml:trace>
  <inkml:trace contextRef="#ctx0" brushRef="#br0" timeOffset="27740">3782 7300 24363,'33'-35'214,"1"0"0,-1-1 0,-2 2 0,0 0 0,-5 1-125,-4-2 1,-4 2-45,-3 5 0,0-1 69,3-19 1,-3-1-1031,-6 12 0,-2 0 949,3-17 1,-2-1-6,-3 11 0,-4 1 167,-1 3 0,-3 2-111,-6-23 366,-6 19-411,-3 20-33,-1 14-18,0 20 1020,-2 16-991,1 23-17,5 0-559,6 2 1,3 4 547,2-12 0,3 1-4,0-2 0,1 4 0,2-2-13,3 12 0,3-1-549,5-2 0,1-2 462,-2-13 0,3-1-712,12 10 1,1-2-440,-8-20 0,-1-1 9,4 6 0,1-3 597,9 3 0,-22-22 1,1-2-1</inkml:trace>
  <inkml:trace contextRef="#ctx0" brushRef="#br0" timeOffset="27900">3896 7103 18261,'-11'-45'392,"0"0"0,4 3 0,9 6 1622,37 3-2009,1 9-72,4 11 0,4 2-611,-11 6 1,2 2 639,23 0 0,-3 3 1,-2 1-1,-7 5 1</inkml:trace>
  <inkml:trace contextRef="#ctx0" brushRef="#br0" timeOffset="29334">5984 7358 20219,'27'-41'880,"0"1"1,1-1 0,7-14 0,-8 1-643,-17 8 0,-6 1-48,-1 5 1,-1 2-26,0 2 1,-2 1 81,-6-21 34,-12 15-225,-16 17-39,-19 19-549,18 12 1,-1 5 531,-7 6 0,1 3-12,-4 8 1,2 4-6,1 3 1,3 3-24,5 3 1,3 2 5,6 0 1,5 1 2,6-3 1,6 1 137,5-5 0,7-2-152,19 21 22,24-21 17,-15-27 1,3-6-229,5-8 1,1-6 238,5-6 1,-1-6-625,3-8 0,-1-4 633,-1-5 0,-1-4-1,-16 12 0,-1-1 1,-2-2-1,0 0 0,-2-1 1,-1 0 5,7-19 1,-1 1-33,-4 3 1,-2 1 48,-3 7 1,-3 2 10,-4 9 1,-3 1 48,2-10 409,-8 17-556,-3 12 1284,-3 11-1255,-5 17 999,-7 16-989,-9 25-2,9-20 0,-1 2-408,0 5 1,-1 2 410,2 3 0,2 1-1,1-1 1,3 0 5,2-2 1,3-1-15,5-4 1,2-1-126,2-6 1,3-1 128,16 22 10,5-16-11,4-17-5,5-15 33,6-18 11,7-15-14,-24 8 1,-1-2-171,1-3 1,-1-1 191,-2 0 1,-1 0-3,-1-1 0,-2 0 819,13-21-746,-9 8 334,-10 8-295,-8 11-68,-7 8-72,-6 7 404,-9 10-387,-9 9-17,-7 13-23,0 10 12,6-7-28,-1 17 16,16-19-27,-1 10 22,14-17 39,4-9 23,6-7 22,6-12-11,12-18-23,-9 2 34,13-20-22,-13 9 5,3-7 17,-4 2 45,-5 6 27,-5 6-55,-4 10-62,-4 8-50,0 4-22,-2 5 44,-2 8 17,-1 10-6,-2 12 29,0 6-12,1 2-17,1-1-16,5-5-12,6-6 17,7-9 1,8-9 21,9-10 1,7-10 22,15-20-17,-17 6-3,-11 2 1,-3 0 24,3-10-16,4-8-11,-5 4 33,-8 9 6,-7 9-40,-5 9-27,-5 7 11,-9 15 5,0 5-3391,-7 21 3385,8-13-16,7 9 17,11-16 11,8 0-11,20-7 22,-2-9 34,10-11 3358,-19-4-3375,3-11 17,-9-2 45,2-9 61,-5-1 146,-1-5-202,-7 15 73,0 0-101,-8 18-73,0 3 12,-1 16 16,-2 33-5,-4-3-6,-1 0 1,-3 3-375,-4-8 1,-1 1 373,-6 11 1,-1 3-694,-1 2 0,-1 2 665,1 2 0,0 2-211,7-9 0,0 3 1,1-4-291,-1 4 0,-1 0 518,1-1 0,-2 4 0,3-12 0,0-1 0,2-14 0,-1 0 0</inkml:trace>
  <inkml:trace contextRef="#ctx0" brushRef="#br0" timeOffset="30741">8634 7053 16477,'7'-50'1651,"0"0"0,0 0 0,1-16 0,-1 7-789,-3 3-306,-3 23 82,-1 16-705,-1 12 170,-2 16-108,-3 18-6,-2 25 13,2-16 1,-1 3-594,-1 10 0,-1 3 588,-1 6 0,-1 2 1,3-17 0,-1 0 0,0 1-15,0 1 1,0 0-1,1-1-30,0-1 0,0-1 0,2-1-85,-2 16 1,4-4-54,5-9 1,4-3 89,2-10 0,5-5-309,19 7 80,10-22 251,-5-16 42,-1-14 0,1-6 42,-9 1 1,0-2-340,11-11 0,1-3 370,-10 3 0,-2 0 28,-3 0 0,-2-1-115,-2 2 0,-1 1 213,-3 3 0,-2 1 1378,6-18-1109,-8 14-50,-7 13-168,-4 10 638,-1 6-924,0 4 399,-1 5-343,-1 5 16,-2 9-5,1 5 0,3 2-22,7-2 16,4-5 23,5-6 22,4-7 29,1-9 4,4-10 29,2-8 50,0-9 1,-3-4 4,-8-3-32,-6 0-18,-5 1 28,-7 8-44,-4 6-40,-6 10-44,-4 6-17,-4 11-3398,-10 17 3392,8 0-57,-8 21 41,14-4-40,1 13 39,7 5-27,10 0-186,10 0-346,15-3 16,-8-28 0,5-3-491,6-2 0,3-3-80,6-3 0,2-4 36,5-3 0,2-4 428,1-5 1,0-4 504,-2-3 0,-2-3 282,-3-3 1,-4-3 187,-5-1 0,-2-4 502,0-6 0,-4 0-93,7-13 67,-14 11 0,-3 0 488,0-7-174,-3-6 2886,-6 8-3379,-12 8-167,-5 7-241,-8 9 421,-9 7-523,-7 13-39,-10 13-5,-8 16-400,19-5 1,1 3 362,9-11 0,1 1 0,-6 15 0,4 2-326,5 17 307,9-23 0,3 1-4,5-1 1,6-2-6,4-1 1,5-2-52,7-3 1,5-2-60,6-3 1,3-4-301,5-4 0,3-4 301,2-4 0,2-6 11,12-10 1,0-6 102,-7-2 1,-2-3 36,-1-2 1,-2-3 16,-3-6 0,-4-4 8,-9 2 0,-1-2-369,7-12 1,2-4 401,-11 9 0,1-3 0,-2-1 52,-1 0 0,-1 0 1,0-1-21,-2 1 0,-1 1 0,-1 0 39,4-15 0,-4 2-3,-8 16 0,-3 2 349,-2 5 0,-1 2-184,1-18 214,-4 19-427,-3 15 459,-1 11-582,-6 18 40,-6 19-29,-9 27 22,7-18 1,0 4-6,-2 7 0,1 2-497,-1 5 1,2 2 487,5-19 0,0 0 1,2 2-117,0 8 0,2 3 1,1-2-126,2-7 0,1-2 0,1 1-192,2 5 0,1 1 0,0-4-40,2-3 1,1-4-1087,1 2 1,0-4-5395,-3 2 6968,-4-3 0,-2-21 0,-2-11 0</inkml:trace>
  <inkml:trace contextRef="#ctx0" brushRef="#br0" timeOffset="31218">10449 7786 16499,'-17'-47'2156,"1"-1"1,-3-5-1,4 9-1685,8 20 145,-3-15-342,9 22-207,8-2-72,22 2-1,18 5-16,9 1-100,-15 6 1,6 0 0,-4 1-348,-10 0 0,0-1 375,11 0 1,6-1 0,-6-1 23,-9-1 0,-3 0 56,5-2 0,0-1 25,12-7 79,-8-3 123,-21 7 173,-1-2 331,-12 6-387,-4 5 552,-3 3-793,-4 6 13,-6 8 15,-10 20-105,4-5-1,-3 20-22,16-1 22,4-9-1682,10-5 0,4-3 1688,7-5-74,9 0 0,4-4 169,12-6-39,-12-6 0,1-2 5,9-9 112,6-13 208,-6-20-118,-3-10-342,-21 14 1,-4-1 151,-7 1 0,-3 1-23,3-20 14,-7 16 0,-2 2-36,-2 2-1940,-3-20 1901,1 39-191,-2-3 84,4 14-109,0 12-2932,-3 24-818,1-2 3960,-4 21 0,6-36 0,-2 0 0</inkml:trace>
  <inkml:trace contextRef="#ctx0" brushRef="#br0" timeOffset="31758">10012 7318 22660,'1'-46'506,"1"1"0,0 4 0,-6 10-355,-14 23-56,-9 8 51,-11 12-12,-11 13-70,18-5 1,1 3-32,4-4 1,0 2-420,-16 16 1,1 4 424,15-12 0,1 1-28,-10 13 0,4 2-11,14-9 0,5-1-6,5 0 1,5 0-327,8-2 0,4-1 332,14 17 0,14-15 0,7-4-92,-5-11 0,4-4-630,-2 0 1,3 1 0,0-4-2452,17-2 0,-1-4 3173,-7-2 0,-5-3 0,14 0 0,-31-2 0</inkml:trace>
  <inkml:trace contextRef="#ctx0" brushRef="#br0" timeOffset="32983">11792 7294 11915,'0'-9'5724,"0"2"-2358,0 7-1871,0 0-887,-1-28-597,18 33 306,5-15-317,10 36 17,10 11-22,-8-2 10,5 10-5,-9-1 0,-12-3 1117,-14-4-1050,-8-16 84,-15-5 6,-7-17 28,-7-8-23,2-11 46,9-25-152,10 11 0,18-23-28,13 19-28,3 9 0,4 2-11,0 6 0,3 2-449,8-1 0,1 4 314,18 1-154,-20 9 1,2 3-911,24 1 112,-24 4 1,1 1-1488,2 4 0,-2 2-2607,17 13 2794,-13 2-3482,-30 11 6244,-15-17 1954,-12 16 2192,-4-16 2834,-8 4-5855,10-10 1397,3-2-1838,11-9 3375,1 1-4373,8-3-33,0-1 50,28-7-56,-12 0 12,17-5 100,12-12-50,-19 1-23,12-9 124,-25-17-118,-15 26-28,1-17 123,-17 20-67,-2 7-73,-7-1-17,-11 11-16,7 10 28,-12 8-23,9 15 6,4 12 5,8 13-16,6-6-20,8-16 0,5 2-434,10 0 0,5 0-1850,3 1 0,2 0 2326,7 1 0,1-4 0,5 0 0,-14-16 0</inkml:trace>
  <inkml:trace contextRef="#ctx0" brushRef="#br0" timeOffset="35274">13787 6445 12358,'-15'47'605,"-1"0"0,-5 5 0,-2 5-514,-2-3 0,-3 4 0,0-1-50,2-3 0,-1 0 0,0 0-26,0 0 0,0 1 0,1-1 160,3-2 0,1-1 1,4-1-165,2 9 0,6 0 165,3-11 0,1 1 0,5 0-243,5-4 0,4 0 0,4-2-47,2-2 0,4-1 0,4-1-519,11 3 0,7-1 0,-2-4-524,3 2 1,3-4 1156,5-5 0,6-2 0,-10-6 0,0-3 0,-12-8 0,1 1 0</inkml:trace>
  <inkml:trace contextRef="#ctx0" brushRef="#br0" timeOffset="38275">15112 7405 7928,'1'-7'3901,"6"-25"0,-1-7-789,-3 5-2524,2-9 1,-3 1 812,-12 10-1149,-3 10 179,-21 6-308,0 12 269,-7 5-350,8 10 0,1 4-30,-4 6-7,2 4 1,0 4-6,-5 20-12,15-8 1,3 3 160,7-6 1,4 1-260,3 7 1,7-1-123,7-7 0,6-3-121,13 18-132,-1-22 0,5-3-582,7-4 1,5-4 371,1-2 0,4-3 292,9-1 0,1-7 321,-7-12 1,-2-5 92,-10 3 1,1-4 178,12-13 1,-1-5 58,-19 8 0,-1-2 64,12-11 1,-2-1 33,-13 4 1,-3 0 119,11-17 236,-15 13-1,-2 2-192,-3 0 303,3-21-281,-24 28-101,-22 1-285,-9 12-46,-17 15 566,15 8-644,-9 17 23,3 17-34,23-20 1,2 2-234,-2 6 1,4 0 193,2 23-56,11-3 72,16-7-10,4-14 28,24-4 55,-7-18-16,16-7 22,-10-17 396,-9-4-262,3-26-22,-16 8-11,1-20 99,-11 8 1,-4 6-32,-1 6-130,-1 14 79,-1 6-196,0 12-39,-2 5 39,1 12 27,-3 10 18,-1 13-34,1 6-34,1 5-101,3-1-201,5-1-856,11 3 648,1-17-458,16 0 340,-1-23 382,12-6 241,0-14 123,-3-11 0,-11 0 308,8-25 18,-13 12-170,-8 9 1,0 0 252,7-16 39,-5 7-297,-6 12 286,-2 3-426,-7 13-72,1 0-18,-1 11 7,2 9-7,0 10 6,-1 13 1,-4 9 4,-7 4-4,-3 0-1,-4-5 6,2-8-6,2-11 73,4-10 140,4-7-45,3-10-106,4-8 11,4-10 12,4-11 21,2-5-5,1-4-45,1 0-44,5 3 5,4 6-17,7 6-22,-5 9 16,23 3-5,-15 10-5,16 1 5,-18 11 0,-7 9 5,-7 8 7,-9 8-24,-6 2 12,-8 3 6,-4-1-6,-1-8 6,-4-1 16,5-11 17,2-3 17,2-7-5,10-13-1,6-8 12,8-13-6,7-10-45,3-5-261,2-2 283,3 3-21,1 6-12,-8 12-12,15 4 1,-13 14 0,14 2 0,-10 13 5,-4 9 262,-8 1-228,2 22-17,-14-9-22,4 19 0,-7-8-6,1-2 6,0-11-12,11 2 46,-1-18-7,14 1 29,1-18-22,6-8-35,0-12 52,-4-7 10,-6-8-16,-7-3 5,-8-1 11,-7 1 12,-4 5-17,-8 6-34,-2 8-22,-7 10-1,-3 7 7,-5 12-6,-5 10-12,0 10 34,4 10 6,7 4-17,7 2-28,12 1-17,9-2 23,13-3-6,12-5-6,12-4 23,-15-17 0,1-2 5,15 1 0,-8-8 1,-1-4 16,2-10 1,7-2-7,-17-10-22,-15-4 29,-2-10 10,-7-5-5,-5-3 5,-3 2 12,-2 5 5,0 6-28,0 10-16,0 7 10,0 8-27,0 4 296,0 2-184,-2-1-79,0-2 6,-2 0-23,1-1 23,0 2 28,1 0-34,1 1-95,0 0 95,0 6-11,1 3 0,1 2 11,4 4 6,3-3-6,7 4-27,7-1 4,9 0 12,8-3 0,3-4 17,1-3 0,-5-7-6,-6-4-5,-8-8-29,-7-5 46,-5-4 10,-6-2-5,-2-1 28,-4 2 17,0 0-56,0 10 28,0 1-56,0 10 22,-2 1-17,0 13 12,-2 7 16,-2 28-22,1-13 6,1 24-45,3-16-51,7 14-184,6 1-289,3-21 0,2-1-70,7 11-327,-2-15 0,2-2-636,14 1 310,-1-11 0,3-4 1112,-4-5 1,0-4 195,-1 0 1,-1-4 251,20-14 320,-29-5 229,4-9 84,-9-5 371,-3-15-920,-8 13 691,-2-15-489,-6 20 127,-2-2-379,-4 8-185,-5 11-72,-20 14-40,5 6 23,-26 18-12,9 4-16,-7 11-12,9 3-5,15-2 0,14-4-1,18-6 24,12-7 16,13-10 56,18-15 0,-6-11-23,-1-6 85,-11-11 50,-12 2 45,0-10-1,-5 0 91,-3-2-214,-5 15 102,-1 0-51,-5 17-107,1 2-21,-1 7-46,-1 3-11,0 24 17,0-7-78,0 31-477,2-3-1414,2-6 1,0 2-760,0-14 0,-1 0 2728,5 12 0,-1-5 0,-2-14 0,2-2 0</inkml:trace>
  <inkml:trace contextRef="#ctx0" brushRef="#br0" timeOffset="40251">19829 7598 20800,'18'-39'984,"-1"-1"0,0 2 0,-6 15-1101,-11 24 100,-4 14 62,-2 17-40,-3 17-5,3-17 0,0 0-9,1 4 1,1 0-93,0 2 1,1-1-245,0 0 1,1 0-441,1-2 1,0-2-2464,0 25-4073,0-11 7321,-1-15 0,1-15 0,-1-10 0</inkml:trace>
  <inkml:trace contextRef="#ctx0" brushRef="#br0" timeOffset="40501">19493 7851 22929,'21'-35'138,"-1"-1"0,19 1 0,7 10-88,6 18 1,3 7-967,1-4 1,-1 1 962,2-1 1,-2 0-9,-14 1 0,1-1-6,7 0 1,1-1 124,-9 1 1,-1 0-103,22-6 352,-18 1-705,-19 0-2235,-14 3 2532,-15 1 0,3 2 0,-6 2 0</inkml:trace>
  <inkml:trace contextRef="#ctx0" brushRef="#br0" timeOffset="52667">21088 7566 11430,'1'-4'6872,"0"1"-5634,-1 3-263,40-63-231,-30 40-456,10-14 1,-8 3-177,-21 25 74,-23 3-35,-12 12-70,13 0 0,-1 1-312,-4 4 0,0 3 237,0 2 0,1 3-12,3 1 0,2 2-46,5 0 1,4 3 0,-8 23 12,18 0 0,19-3 25,13-16 0,5-3 8,8 5 3,-6-13 1,2-2 24,7-7 79,-3-4 39,5-5 626,-11-7-458,-11-7 68,-8-3-135,-13-1-84,-10 3-45,-13 2 11,-25 6-72,1 10-40,-3 3 0,4 13-28,17 2-5,-2 10-34,13 10 39,12-11-45,9 10-83,16-16-85,17 4-111,18-5-1784,-8-14 1,3-3 1796,-2-2 0,0-3 196,1 0 1,-1-3-259,2-4 1,-2-2 249,-9-2 0,0-1 81,8-4 1,1-2 86,-4-2 0,-2-1 64,-3 0 0,-2-3-890,1-4 1,-3-1 1055,7-10 244,1-8 203,-23 24 1988,-2 0-2128,-9 8-91,-8 7-446,-3 4 3272,-12 10-3277,-3 6-3038,-15 19 3004,11-6-112,3 2 1,1 1 111,1 0-23,1-1 1,0 2-175,-11 7-1340,7-10 0,0 0 1111,-8 7-489,-10 5 875,29-30 2192,-4-5-2085,14-19 375,3-15-123,5-16 117,6-12-64,-3 20 1,1 0-161,4-14 158,5-8-102,-4 37-234,-3 6 167,17 13-179,-11 11-11,24 15-11,-3 9-1,-12-9 1,0 2-221,2 1 0,0 2 41,-1 0 1,1 0-351,-1-1 1,-1 0-944,-1-1 0,-1 0 1484,1-1 0,-1-1 0,1 4 0,-5-7 0</inkml:trace>
  <inkml:trace contextRef="#ctx0" brushRef="#br0" timeOffset="53191">21874 7916 25186,'26'-22'28,"-1"21"-28,-13 28 0,-3 12 0,0-1 0,-2 3-1704,-1 16 1,-3 0 1691,-1-17 1,-2 1-23,-3 21 1,-3-1-50,-1-18 1,-1-1-36,-2 10 1,-1 0 295,0-5 0,0-2-248,-2-4 0,1-5 47,-3 7 7,-3-15 4,12-32 1670,4-31-1658,5 3 20,4-14 0,3-5 50,-2 12 0,1 1-59,1-9 0,2-2-11,-2-1 0,0 0 6,-2 9 0,-1-1 5,2-8 0,-1-3 3,0-5 0,-1 2-14,-3 18 0,2 0-9,6-24 1,2 3-42,7 9 121,-4 12 0,4 3-172,24 12 39,-5 15 34,0 8-5,-8 15 10,-13 7 6,-1 14 34,-11 7 17,-27 11-23,1-19-3,-4-12 1,-5-4-4,-18 0 6,10-9 1,-2-1-23,-21 1-135,0-7 38,28-12-1119,15 0-6149,8-13 7376,11 6 0,-2 2 0,2 7 0</inkml:trace>
  <inkml:trace contextRef="#ctx0" brushRef="#br0" timeOffset="54217">22468 8159 22319,'37'-46'100,"0"0"1,-5 7 0,0-2 0,-3 4-79,-4 0 1,0 1-914,0 0 0,1-3 0,-1-1 900,-4 3 1,0-1-1,-2 1-1,10-19 1,-3-2 4,-11 17 0,-1-2 0,-2 2 12,1-7 1,-4 2-4,-3 4 0,-3 3 90,-12-15 833,-5 27-856,-3 1 382,3 14-443,-1 18 22,3 15-33,-3 6 22,2 8 1,-1 5 193,2-6 0,1 1-222,-2 8 0,0 1-3,0 4 1,3 2-1527,1 4 1,2 0 1505,0 1 1,1 2 2,0 3 1,3-1-189,5-18 1,3-3 176,1-5 1,3-3-9,19 16-23,10-13 1,-4-14-51,-1-14 0,1-3 0,21-11 343,-16 1 0,1-4-234,-7-4 0,-3-3 0,-2-3 1,-1-1 10,-4-2 1,-1-1 64,11-25 68,-10 3 38,-12 8 3094,-11 7-3212,-3 13 701,-11 2-723,3 13-50,-7 0 0,-3 16 264,2 1-248,-24 28-21,11-8 13,8-7 1,1 0 2,-9 14-22,12-6 11,7-5 22,9-6 28,9-9 34,9-7 6,12-7-17,10-8 0,8-8 27,2-7 12,-3-4 0,-6-2 96,-7 0 77,-9 2 13,-6 7-63,-8 7-151,-3 7 5,-2 4-111,-2 4 33,0 6-11,-2 9-17,0 1 17,-5 19-28,2-9 12,-2 12 4,5-9 7,4-4 27,4-6-22,7-8 11,7-6 1,6-10-35,5-6 46,1-9 10,1-6-33,-9 3 11,6-9 34,-16 14 45,2-2-57,-11 13-89,-3 4 45,-2 2 0,-1 4 0,0 4 0,0 7 5,2 4 0,6 4-27,4 0-46,6 2-184,2-2-348,2-3-666,0-5-1719,3-6-5899,3-5 8895,-1-7 0,-9 1 0,-7-2 0</inkml:trace>
  <inkml:trace contextRef="#ctx0" brushRef="#br0" timeOffset="54374">23738 7700 22599,'-17'-43'82,"0"1"0,1 2 0,7 13-312,12 25-795,7 11-2728,5 10 3753,6 16 0,-8-15 0,-1 2 0</inkml:trace>
  <inkml:trace contextRef="#ctx0" brushRef="#br0" timeOffset="54734">23909 7825 17787,'3'-6'4711,"-2"1"-2438,-1 5-2245,-2 0-5,2 22-18,0 5 1,2 21 5,0-4 6,-4-6 11,-5-8 28,-4-8 101,0-9 84,3-8-78,5-9-7,6-10-4,8-12-52,11-9-4,10-2-24,7 0-32,3 5-18,-2 9-11,-6 9-28,-4 8-33,-5 12-140,-2 8-438,-1 12-996,-2 10-3367,-4 6 4991,-7-4 0,-5-13 0,-3-12 0</inkml:trace>
  <inkml:trace contextRef="#ctx0" brushRef="#br0" timeOffset="55068">24273 7185 20280,'-1'-5'3803,"0"2"-2863,1 3-856,55 14-61,-27 2-7,8-2 1,1 4 11,-12 5 0,-2 4-775,1 3 1,0 4 746,7 10 0,-2 3-9,-2 5 1,-4 3-12,-4 4 1,-6 1-51,-6 3 0,-9 0-175,-6-20 1,-6-1 0,-5-1-1987,-10 3 1,-5-2-1,-3-3 2231,-2-2 0,-3-3 0,2-4 0,-7 4 0,4-6 0,13-11 0,1-1 0</inkml:trace>
  <inkml:trace contextRef="#ctx0" brushRef="#br0" timeOffset="71753">14531 1652 16208,'-44'-25'23,"-1"0"0,1 0 1,-1-1-1,0 1 0,0 3 1,-4 0-181,3 2 0,-12-5 0,-5-2 0,-1 1 0,3 4 0,8 5-1396,-3 5 1,7 7 0,-5-1 1574,6 0 0,-3-1 1,-2 0-1,1 1 1,3 1 16,-12-2 0,4 2 1,-6 0 73,6 1 0,-5 0 0,-3 1 1,-1 1-1,-1 0 36,12 1 1,-1 0-1,-1 1 1,-1 0 0,-1 1-1,1-1 1,0 1-310,-2 0 0,1 0 0,-1-1 0,1 2 0,-2-1 0,0 1 0,-1 0 215,2 1 0,-2-1 0,-1 1 1,-1 1-1,1-1 0,2 1 1,4 0-1,3 0-157,-4 2 1,4-1 0,4 1 0,-1 0 0,-2 2 129,1-1 0,-1 1 0,-1 0 0,1 1 0,0 1 0,3-1-5,-13 4 1,4-1 0,-1 2 0,-4 2-212,7-2 0,-3 2 0,-2 0 1,-1 1-1,2 1 0,2-1 188,-2 1 0,2 1 0,0 0 0,1 0 0,-1 1-46,5 0 1,-2 0 0,1 1 0,0 0 0,3 0 0,3-1 42,-2 1 0,4-1 0,2 1 0,-2 1 129,-5 3 0,-1 2 0,1 1 0,2 1-121,4-1 1,2 1-1,0 1 1,1 0 3,2 1 1,0-1 0,0 2 0,2 1-8,0 2 1,0 2 0,3 0 0,6 0 10,6 4 0,5 0 1,4-2 364,-2 8 0,9 0-333,15 10 0,12-2 617,6-10 1,12-1-611,-5-13 1,9 2 0,3 0 0,0-1 0,-4-2 123,7 4 1,-3-4 0,7 2-158,-9-8 1,6 1 0,2 0-1,1 1 1,-1-3 0,-3-2-251,7 1 1,-2-2 0,-1-2 0,1 0 232,2 1 1,-1 1 0,1-1 0,3 0-1,-1-1 0,2 1 1,1-1-1,2 0 1,1 0-150,-5-2 0,1-1 0,1 0 0,0 0 0,1 0 0,0 0 148,-5-2 1,-1 1-1,1-1 1,0 0 0,1-1-1,1 1 1,1 0-103,-1-1 1,3 0 0,0 0 0,1 1 0,0-2 0,0 1 0,0-2-1,-3 0 104,4 0 0,0-1 0,-1 0 1,0-1-1,-2-1 0,0 0 1,-2 0-36,1-1 0,-2 1 0,-1-1 0,0-1 0,1 0 0,3-1 35,-2 1 0,3-2 0,0 1 0,1-1 1,0 0-1,1-2 0,0 0 4,-5 0 1,1-2 0,-1 0 0,1 0-1,0-1 1,1 0 0,0-1 0,-1 1 7,3-1 0,-1 0 1,1 0-1,0 0 1,0-1-1,1 0 1,0 0-1,1-1 4,-7 0 0,1 0 0,1 0 0,1-1 0,0 0 0,-1 0 0,1-1 0,-2 0 0,0 0 0,-2-1 14,6-1 0,-1-1 0,-1-1 0,0 0 0,-2 0 0,0 0 0,-1 0 0,-2 0-4,8-1 1,-2-1 0,-1 1 0,-1-1 0,0 0 0,2-2 38,-2 1 1,1-1 0,0-1 0,1 0 0,0-1 0,-1-1-1,-1 0 37,-1 0 1,0-2 0,0 0-1,0 0 1,-2-1 0,0 1 0,-1 1-75,1 0 1,-2 1 0,-1 0-1,0-1 1,2-1 0,1-2 16,-1 0 0,3-3 1,1-1-1,2-1 0,-2 0 1,-2 0-1,-5 0 0,-5 2-27,6-7 0,-6 0 1,-4 0-1,3-1 103,-2 4 0,4 0 1,-2-1-1,-4-2 0,-9-3-270,-6-10 0,-7-4 1,-8-1-1,-10 5-284,-12-1 1,-12 3 0,-6-1-1210,-5-4 1,-6-3 0,-4 3 0,-3 4 1638,-3 8 0,-4 5 0,0 2 0,2 3 0,-2-1 0,2 3 0,4 3 0,-3 3 0,1-1 0</inkml:trace>
  <inkml:trace contextRef="#ctx0" brushRef="#br0" timeOffset="72919">2589 5874 12326,'-5'-1'1098,"1"0"727,4 1-648,32-13-130,6 14-636,1-4 1,6-1-1603,-1 6 0,2 1 0,-1 1 1233,8-1 0,0-1-35,-7-1 1,2 1 0,3-2-387,10 0 0,4-1 1,-1 0-225,-4-1 0,-1 0 0,5 0 603,-8 0 0,5 0 0,1 0 0,-2 0 0,-8 0 0,-2-1 0,-6 1 0,-1-1 0,19 1 0,-1-1 0</inkml:trace>
  <inkml:trace contextRef="#ctx0" brushRef="#br0" timeOffset="73484">7963 6018 5445,'-52'6'1527,"1"0"0,-1-1 1,0 1-1,-10 1 0,2 0 1,5-1-50,-1-2 1,8 0-94,-8 0-971,24-2 16,34-2-77,32 4-168,10-1-90,-8 1 0,4-1-339,2-2 0,1 1 302,7-1 1,3 0-17,9 0 0,1-1-22,-9 0 0,1-1-335,-5 0 0,4 0 0,2 0 323,-8 0 1,2-1-1,1 0 1,0 0-400,1 1 1,2-1-1,0 0 1,1 0 385,-4 0 1,1 0-1,1 0 1,-2 0-1,-3 1-14,7-2 1,-4 1-1,2 0-191,-4 1 0,4-1 0,-2 0 0,-5 1-2862,10 0 0,-3 0 3072,-8 0 0,2 0 0,-8 1 0,11 0 0,-29 1 0</inkml:trace>
  <inkml:trace contextRef="#ctx0" brushRef="#br0" timeOffset="81266">824 9836 13863,'-9'0'1928,"2"0"588,7 0-2219,0 0 379,16-28-625,26 11-40,-10-1 0,3-1-160,7 11 1,2 3 128,-3 1 0,-2 1-92,23 2 882,-23 9-820,-22 10 100,-30 13 34,-27 13-20,8-17 1,-4 1-467,-6 2 0,-2 0 558,-3 0 1,-1 0 47,3-2 1,0-2-88,7-3 1,3-1 535,-14 11-619,26-10 27,29-10-5,26-7-39,28-13-252,-19-1 1,2-3 220,6-5 0,1-2 199,2-2 1,-1-2-147,-3-2 0,-2-2 17,-7 0 0,-3-3 9,-7-2 0,-5-1-52,-7-2 1,-6 0 132,-3 0 0,-6-1 52,-6 2 1,-3 1 103,-3 2 1,-3 1 481,-19-24-67,-2 10-218,5 11-230,8 14-219,10 10 345,6 6-423,4 8 748,9 11-720,9 16-6,14 13-22,-11-18 0,1 1-438,0 5 0,-1 2-271,-3 4 0,-4 3-1935,-8 7 0,-6 1 2147,-7-3 1,-4-3 0,3-12 0,-1-3 0,-10 6 0</inkml:trace>
  <inkml:trace contextRef="#ctx0" brushRef="#br0" timeOffset="83025">3769 9648 21226,'-33'-52'989,"0"1"1,-5 2 0,0 11-856,-4 21 34,-18 4-56,22 14-84,-3 7-22,11 9 16,9 12-11,11 22-11,10 0-5,5 2 5,14-1-234,6-10 209,-8-16 0,4 0 5,7 3 1,3-2 7,-4-4 1,0-2 3,-1-2 0,0 0 19,11 8 45,-23-9 50,-29 8-78,-8-10 0,-23-3 0,-5-3 0,-7-3-488,0-1 0,-1-2 468,22-3 1,2-2-113,-4-1 1,2-3-1167,-12-11-8561,38-19 7373,12 13 0,13-4 1,-8 22-1</inkml:trace>
  <inkml:trace contextRef="#ctx0" brushRef="#br0" timeOffset="84932">4031 9396 21539,'0'-6'3708,"0"2"-3433,0 4-247,7 3-11,4 33-6,1-6-11,0 30 31,-11-2 0,-4-1-31,1 1-210,-3 4 0,-3-2 221,-1-18-22,-2 5 44,3-12 12,4-16 33,3-8 488,1-18-527,0-2 51,2-20-34,4-6-39,8-14-23,0 7-17,4 12 1,3 3 22,2 0-25,7 1 0,3 3-20,10 7 31,-13 6 0,1 3 457,8 6-457,-7 11 0,-1 5-20,6 11-207,-10-7 1,-2 0 228,4 11-256,9 11 245,-7-7 40,5 8-129,-15-14 0,-2-1-33,-3-1-1,12 15 90,-20-31 45,-3-5 44,8-23 454,0-4-476,10-20 298,-1 5-248,-1 5-10,-7 12 10,-5 8 141,-5 7-264,-3 4-50,-1 0 67,2 8 40,1 3 10,5 7 1,4 2 0,9 3-12,-6-8 6,2 0 90,-11-11-62,-3-2 16,1-7-16,1-4-5,1-3-1,3-12 34,-2 6-5,0-2 55,-3 4 6,-4 10-22,0 0-1,-1 2-55,0 2 39,-2 0-34,1 2-39,-1-1-521,3 1 532,-1 4 0,0 0 1,0 2 10,0-1-16,-1 0-34,0 0 28,1-1 11,0 0-28,-1 0 11,2 3 6,0-2 45,5 7-17,3-4 34,10 3 16,6-4-33,3-3-11,4-3 27,1-7 34,-4-3 12,-3-7-57,-10 1 135,-6-12-90,-7 9-16,-7-8-29,-9 11-39,-10 5-28,0 5-11,-22 8 17,21 2 22,-31 16 6,29 0-17,-9 11-28,19 1-5,8 3-1,12 4-33,15 1-101,17 0-14,-11-20 0,3-2-495,5-1 1,1-1 76,5-1 1,1-1-149,2-4 1,2-1-99,0-2 0,0-3-78,-1-2 0,-1-4 319,-4-1 0,-2-3 347,24-13 521,-16-5 466,-16-4 559,-10 1 297,-10 3-162,-6 3 282,-6 5-965,-4 4-230,-4 4-169,-2 2-156,2 4-123,2 2-51,3 2 6,3 5-6,3 6 17,3 5 0,9 2-6,7 0 12,13-2 5,8-6 6,9-6 28,4-12 28,0-6 27,-8-12 18,-10-5-12,-13-5-72,-10 6 95,-12-12-84,-10 16-17,-11-8 5,-11 14-10,-4 8-35,6 5 7,-15 14-23,16 7-23,-12 16-16,16 9-11,9 8 5,11 6-89,17 5-54,1-29 0,5-1-353,8 0 0,6-2 177,5 0 0,4-3-303,8-2 0,2-3 350,3-2 1,0-4-469,2-4 1,-2-3 753,-12-2 1,-1-2 94,14-6 1,-3-3 93,10-7 175,-20 2 0,-3-4 384,5-16 233,-13-6-434,-8-8-136,-5-5 72,-3-10-371,-7 28 0,-1-2-31,1-4 1,-1-1-18,1-2 1,-1-1 5,1-2 1,-1-1 224,-1 0 1,0 0-204,-2 2 1,0 2 2,-1 5 1,-2 1 352,-3-18-304,-3 18-105,0 17-8,2 10 369,0 9-437,-1 11 107,-10 33-39,4-5 97,1 1 0,1 4-92,5-10 1,2 1-15,-1 9 1,1 2-3,3-1 0,4 1-1647,7 7 1,4-2 1570,-4-16 1,2-1-276,13 12 1,4-3-673,-6-16 1,1-2-765,7 5 0,0-1 1401,-5-6 1,-2-3 0,1 0 0,-18-15-1</inkml:trace>
  <inkml:trace contextRef="#ctx0" brushRef="#br0" timeOffset="85125">6403 9968 27230,'40'-37'-26,"-1"1"0,1 2 0,3 9-277,2 18 1,2 6-1648,-5 0 0,-3 1 1950,19 5 0,-28-1 0,-18 2 0</inkml:trace>
  <inkml:trace contextRef="#ctx0" brushRef="#br0" timeOffset="85745">2561 10927 21937,'-48'0'-219,"0"0"1,-9-1 58,81-2 1,18-1 86,-1 0 0,6-1 1,3 1-1319,1-1 1,4 0 0,3-1-1,0 1 1430,-3 0 0,1 0 1,1-1-1,1 1 0,1-1 24,-5 1 1,0-1-1,0 1 1,2-1-1,1 0 1,2 0 88,-4 0 0,3 0 0,1 0 0,1-1 0,0 0 0,-1 1 0,-2 0 0,-2-1-248,2 1 0,-2 0 0,-3 0 1,1 0-1,1 0 0,4-1 217,-1 1 0,4-1 0,1 0 0,2 0 1,0 0-1,-2 1 0,-1 0 0,-4 0-82,2 0 0,-3 1 0,-2 0 0,0 0 1,1 1-1,3-1 25,0 0 0,3 0 0,0 1 0,1-1 0,1 1 0,-1-1 1,-1 1-176,-2 1 1,0 0 0,0-1 0,0 2 0,0-1-1,-1 1 1,0-1 127,6 1 1,0 0 0,0 0 0,-1 1 0,-1 0 0,-1 2-42,-5-1 1,0 1 0,-1 1-1,-1 0 1,-1 2 0,-1 0 23,4 1 0,0 2 0,-1 1 0,-4 0 0,-4-1 0,4 0 0,-5 0 0,-4 2 0,2 6 0,0-1 0</inkml:trace>
  <inkml:trace contextRef="#ctx0" brushRef="#br0" timeOffset="89878">8509 9333 18621,'-3'-49'2431,"-1"0"0,-10-8-2145,-27 104-141,14-7 1,-1 8-1962,1 1 0,-1 5 1,3-2 1824,5-14 0,2-1 1,0 3-1,-5 16 0,0 5 1,6-4-17,5 0 1,7 0-88,2-11 1,2 2 0,5-1-153,3-2 0,4 0 1,5-2-769,4-2 0,5-1 0,4-2 1014,10 1 0,4-2 0,-3-4 0,-4-3 0,-2-3 0,4-5 0,0 0 0</inkml:trace>
  <inkml:trace contextRef="#ctx0" brushRef="#br0" timeOffset="90658">9864 9643 19337,'6'-45'1064,"-1"1"0,0 0 0,0-13 0,-8 10-856,-17 22 478,-12 26-697,-3 25 19,15 0 1,3 4-441,-2 10 1,3 4 442,-1 9 0,1 4-371,7-14 0,0 1 0,2 1 362,-1 4 0,2 2 0,1 1-12,1 3 1,1 2 0,1 1-47,1 3 0,1 1 0,1 1-49,-1-15 0,1 2 0,-1-1 0,-1 0-492,0 1 0,0 0 0,-2-1 0,-1 0 481,-4 14 0,-2-2 1,-3-2 115,-3-6 0,-2-2 0,-4-4-170,-2-8 0,-2-3 0,-3-5 254,-13 2 0,-2-9 222,1-13 0,1-11-239,5-12 0,4-9-45,7-11 1,6-6 190,9-11 1,10-5-226,11-7 1,10 0 244,-1 17 0,4 1 0,4 1-259,4-1 0,5 0 0,1 3-25,4-1 1,3 1 0,-1 4 18,-8 6 0,-1 2 1,3 0-121,14-8 1,3-1 0,-3 3-26,1 1 1,-1 0 97,-4 2 1,2-1 0,-2 2 53,4-4 0,-3 2 164,-5 2 0,-2 2-33,-7 4 1,-3 1 405,14-11 8,-18 11 763,-15 8-795,-8 3 1649,-3 2-1913,-1 3 930,0 2-1020,-1 3-352,1 2 56,-1 8 167,1 10-16,4 18 17,0 14-46,4 10-162,-5-29 1,0 1-466,1 31-1584,-2-5 2251,-4-2 0,1-26 0,-3-7 0</inkml:trace>
  <inkml:trace contextRef="#ctx0" brushRef="#br0" timeOffset="90832">10499 9706 22010,'-3'-3'1485,"1"1"-3433,2 2 1,0 0-1</inkml:trace>
  <inkml:trace contextRef="#ctx0" brushRef="#br0" timeOffset="91145">10696 9921 24895,'33'26'0,"0"0"0,-5-1 0,-4-1 11,-4 17 67,-16-5 62,-18-7 123,-9-9 203,-4-8 10,3-14-224,7-11-179,9-15-57,11-9-44,14-6-67,4 16 0,4 2-1862,0 5 1,1 2 1676,1 1 0,1 1-2276,25 2-5555,-12 10 7554,2 4 0,-17 1 1,-11 1-1</inkml:trace>
  <inkml:trace contextRef="#ctx0" brushRef="#br0" timeOffset="91508">11524 10049 26133,'-5'-51'380,"0"0"1,0 4 0,0 10-230,0 24-22,1 3-112,3 8 11,-1 2-11,1 0 0,0 0-34,-2 0-6,0 3 23,-2 2-33,0 3-1,-1 3 12,5 13 11,8 3 27,3 2-27,13 9 22,2-6 6,7 11-28,-4-1-174,-12 8-50,-12-16-605,-22 11-594,-15-19-3430,4-11 1,-1-2 4863,-18 1 0,9-6 0,24-8 0</inkml:trace>
  <inkml:trace contextRef="#ctx0" brushRef="#br0" timeOffset="91682">11383 9941 22218,'12'41'-174,"0"0"0,1-3 0,-3-2 1,-9 1-1,3-11 0</inkml:trace>
  <inkml:trace contextRef="#ctx0" brushRef="#br0" timeOffset="92000">11966 10186 22246,'23'-48'656,"0"1"1,0 0-1,-1 1 1,-2 0-1,-3 5-569,-7 8 0,-1 0 170,2-19 1,-2 1-57,0 0 26,-3 6 0,-1 1 227,-3 6-96,-2 0-151,-4 18-274,1 12 17,-1 8-1,-3 10 79,-10 26-5,-4 12-35,7-11 1,0 4-473,2 0 1,2 1 447,2 6 0,3 0-9,0-9 0,3 1-238,9 20 0,6 0-73,0-21 1,3 0-261,7 15 0,4-2-672,-1-17 0,1-4-1311,13 12 1829,-2-13 0,-25-21 0,-2-2 0</inkml:trace>
  <inkml:trace contextRef="#ctx0" brushRef="#br0" timeOffset="92166">12092 10044 26099,'38'-29'-324,"-1"0"0,1 1 0,-1 2 1,0 1-1,-1 9-1007,3 11 1,-1 7 1330,2-1 0,-4-1 0,-9 1 0,-2 0 0</inkml:trace>
  <inkml:trace contextRef="#ctx0" brushRef="#br0" timeOffset="99966">13665 10029 21931,'0'-55'1523,"-1"-1"1,1 7 0,0 8-1389,0 15-191,0 14 11,1 16 67,11 38-44,4 16 8,-3-8 0,-1 3-394,-2-10 0,-1 2 391,-2 7 0,-1 5 0,-1-1-1031,-3-12 1,0 0 0,-1 1 946,2 7 0,-1 3 0,-1-1-228,-2 0 0,0 1 1,-2-4-354,-1 8 0,-2-1 553,-2-11 0,-1 2 1,-3-5 156,-3 2 0,-3-7-14,2-6 0,-4-11 47,-33-36 28,19-33-64,13 18 1,1-5 13,4-17 1,5-6 5,5 8 0,3-3 0,0 1 424,-1 10 1,2 0 0,1-4-430,2-11 1,3-6 0,2 0-1,-1 5-354,1 9 1,0 3 0,1-1 344,2-10 1,1-1 0,-1 1 9,-1 8 0,0 1 1,-1 2-220,2-6 1,0 1 207,1-9 1,2-1-20,4-2 1,3 3-29,-1 15 0,3 4 0,-1 2 0,3 5-3,4 13 1,3 7-34,4 9 0,1 7 2,0 4 1,-1 5 13,6 11 1,-4 6 19,-13-4 1,-4 4-46,2 14 0,-5 3-30,-5-7 0,-3 1-18,-4 19 1,-5-1 89,0-19 1,-6-1-9,-22 16 0,-9-5 36,8-25 1,-3-5-4,-15 9 1,1-3-107,-12-6-2398,0-21 2499,39-23 0,-3 9 0,21-8 0</inkml:trace>
  <inkml:trace contextRef="#ctx0" brushRef="#br0" timeOffset="100341">14404 9600 20453,'4'-3'2470,"0"1"-1058,-4 2-1401,28 46-17,-3-14 6,-5-2 0,1 2-39,14 20 50,-21-18 12,1 6 38,-24-11 62,-12-11 45,-14-2 264,-6-12-135,11-12-135,8-12-106,16-1-5,10-12-23,23-6-45,12 0-353,-7 16 0,3 2 190,2 5 1,2 3-339,4 1 0,1 1-628,1 2 1,1 2-1045,-3 2 0,0 1-2726,-5 2 1,-3 0 4431,10 2 0,-20 0 0,-19 0 0</inkml:trace>
  <inkml:trace contextRef="#ctx0" brushRef="#br0" timeOffset="100658">14976 9766 14997,'-3'2'6330,"1"-1"-4297,2-1-1820,-6 7-17,17-6-90,6 2-44,24-9-23,10-4 12,2-4 83,-4-4 68,-8-3-96,-15 3 336,-4-8-262,-17 13 291,-1-11-287,-13 13-60,-8-3-18,-8 7-67,4 4 17,-13 6-39,13 5-6,-7 10-22,12 8-17,7 9-106,7 6-421,13 6-969,11 5-1049,-5-24 0,2-1 2573,18 21 0,-12-18 0,-10-13 0</inkml:trace>
  <inkml:trace contextRef="#ctx0" brushRef="#br0" timeOffset="101041">16014 9550 21898,'-17'-49'1234,"0"0"0,2 5 1,0 8-933,-4 14-285,4 11-56,2 16 50,-3 20-5,-7 28-1,-1 3-579,9-9 1,0 6 565,5-11 1,2 2-1,0 1-664,0 4 1,0 0 0,2 2 594,-1 10 1,1 3-1,2-2-213,3-5 1,3-2 0,0 0-561,1 1 1,2 0 0,-1-1 143,2-2 0,-1-1 1,-2-1-177,0-4 1,-3-1 0,-3-2-584,-10 15 1,-8-5 708,-9-7 0,-7-8 1190,-7-8 0,-4-8 436,1-8 1,0-10 286,7-11 0,5-9-385,9-10 1,7-7-300,10-11 1,9-3-68,9-8 0,7 0-43,7-4 0,3 1-251,-6 20 0,1 0 0,1 1 279,13-16 0,1 1-411,1 4 1,2 2-169,2 4 1,2 2-547,3 2 0,2 3-2501,3 2 1,1 2 3234,-7 5 0,-2 3 0,14-7 0,-27 15 0</inkml:trace>
  <inkml:trace contextRef="#ctx0" brushRef="#br0" timeOffset="101900">16313 9888 19036,'-3'0'4576,"1"0"-3568,2 0-840,3 3 56,15-3-33,27-6-110,-14-1 0,1-3-19,1 0 0,-1-3 72,23-18 12,-24 1 67,-12-1-12,-8 4-78,-8 3-5,-8 4 5,-2 5-50,-4 5-95,0 5-18,-3 8 29,-11 9 11,-8 11 6,-7 13-1,2 8-16,9 6-22,13 2-18,16 0 1,19-3 16,19-6-182,-12-23 1,3-3 209,2-3 1,2-2-1610,6-3 1,-1-3 1614,11-2 73,7-12 28,-32-9-23,1-10-11,-10-10-27,-7-8-29,-4-5 0,0 0 268,1 7-257,4 9 3393,3 9-3410,4 8-16,10 7 0,8 4 0,9 2-6,4 10-5,0 6-12,-6 12 12,-8 10 22,-8 10-6,-8 8 6,-4 6 0,0-1-22,2-3-1,2-7 29,4-10-1,0-11 35,11-12-40,-7-12 11,21-15 6,-5-12-12,-15 5 1,1-2-303,0-4 0,-2-3 302,-2-1 1,-1-2-6,-3 0 0,-2 0 11,-4 2 0,-3-1-111,1-25 161,-14 6 23,-9 6 163,-11 9-225,9 16-56,0 7-78,11 12 45,-6 17 73,0-1 8,-4 12 0,0 3-20,-1 5 9,2 1 0,1 2 280,3 16-286,4-21 0,4 0-6,3-1 1,5-1-3,4-2 0,3-1 18,7-2 0,3-2-159,5-2 1,2-3-420,4-3 0,1-2-623,24 3 1194,-11-12 0,-2-3 0,-16-1 0,26 0 0</inkml:trace>
  <inkml:trace contextRef="#ctx0" brushRef="#br0" timeOffset="102875">18238 9894 17535,'0'-3'5965,"0"0"-3203,0 3-2505,-11-57-78,9 40-61,-8-41-107,10 55 325,0 3-196,-2 0-123,1-1 11,0-2-11,3-2 0,1 0-17,0-2-12,-1 4 24,0 0-365,-2 2 347,-7 14 40,-2 6-6,-9 18 5,5-8-5,-4 24-33,11-26 5,-3 25-23,8-21 7,-1 10 4,1-15 18,-2 0 11,0-15 11,-1 0 11,2-5 129,0-4 45,3-2-101,3-9-107,6-12 7,13-15 10,1 2-11,6 6 0,1 1 1,3 2-10,-1 3 1,1 2-36,3 4 16,12-2-17,-14 9-16,0 6 22,-10 12-34,1 9-11,-5 4-470,12 25-308,-8-7 8,-6-10 1,1 0-1039,16 18 671,-5-14-3697,15-1 4907,-14-18 0,-5-3 0,-12-8 0</inkml:trace>
  <inkml:trace contextRef="#ctx0" brushRef="#br0" timeOffset="103482">19372 9891 13194,'0'-6'7293,"0"1"-4605,0 5-1769,-33-59-494,17 42-361,-6-16 1,-1 6 36,0 33-56,3 2 56,-23 27-62,19-12-28,-3 8 0,1 3-22,5 11-23,7-13 1,4 2-202,14 19-348,16-4-419,14-6-455,10-11-329,7-11-343,6-11 807,5-13 1003,-13-4 333,-13-6 0,-1-4 540,13-15 34,-15 9 0,-1-2 1379,13-19 240,-12 7-1278,-15 11 869,-13 3-1198,-9 13-264,-4 0-185,-3 7-106,-1 5-29,4 1 304,0 5-275,5 8 50,5 2 51,11 8-18,14-6-88,2-4 60,27-7-38,-16-10-28,15-10-1,-19-10 29,-11-10-17,-12-5-34,-8 1 22,-12 5-10,-5 5-12,-6 10 6,-6 6 11,-3 10-6,-6 9-22,-3 10-11,-2 12 5,5 9-10,6 10 4,12 8 1,11-27 0,4 1-295,7 2 1,4 0 81,5 1 0,5-1-263,7 0 0,5-2-983,6-1 0,2-3-684,4-3 1,2-5 2153,6-4 0,-4-5 0,8 2 0,-9-10 0</inkml:trace>
  <inkml:trace contextRef="#ctx0" brushRef="#br0" timeOffset="103700">20235 9778 22819,'-15'-54'1245,"1"0"1,1 6-1,4 9-881,9 14-245,6 14-113,11 8-4244,36 29 4232,-9-2-16,-2 8 0,1 7-42,-10-1 1,-1 4 53,-5-6 1,1 3 0,-2 2-38,0 3 1,-1 1-1,-3 2-434,-1 0 1,-3 1 0,-3 1-73,-4-1 0,-3 1 1,-4-2-490,-2 9 1,-6-3 713,-11 2 1,-3-8-1,0-10 1,-5-2-1</inkml:trace>
  <inkml:trace contextRef="#ctx0" brushRef="#br0" timeOffset="104648">11558 11107 13449,'-57'2'123,"0"0"1,0 1 0,0-1 0,0 0 0,-7 1 0,-4 1 0,2 0 0,3 0-1,7 0-134,5 0 0,7 0 0,-3 1-4,-11 1 0,-1 0 0,6 0-52,10 0 0,7-1 1512,-5 1-1244,46-3 527,42-3-307,13-2-590,-11-1 0,9 0 0,0 0 426,-6 1 1,0-1 0,5 0-455,-8 0 0,4 0 0,2 0 0,1 0 0,0 0 272,1 0 0,1 0 0,0 0 1,1 0-1,1 0-237,-3 0 0,1 1 1,1-1-1,1 0 1,1 1-1,1-1 185,-4 0 0,2 1 0,1-1 1,0 0-1,1 1 0,0-1 1,2 1-163,-3-1 1,1 1-1,2 0 1,0 0-1,0-1 1,-1 1-1,0 0 1,-2 0 143,1 0 1,-2 0 0,-2 0-1,1 0 1,1 0 0,3 0-1,5 0-31,-12 0 0,3 1 1,2 0-1,2-1 1,2 1-1,1 0 0,0-1 1,0 1-1,0 0 1,-2 0-1,-2 0 1,-2 0 26,1 0 1,-2 1 0,-1-1-1,-2 0 1,0 1 0,1-1-1,0 1 1,1-1 0,3 1-1,2-1 2,-6 1 0,2-1 0,2 1 1,2-1-1,0 1 0,1-1 0,1 1 1,0-1-1,-1 1 0,1-1 0,-1 1 1,-1 0-1,-1-1 0,-1 1 1,3 0 1,-1-1 0,-1 1-1,0 0 1,0 0 0,-1 0 0,0 0-1,-1 0 1,1 0 0,0 0-1,-1 0 1,2 0 14,-2 0 0,1 0 0,0 0 0,0 0 0,0 0 1,-1 0-1,1 0 0,0 0 0,-1 0 0,1 0 1,-1 0-1,0 0 31,4 0 0,0 1 1,0-1-1,-1 0 1,1 0-1,0 1 0,-1-1 1,0 0-1,0 1 1,0-1-1,-1 0 9,-1 1 0,-1-1 0,0 1 0,0-1 0,0 1 0,-1-1 0,1 1 0,-1-1 1,0 1-1,-1 0 0,0-1-5,4 1 1,-1 0 0,0 0 0,-1 0 0,0 0 0,0 0 0,0 0 0,-1 1 0,1-1 0,-2 0-10,4 0 1,-2 1 0,1-1 0,-1 1 0,-1-1 0,1 1 0,0-1 0,0 1 0,0 1-25,3-1 1,1 1 0,0 0 0,1 1 0,-1-1 0,-1 0 0,-2 1 0,-2-1 0,-2 0-30,6 1 1,-4-1-1,-1 0 1,-2 0 0,1 1-1,2 0-228,-2 1 1,3 0 0,2 0 0,-2 1-1,-1 0 1,-6-1 0,-5 1 235,11 1 0,-8-1 0,-2 1 0,-2-1 0,-2 0 0,-5-1 0,18 4 0</inkml:trace>
  <inkml:trace contextRef="#ctx0" brushRef="#br0" timeOffset="112825">1318 5841 18392,'-6'-6'1448,"1"2"-584,5 4-579,0 0-327,-34-26 60,23 37 48,-24-8 13,32 46-12,4 5-3,4-3 10,5-9 195,7-13 185,10-13-17,14-20-308,-11-6 0,3-6-700,9-8 1,3-4 583,-9 4 0,2-1 1,0-1-449,6-3 1,0-1 0,2 1 424,2-2 1,0 1 0,1 0-640,0 2 1,0 0 0,0 2-314,-2 2 1,0 2-1,-3 1 962,12-3 0,-5 3 0,-18 9 0,-4 1 0,1 3 0</inkml:trace>
  <inkml:trace contextRef="#ctx0" brushRef="#br0" timeOffset="113532">7440 6330 16499,'-12'-52'1381,"1"-1"1,0 7-1,4 5-692,6 6-207,0 12-241,0 11-286,0 7 11,1 10 113,0 13 0,0 17-1,-2 17-27,1 8-29,-1-1 17,6-9 73,5-10 247,6-13 279,7-12-56,7-15-246,10-15-145,14-18-550,-21 12 0,1-3 389,4-3 1,1 0-6,0-1 1,-1-1-15,-1 2 0,-2 0-195,-2 3 0,-2 1 58,-4 3 0,-1 2-1649,18-6 1775,-8 11 0,-17 8 0,-6 5 0</inkml:trace>
  <inkml:trace contextRef="#ctx0" brushRef="#br0" timeOffset="191939">17988 2133 24469,'6'47'235,"7"11"-218,0-20 0,1 1-331,2 2 0,0 1 261,-1-2 0,0 1-311,-4-3 0,-1 1-760,-3-2 1,-3-1-1879,-7-1 1,-2-2 3001,-10 22 0,1-24 0,4-15 0</inkml:trace>
  <inkml:trace contextRef="#ctx0" brushRef="#br0" timeOffset="192219">17665 2505 25926,'38'-12'42,"-1"1"1,4 0 0,3 1-9,18 4 0,2 1-1375,-3-1 1,0-1 1342,-1 1 1,1-1 5,-2-1 1,-3 1 22,-14 2 1,-1 0-30,7-1 1,-2 1 254,-9 1 0,-5 1-2000,9 1-3057,-25 4 4800,-18 4 0,-2-2 0,-3 1 0</inkml:trace>
  <inkml:trace contextRef="#ctx0" brushRef="#br0" timeOffset="193899">17955 2426 9996,'0'-4'7343,"0"2"-5938,0 2 1077,30-62-1205,-15 34-972,3-7 1,-1 0 1279,-7 11-638,-7 7-718,-2 2 118,-3 5-134,0 7-112,-1 1-191,2 1 29,1 7 66,0 8-16,1 13 22,2 15 1,-1 9 4,0 5-309,-2 0 299,0-13 5,0 11-5,-1-23-1,4 8 12,1-20 56,1-9 213,0-5 438,-2-6-495,1-8-100,2-11-39,-1-12-29,-1-14-27,-3 5-15,-3 1 1,0 0-9,1-5-5,-1-5 0,0 1 10,4 5 74,0-11-51,0 36-72,-1 12-29,-1 8 51,0 4-17,0 22 5,2 8 23,2 24-11,3 3 22,-1-10 14,1-5 1,0-1-263,-1-2 228,0 0 1,1-2 14,-1-3 5,0-2-11,2-2 0,-5-21 145,0 2 96,-2-16-106,-3-12-79,-5-13-56,0-4 16,-9-24-10,7 19 0,0-2-100,2 0 0,-1-2 102,1-4 0,0 2-8,1-15 28,4 17 12,1 15-63,0 13-201,-1 6 185,2 26 39,3 7 11,3 28-11,-2-25 0,0 0 43,-1 3 0,1 1-35,-1-1 0,-1 1 3,1-3 1,-1 0-18,1 0 1,0-2-7,1 8 12,0-4 40,-2-27 71,0-3-15,-1-14-68,-1-16-28,1-6 5,-2-6 1,0-4 2,0 8 1,-1-1-226,0-15 0,0-2 222,0 11 1,-1 1 0,1 4 0,0 2-6,-2-16 0,-1 18 0,1 16-62,0 10 6,0 14 39,-6 25 11,2-2 0,1 1 1,1 2-1,-1 20 131,4-20 1,0 0-126,1-1 0,2-2 5,3 24-5,2-14 6,1-14 33,-3-13 6,0-14-6,0-16-28,0-15-11,0-22 6,-2 18 1,0 0 35,-1-4 0,1 0-42,-1 0 0,0 1 0,0 4 0,1 1 0,0-16 0,-1 15 0,0 14 0,0 10-40,0 6-38,-1 13 72,0 12-72,-1 21-717,0 18-1068,1-24 1,1 0 1274,2-3 1,-1-2 0,1 11-1,1-20 1</inkml:trace>
  <inkml:trace contextRef="#ctx0" brushRef="#br0" timeOffset="194766">19835 2384 24430,'7'-46'201,"-1"16"-83,-6 65 61,-4 25-538,2-11 409,0-12 1,0-1-6,1 8 92,7 6-87,7-10 18,11-12 56,6-11 83,13-19-146,-12-6 107,10-21 68,-17-5 30,-6-1 0,-2-3-54,5-18-106,-10 19 1,-3 3 78,-4-1 255,-4 15-384,-5 11-45,-4 14 34,-14 29-34,8 1-28,-3 22 1,16-12 21,15-3 6,12-5 1,30-5-7,-1-15-5,2-6 34,-7-19 27,-18-8 74,5-20-79,-17 8 33,-3-20 35,-14 12-12,-3-11-34,-3 1-16,-3 7-18,-2 9-4,1 10-40,3 11-23,0 5-5,4 8-78,0 8-678,5 15 89,2-3-5320,23 22 6015,-4-23 0,2 2 0,-13-15 0</inkml:trace>
  <inkml:trace contextRef="#ctx0" brushRef="#br0" timeOffset="195601">20864 2502 21539,'-1'-3'3473,"0"1"-1199,1 2-2246,-32-45-28,24 34 12,-20-28 4,36 49 7,8 6-18,16 7-5,-8-8-5,24 3 10,-25-13 1,20-1 33,-11-16-11,-4-5-5,-5-12-7,-13 5 29,-7-6 6,-5 5-1,-10-7-16,-4 11-1,-12 5-27,-4 13-6,5 6 22,-10 8-5,9 4-6,-11 15-11,10 0-11,4 10 0,15-4-6,15 3-73,13-1-388,16 0-217,14-4 42,-19-18 1,2-2-614,3-2 0,-1-1-84,24 3-182,-22-9 0,1-2-255,-1-6 0,1-3 1470,-2 0 1,0-2 621,1-3 1,-3-4 1417,7-16-542,-15 6 1133,-4-9 72,-8-1-1776,-4 6 1049,-3-11-1042,-11 23 146,0-1-343,-14 9-170,5 8-144,-7 7-39,4 8 1,0 10-46,6-1 6,1 18-22,7-19-12,15 27 0,8-25 1,18 6 16,2-17-5,-7-6 33,7-9-6,-4-15 7,-1-4-24,-5-5 46,-12-14-40,-12 16 12,-2-22 22,-9 15 34,-4-4 55,-10 3-61,-2 13-22,-6 7-29,0 14-27,0 9 5,6 3-22,-8 26 28,12-5-17,-2 10 22,10 3-50,10-6-132,8-12 1,4 2-698,18 18-282,-4-23 1,4-2-862,0-9 1,2-2 1999,27 5 0,-21-11 0,-17-5 0</inkml:trace>
  <inkml:trace contextRef="#ctx0" brushRef="#br0" timeOffset="195833">22121 2250 21181,'-1'-6'4358,"0"1"-3019,1 5-1244,-28-3-34,15 29-33,-22 10-25,26-3 0,5 4-286,-2 2 0,2 0 129,0 1 0,3 1-395,1-1 0,2-1-602,2-2 0,3-1-5962,11 23 7113,3-19 0,-8-19 0,-5-13 0</inkml:trace>
  <inkml:trace contextRef="#ctx0" brushRef="#br0" timeOffset="196116">22453 2498 16919,'2'-6'6301,"-1"1"-5270,-1 5-483,-13-60-268,-1 44-182,0-16 0,-3 5 77,-19 37-19,-10 9-69,17-3 0,0 2-228,-3 3 0,0 2 247,0 3 1,0 1-18,2 1 1,1 1-18,6-1 1,3 1 50,-6 23-11,25-7 0,26-7-56,26-10-34,-16-18 1,3-3-303,5-1 0,1-2 252,2-2 0,0-1-586,1-2 0,0-1-549,-1 1 1,-1-1 1162,3 0 0,-4 0 0,6 0 0,-10 1 0</inkml:trace>
  <inkml:trace contextRef="#ctx0" brushRef="#br0" timeOffset="199656">22666 2744 24906,'39'-20'367,"-1"0"0,19-9-289,-26 4 1,-2-2 78,10-18-68,-11 4 1,-1-2-544,-10 13 1,-1-3 489,5-18 1,-4-2-20,-8 13 0,-2-1 5,1-9 1,-1-2-9,-2 3 0,-3 2 5,-1 4 1,-1 3 121,-2 6 1,-1 4-91,-5-14-51,-3 18-107,2 15 12,-1 14 84,-6 17 22,-8 21-11,0 2-232,3 4 0,0 5 229,7-11 1,0 2-4,1-2 0,0 3 1,3 0-4,-1 12 1,5-1-349,5-3 0,5 0 349,5-6 0,6-3-6,5-4 0,5-5 14,3-5 0,5-5-232,1-5 1,1-5 248,2-5 0,0-4-9,-2-6 1,2-7 21,9-14 1,-3-7-17,-12 6 0,-3-4 393,7-10 0,-5-1-323,-4-9 794,-9 11-750,-10 16 438,-4 11-634,-5 11 52,-4 11 10,-7 11-1536,3 11 1,4 4 1541,16 23 8,-5-23 0,6-4 1,40 0-20,5-28 28,-24-12 0,-1-3 11,2-3 0,-2-4-3,-2-3 0,-2-4 50,0-5 1,-4-2 120,7-16-73,-7 6 96,-18 18-90,-4 14-197,-1 2 80,-9 40 3370,2-10-3377,-3 13 1,0 5 11,1-7 0,-1 1-663,-2 14 0,0 3 598,0 4 1,0 1-233,4-16 0,1 0 0,2 1-1302,0 3 1,1 0-1,1 0 1582,2 16 0,1-3 0,1-19 0,0-4 0,3 6 0</inkml:trace>
  <inkml:trace contextRef="#ctx0" brushRef="#br0" timeOffset="200206">24728 1943 19669,'0'-46'1534,"1"1"1,-1 5 0,-1 9-1216,-1 21-324,-3 13 133,-16 38-103,8-13 1,-1 5-1284,-8 18 0,-1 4 1260,5-11 1,0 3-3,3-5 0,-1 3 0,1-1 5,-3 15 1,3 0-2,2-10 0,1 2 0,2-1-55,2-3 1,1 0 0,4 0-3,5 1 1,5-1 0,2-2-267,7 7 0,8-4-401,10-1 0,8-6-557,2-17 0,2-6 140,-7-5 0,1-5 1137,17-5 0,-4-5 0,-14 0 0,17-5 0</inkml:trace>
  <inkml:trace contextRef="#ctx0" brushRef="#br0" timeOffset="200710">25403 2163 5389,'0'-7'8761,"0"1"-6770,3-25 0,0-3-1357,-1 14 335,2-17 1,-2 4-595,-2 30 306,-3-1-463,-18 28-128,5-8-6,-14 22 22,2 0-50,11-7 0,-1 0-22,-10 22-12,9-6 1,3 1 1201,6 7-1219,3-22 1,3 1 22,6 22 52,9-13-27,2-14 1,3 0-9,9 7 44,2-13 1,0-3-12,-3-8 124,20 3 73,-23-16-46,1-10-105,-7-10 831,-3-21-882,-6 1-34,-3 0 45,1 3 23,3 4-85,5 1 0,6 0-5,2 14-45,-2 7 11,-6 7 12,-2 5 10,-5 3-5,3 6 28,6 10-28,-1-3 17,10 15-28,1 1 5,-3-5-262,11 22-7,-20-27-829,7 18-1281,-15-14-4427,1 3 6812,-5-8 0,0-10 0,0-9 0</inkml:trace>
  <inkml:trace contextRef="#ctx0" brushRef="#br0" timeOffset="200949">26026 2323 25914,'12'-16'-33,"3"31"27,-6 24-8,-2-8 0,0 0-53,1 12-1020,6 19-968,-4-24-3132,3 14 5187,-6-24 0,-3-12 0,-3-9 0</inkml:trace>
  <inkml:trace contextRef="#ctx0" brushRef="#br0" timeOffset="201232">26093 2547 14141,'-2'-8'3898,"-8"-27"0,-1-8-2335,5-7-1606,-4-4 0,1-2 382,8 22 0,1 3 115,5-24-147,2 11-223,2 18 314,7 1-348,2 14-44,17 0-62,12 12 11,11 12 22,-25-2 1,-1 2-27,-1 5 1,-2 3 45,-1 3 0,-3 2 3,-3 4 0,-4 1 136,-4 0 1,-3 2-143,-3-2 1,-5 1-18,-13 24 18,-5-17-23,-8-17 0,-3-3-152,-17 2-193,11-8 1,-1-1-1980,-22-3-7479,6-6 8127,15-4 1,15-1-1,14 0 1</inkml:trace>
  <inkml:trace contextRef="#ctx0" brushRef="#br0" timeOffset="201722">26744 1780 21035,'0'-4'3720,"0"1"-2667,0 3-1003,63-50-27,-26 54-449,9-15 1,1 8 439,-17 32 0,-5 13-466,5 7 1,-1 5 451,-9-13 0,0 3 0,-3 1 0,0 3 0,-1 2 0,-3 1-435,-1 1 1,-2 1 0,-3 1 413,-5-1 1,-2 0 0,-5 0-158,-4-2 0,-4 0 1,-5-2-626,-8 0 0,-5-2 1,-3-3 464,0-5 1,-3-3 0,2-3 0,-5 1-1,3-5 1,-14 2 0</inkml:trace>
  <inkml:trace contextRef="#ctx0" brushRef="#br0" timeOffset="270832">2247 3719 13889,'46'-3'162,"0"-1"0,8 2-120,-12 0 0,11 0 0,1 0 0,-8 1-1812,1 2 0,-1 0 1830,-1 0 0,5 0 0,3 0 0,-1 1 136,3-1 0,2 1 0,-1-1 0,-2 1-531,8 0 1,-2 0 0,7-1 534,-10 0 1,5 0 0,4 0-1,1 0 1,-2 0 0,-5-1-286,-6 0 1,-2 1 0,-2-1 0,0 0-1,3 0 138,8 0 1,2 0 0,1 0 0,0 0 0,0 0 43,-9 0 0,0 0 0,0 0 0,0 0 0,-1 0 1,0 0-242,3-1 0,-2 1 0,-1-1 0,2 1 0,3-1 254,-1 1 0,1-1 0,2 1 0,2-1 0,1 1 1,0-1-65,-7 1 0,2-1 0,2 1 0,0 0 1,1-1-1,-2 1 0,-2-1 0,-3 1-7,2 0 0,-2-1 0,-3 1 1,0-1-1,3 1 0,2 0-28,0 0 1,3 0 0,2 1 0,1-1 0,0 1-1,-1 0 1,-2 0 0,-3 0 19,2 0 1,-3 0 0,-1 1 0,-1 0 0,3 0-1,4 0-15,-5 0 0,3 1 0,2 0 1,2 0-1,1 0 0,1 1 0,-2 0 1,0-1-1,-2 1-7,1-1 0,-1 1 0,0 0 0,-1 0 0,0 0 0,0 1 1,1-1-1,2 1-4,-7-1 1,2 0-1,1 1 1,0 0 0,1 0-1,-1-1 1,-1 1-1,-1 0 1,-2 0 0,-3-1-2,13 2 1,-4 0 0,-3-1-1,0 1 1,2 0 0,4 1 0,-8-2 0,4 2 0,3-1 0,1 1 0,0 0 0,-1 0 0,-2 0 0,-3-1 0,-5 0-1,7 0 0,-6 0 1,-3 0-1,3 0 1,6 0 0,-8 0 1,3 0-1,4 0 1,1 1 0,2 0-1,-1-1 1,1 1 0,-3-1-1,-1 0 8,6 0 1,-1 0 0,-2-1-1,1 1 1,-1-1 0,0 0 0,1 1-1,-6-1 0,0-1 1,0 1-1,0 0 0,1-1 1,0 1-1,0-1 1,1 1-2,-2-1 0,2 1 1,1-1-1,1 0 1,-1 0-1,-1 0 1,-1 0-1,-3 0 1,-2 0-4,5-1 0,-3 1 1,-3-1-1,0 0 0,1 0 1,1 0 6,8 1 1,1-1 0,0 0 0,1 1 0,0-1-1,-1 0-2,-2 1 0,1-1 0,-1 0 0,0 0 0,0 0 0,0 0-6,1 0 1,-1 0-1,1 0 1,-1 0-1,1-1 1,0 1-5,-6 0 1,2-1 0,1 0 0,-1 1 0,-2-1 0,-2 0-1,-4 0-1,10 0 0,-6-1 0,-1 1 0,2-1 67,-3-1 1,3 0 0,-1 0 0,-2-1 0,-5 0-62,1-1 0,-5-1 1,2-1 218,11 0 0,1-1 1,-8-2-212,11-10 1454,-60-17-1471,-23 17 0,-8 3 2,-4-4 1,-5 0 268,-4 4 0,-7 2 0,-4 0-276,-1 2 1,-4 1 0,-3 0 0,-1 0-142,9 1 1,-2 1 0,0-1-1,-2 1 1,-3 0 144,8 1 0,-2 0 0,-1 0 1,-1 1-1,-1-1 0,0 1 0,1 0-134,1 1 1,-1 0 0,0 1 0,0-1 0,0 1 0,1 0 0,2 0 133,-3 0 0,3 0 0,0 0 0,0 1 1,-1-1-1,-4 1-151,6 0 0,-1 0 1,-2 0-1,-1 1 1,-1-1-1,0 1 1,-1-1-1,0 1 150,3 0 1,-2 0 0,0 0 0,0 0 0,-1 1 0,0-1-1,-1 1 1,1-1 0,-1 0-34,4 1 0,0-1 0,1 1 0,-1-1 0,-1 0 0,1 1 1,-2-1-1,1 1 0,-2-1 0,0 1 35,5 0 1,-2 0 0,-1 0 0,0 0 0,-1 0 0,0 0 0,0 0 0,0 0 0,1 1 0,0-1 0,2 0 0,0 0-2,-4 1 1,0-1-1,0 1 1,1-1-1,1 1 1,0-1-1,1 1 1,0 0-1,2-1 1,0 1 0,-4 0 0,1 0 0,2-1 0,1 1 0,0 0 0,-1 0 0,-1 0 0,-1 0 0,-1 0 0,-1 0 0,-1 0 0,0 0 0,-1 0 0,0 0 0,0 0 0,0 0 0,0 0-5,5 0 1,0 0-1,1 0 1,-1 0-1,-1 0 1,1 0-1,0-1 1,-1 1-1,1 0 1,-1 0-7,-1-1 1,1 1 0,-1 0 0,0-1 0,0 1 0,0-1 0,-1 1 0,0-1 0,0 1 0,-1-1 3,1 1 1,-1 0 0,-2-1 0,0 1 0,0-1 0,0 1 0,0-1 0,2 0 0,2 1 0,2-1 0,2 0 2,-8 1 1,3-1 0,4 0 0,0 0 0,0 0 0,-1 0-1,-4 0-4,7 0 0,-1-1 0,-2 1 1,-2 0-1,1-1 0,-1 1 0,1-1 1,1 1-1,3-1 0,2 1 3,-13-1 0,4 0 1,2 0-1,0 0 1,-1 0-1,-5-1 3,12 1 0,-3 0 0,-2 0 0,-1 0 0,0 0 1,0-1-1,1 1 0,2 0 0,3-1 1,-11 0 0,2 0 0,2 0 0,2 0 0,0 0 1,0-1 2,-6 1 0,0-1 0,2 1 1,1-1-1,1 0 26,6 1 1,2-1-1,0 0 1,2 0 0,1 0-36,-6 0 0,2 0 0,2-1 0,3 1 308,1-1 1,3 1-1,1-1-296,-2-1 1,1-1 0,6 0-51,-14-5-89,1-6 1580,67 3-1469,44-4 23,-7 8 0,7 0 118,-6 3 0,3-1 0,0 1-124,-6 1 0,-1 1 1,6-1 8,2 0 0,5 1 1,5-1-1,-1 0 1,-3 1 1,-9 1 1,-2 0-1,-1 0 1,3 0 0,3 0-50,-2 0 1,4-1 0,1 1 0,2-1-1,1 1 1,-2-1 0,0 1 52,-4 1 1,-1-1 0,0 0-1,0 1 1,0 0 0,1-1 0,0 1-197,3 0 0,0-1 0,0 1 1,1 0-1,1 0 0,1 0 1,1 1 199,-3 0 1,1 0 0,3 0-1,0 0 1,1 0 0,-1 1-1,-1-1 1,-2 1 0,-3-1-164,2 1 0,-4 0 1,-2-1-1,0 1 1,0 0-1,3 0 1,3 0 155,-6 1 1,3-1 0,1 1-1,2-1 1,1 1 0,0 0 0,-1-1-1,-1 1 1,-2 0 0,-2 0-24,7 1 0,-2-1 0,-3 1 1,0 0-1,0 0 0,2-1 0,2 1 27,-4 0 0,1 0 0,1 0 0,1-1 0,0 1 0,1 0 0,0 0 0,0 0 0,0 1-1,0-1 0,1 0 1,0 1-1,0-1 0,0 1 1,0 0-1,-1-1 1,-2 1-1,-1 0-3,6-1 0,-4 1 1,0 0-1,-2 0 1,2 0-1,2 0 1,4 0 2,-12 0 0,3-1 0,2 2 0,1-1 0,2 0 1,-1 0-1,1 0 0,-2 1 0,0-1 0,-3 0 1,-2 0-3,6 1 0,-4-1 0,-1 1 0,-1-1 0,-1 1 0,2-1 0,2 1 0,3 0-3,-5-1 0,2 1 0,2-1 0,1 1 0,2 0 0,-1-1 0,1 1 0,-1 0 0,0 0 0,-3 0 0,-1 0-2,4 0 1,-2 0-1,-1 0 1,-1 0-1,0 0 1,-1 0 0,0 1-1,1-1 1,-1 0-2,0 0 1,-1 0 0,0 1 0,0-1 0,0 0 0,0 0 0,-1 0 0,0 1 0,1-1 2,4 0 0,0 1 0,0 0 0,0-1 1,-1 1-1,0 0 0,0-1 0,0 1-2,-3 0 0,-1-1 0,1 1 0,-1-1 0,0 0 1,-1 1-1,0-1 0,0 1-2,4 0 1,0 0 0,0 0 0,-1-1 0,0 1 0,-1 0 0,-1 0-8,5 0 0,0 0 1,-1 1-1,-1-1 1,-1 0-1,-1 0-5,5 0 1,0 1 0,-2-1 0,-2 1 0,-1-1-7,5 1 0,-2-1 0,-2 1 0,-4-1 1,-1 0 0,-5-1 0,-2 1 437,16 0 1,-26-1-494,-37-4 28,-48-4 47,9 1 0,-8 1 0,-3-1 24,3 0 1,-3 1 0,-2-1 0,-1 0-24,2 0 0,-1 0 1,-1 1-1,-1-1 1,-2 1-4,5 0 1,-2 0 0,0 0 0,-1 0 0,-1 0 0,-1 1 0,5-1 1,-2 1 0,0 0-1,-1 0 1,0 0 0,-1 0-1,0 1 3,-5-1 0,1 1 0,-2-1 0,0 1 0,-1 0 0,0 0 0,0 0-5,4 0 0,-1 1 1,0-1-1,0 1 1,0-1-1,-1 1 0,-1 0 1,1-1-116,3 1 0,0 0 0,0 0 0,0 0 0,-1 0 0,1 0 0,-2 0 0,1 0 0,0 0 115,-3 1 0,0-1 1,-1 0-1,0 1 0,0-1 1,0 1-1,0-1 1,0 1-1,-1-1-6,5 1 0,0-1 1,0 1-1,-1-1 1,0 1-1,1 0 1,-1-1-1,0 1 1,0 0-1,0-1 8,-2 1 0,0 0 0,-1 0 0,0 0 0,0 0 1,0 0-1,1 0 0,1 0 0,1 0 0,1 0-4,-4 0 0,2 0 0,1 0 1,2 0-1,-1 0 0,-2 0 1,-1 0-1,-4 1-6,9-1 0,-2 0 0,-2 0 0,-2 0 0,-1 0 1,-1 1-1,0-1 0,1 0 0,1 0 0,1 1 0,2-1 1,2 0-2,-3 0 1,2 0 0,2 1-1,2-1 1,-1 0 0,1 0-1,-2 1 1,-2-1 0,-3 0 0,4 1 1,-2-1-1,-2 0 1,-1 1 0,-1-1-1,-1 1 1,0-1-1,0 1 1,1-1 0,1 1-1,1-1 1,3 0-1,-2 1 1,1-1-1,1 1 1,1-1 0,1 1-1,0 0 1,0-1 0,1 1-1,-1-1 1,1 1 0,-6-1 0,1 1 1,0 0-1,0 0 1,1 0-1,-1-1 1,1 1-1,1 0 1,-1 0-5,-4 0 1,0 0 0,0 0 0,1 0 0,0 0 0,0 0-1,1 0 1,0 0 2,2 0 0,1 0 0,0 0 0,1 0 0,0 0 0,0-1 0,0 1 0,1 0 2,-5 0 1,0 0-1,1 1 1,0-1 0,1 0-1,0 0 1,0 0 4,4-1 0,0 1 1,1-1-1,0 1 1,0-1-1,1 1 1,0-1-1,-4 0 0,1 0 0,0 0 0,0 1 0,2-1 0,0-1-5,-4 1 0,0 0 1,1 0-1,2-1 1,1 1 115,-5-1 1,1 0 0,3 0 0,2 0-123,-5-1 0,3 0 0,5 0 353,-5 0 1,9-2-940,1-3 2152,56-3-1581,52-2 39,-7 4 1,7 1 166,-9 0 1,3 1 0,2-1-168,-6 2 0,2 0 1,0 0-1,2-1-141,-6 2 1,1-1 0,1 0-1,0 0 1,2 0 155,4 0 1,1 0 0,2 0 0,0 0 0,0 0-264,-6 1 0,1-1 1,1 1-1,0-1 1,0 1-1,1-1 275,3 0 0,2 0 1,0 1-1,0-1 0,1 0 1,0 1-181,-6-1 1,1 1 0,0 0-1,0 0 1,1 0 0,0 0 0,1 0 159,-6 0 0,1 1 0,0-1 0,0 0 1,0 1-1,1-1 0,0 0 0,0 1-22,3-1 0,0 1 1,0-1-1,0 1 1,1-1-1,0 1 1,0-1-1,0 1 17,-5 0 0,0 0 0,1 0 0,-1 0 0,1 0 0,0 0 0,0 0 0,0 0 1,0 1-26,1-1 1,0 0-1,1 0 1,-1 0 0,1 1-1,0-1 1,0 0 0,0 1-1,0-1 16,0 1 0,0-1 1,1 1-1,-1 0 1,1-1-1,-1 1 0,0 0 1,1 0-1,-1-1-2,1 1 1,-1 0-1,0 0 1,1 0-1,-1 0 1,0 0 0,0 0-1,0 1 1,0-1 1,0 0 0,-1 0 1,0 0-1,1 1 0,-1-1 1,0 0-1,0 1 1,0-1-1,-1 1-4,0-1 0,0 1 0,0 0 0,0-1 0,0 1 0,-1 0 0,1 0 0,-1-1 0,0 1-1,6 0 0,0 0 1,-1-1-1,1 1 0,-1 0 1,0 0-1,0 0 0,0 0 1,-2 0 1,0 0 0,-1 1 0,1-1 0,-1 0-1,0 1 1,0-1 0,0 1-1,5-1 0,1 1 0,-1 0 0,0-1 0,-1 1 0,0 0 0,0 0 1,-3 0 1,-1 0-1,1 0 1,-1 0 0,0 0-1,-1 0 1,0 0-1,5 0 0,0 0 0,-1 1 0,0-1 0,-1 0 0,-1 1 35,-4-1 1,0 0-1,-2 0 1,0 0-1,-1 0 1,-1 0-33,4 0 1,-1 1-1,-1-1 1,-1 0-1,-2 1 105,3-1 1,-2 1 0,-2-1 0,-2 1-125,1 0 0,-4-1 1,-4 1 652,3-1 0,-16 2-1025,-24 1-2929,-59-1 3316,15-2 0,-1 0 0,9 0 0,2 0 0,-13-1 0</inkml:trace>
  <inkml:trace contextRef="#ctx0" brushRef="#br0" timeOffset="273682">6584 1387 19098,'0'-29'1338,"7"20"-1052,14 54-113,-3-13 1,3-1-34,9 12 31,-5-16 0,4-3 176,17-6-157,-14-9 1,1-2 2,4-6 1,-1-3-26,23-6-555,-15-10 0,1-5 488,-14 1 0,0-3-23,15-12 1,-1-3-49,-16 11 1,-1-2 2,0-1 1,3-3 0,-2 2-12,4-4 1,1 1-355,-2 2 0,2-2 0,0 2 338,10-6 0,-1 2-4,2 2 1,0 2-23,-1 4 1,1 3-57,-2 3 1,0 4-166,-3 5 0,0 4-543,-3 3 0,-1 5-720,-4 6 1,0 4 993,-2 8 0,-4 2 0,3 3 0,-6 5 0</inkml:trace>
  <inkml:trace contextRef="#ctx0" brushRef="#br0" timeOffset="276657">20221 3592 4609,'-59'-3'330,"-1"-1"1,0 1-1,1 0 1,1 0-1,1 0 1,1 1-1,3-1-216,-6 2 0,3-1 0,1 1-403,3 0 1,1 0-1,2 0 326,5 1 1,1-1-1,2 0 47,-13-1 0,3 0 600,10 0 1,2 0 513,-19-3 903,22 0-1199,18 1 59,15 1-558,19-1 119,21-1-262,-6 2 0,3-1 176,12 0 1,3 0-244,12-1 1,3 0-739,-14 2 1,2-1 0,1 0 684,8 0 0,1 0 0,3 0-41,-13 1 0,2 0 1,1-1-1,1 1-7,4-1 1,2 0-1,0 1 1,2-1-491,-10 0 1,0 1 0,2 0 0,-1 0 0,2 0 467,2-1 1,1 1-1,0-1 1,1 0-1,1 1-277,-9 0 1,1 0 0,1 0 0,0 0-1,-1 0 1,2 0 260,1 0 0,0 0 0,1 0 0,0 0 1,0 0-1,0 0-139,2 0 0,1 0 0,-1 0 0,1 1 0,0-1 0,0 1 130,1-1 1,0 1 0,-1-1 0,2 1 0,0 0 0,2 0-31,-9 0 1,3 0-1,1 1 1,0-1-1,0 1 1,0-1 0,-3 1-1,-3-1 4,2 1 1,-3 0 0,-1-1-1,-1 1 1,2 0 0,2 0-4,-2-1 0,3 1 0,1 0 0,2 0 0,-1 0 0,-1 0 0,-2 0 1,-3 0-1,10 0 1,-4 0 0,-2 0 0,1 0 0,3 0-12,0 0 1,1 0-1,2 1 1,0-1 0,0 0-1,0 1-2,-3-1 1,1 1 0,-1-1 0,0 1 0,0 0 0,0-1 1,-2 1 1,1 0-1,-1 0 1,0 0 0,-1 0-1,1 0-13,-2 0 1,-1 0-1,0 0 1,0 0 0,0 0-1,-1 0 1,9 0 0,-1 0 1,0 0-1,-1 0 1,-1 0 43,-2 0 1,-1 0 0,-1 0-1,0 0 1,-2 0-48,10 0 0,-2 0 1,-1 0-1,-1 0 115,-7 0 1,0 0-1,-2 0 1,-3 0-110,1 0 0,-4 1 1,-1-1 555,23 0 1,-9 0-682,-12 0 1895,-4 0-1800,-61 3 1,-41 1 30,10 0 0,-6 0 133,8-1 0,-3 0 1,-2 0-130,7-1 0,-2 1 1,-2-1-1,0 0-147,-6 1 0,-1-1 0,-2 1 0,-1-1 151,9 0 1,-2 1 0,0-1-1,-1 0 1,0 0-339,-4 1 1,0 0 0,-1-1-1,-1 1 1,0 0 329,7 0 0,0 0 0,-1 0 1,0 0-1,-1 0 0,0 0-214,-2 0 0,0 0 1,-1 0-1,-1 1 0,1-1 1,-1 1 212,-2-1 0,-1 1 0,0 0 1,0 0-1,0 0 0,0 0-55,7-1 0,0 1 0,-1-1 0,1 1 0,-1-1 0,0 0 0,0 1 52,0-1 1,-1 1-1,0-1 1,0 0 0,0 0-1,-1 1 1,1-1-19,0 0 1,0 0 0,0 0 0,-1 0 0,1 0 0,0 0 0,0-1 30,0 1 0,0-1 1,0 0-1,0 0 1,1 0-1,-1 0 1,1-1 2,0 1 1,0-1-1,1 1 1,0-1 0,-1 0-1,1 1 1,0-1-7,-8-1 1,0 1 0,0 0 0,0-1-1,0 1 1,1-1-3,0 1 0,1-1 0,0 0 0,0 0 0,1 1 0,-1-1 2,3-1 1,-1 1 0,1 0 0,0 0-1,0 0 1,0-1 61,3 1 1,0 0 0,0-1 0,0 1 0,0 0 0,-1-1-62,-3 1 1,-1-1 0,-1 1 0,0-1-1,1 1 1,1-1-4,4 0 1,1 0 0,0 0 0,0 0 0,1 0 0,1 0 84,-7 0 1,1 0 0,1 0 0,1 0 0,2 0-82,-3-1 1,2 0-1,3 0 1,4 0 5,-16-2 0,7-1 700,15 1 0,4-1-694,-5-6 2017,36-1-2000,37-2-20,2 5 0,5 1 0,14-1 0,5 0-90,-9 3 0,2 2 0,2-1 107,8 0 1,1 1 0,3 0-11,-11 1 0,1 1 0,1 1 0,1-1 1,6 0 1,1 1-1,1 0 1,1 0-167,-9 0 1,0 0 0,1 0 0,1 0 0,0 0 160,5 0 1,-1 1 0,2-1 0,0 0 0,0 0-277,-7 1 0,0-1 1,0 0-1,0 0 1,1 0-1,0 0 273,3 0 0,0 0 0,0 0 0,0 0 0,1 0 0,-1-1 9,3 1 0,0 0 1,1-1-1,-1 1 1,1 0-1,0-1-144,-8 1 0,0 0 0,1-1 0,-1 1 0,1 0 0,-1-1 0,1 1 169,1 0 1,0-1 0,0 1 0,1 0 0,-1-1 0,1 1 0,-1 0-49,1-1 0,0 1 0,1-1 0,-1 1 0,1-1 0,-1 1 0,0 0 30,1 0 0,0-1 1,-1 1-1,1 0 1,0 0-1,-1 0 1,1 0-6,-1 0 1,0 1-1,0-1 1,0 0 0,0 1-1,-1-1 1,1 1-6,-2-1 0,0 1 0,-1-1 0,1 1 0,-1 0 0,0 0 0,0 0-5,7 1 0,-1 0 0,1 0 0,-2 0 0,1 0 0,-1 1-10,-3-1 1,-1 1-1,0-1 1,0 1 0,-1 0-1,-1 0 10,7 1 0,0 0 0,-1 1 0,-1-1 0,-1 1-14,-5 0 0,0 0 0,-1 0 1,-1 0-1,-1 1 3,5 0 0,0 0 0,-2 0 1,-3 0 181,8 2 0,-3-1 0,-4 1-192,7 1 1,-8-1 1344,5 3-1300,-61-5-28,-40-4 1,-16-3-12,13 1 0,-6-1 11,3 1 0,-8-1 0,-2 0 1,1 0-5,4 0 0,1 0-1,-1 0 1,-4 0-10,9 0 0,-2 0 1,-2 0-1,-2 0 0,1 1 1,-2-1-19,5 1 1,-1-1-1,0 1 1,-1 0 0,-1 0-1,0-1 1,0 1 15,-4 0 0,0 1 0,-1-1 0,-1 0 1,0 0-1,-2 1 0,-2 0-83,9 0 0,-1 0 1,-3 1-1,0 0 0,-1 0 1,-1 0-1,2-1 0,1 1 1,1 0-1,3 0 84,-7 0 1,3-1 0,2 1 0,0 0 0,0 0 0,-3 0 0,-3 0-96,6 0 0,-3 0 1,-2 1-1,-2-1 0,0 1 1,-1 0-1,2 0 1,0-1-1,3 1 0,3-1 106,-6 1 0,3 0 0,1-1 1,2 1-1,0 0 0,-2-1 1,-3 1-7,6-1 1,-2 1 0,0-1 0,-2 1 0,0-1 0,0 1 0,0-1 0,0 1 0,1-1 1,2 1 0,-1 0 0,1-1 0,0 1 0,0 0 0,1-1 0,-1 1 0,1 0 1,0-1-2,-5 1 1,1 0 0,0 0 0,0-1 0,0 1-1,1 0 1,-2 0 0,1 0-2,3-1 1,-1 1 0,0 0 0,-1 0 0,1 0 0,0 0 0,2 0 0,2 0 0,3 0 0,-7 0 1,3 0 0,3 0 0,0-1 0,0 1 0,-2 0 3,-8 0 1,-3 0-1,-1 0 1,2 0-1,3 0 1,8-1 190,-9 1 0,7-2 0,0 1-188,-4 0 0,-1 0 1,6 0 572,0-2 1,11-1-594,12-2 11,81-6 0,5 5 0,10 0 205,-20 1 0,4 0 0,2 1 0,5-1-210,-1 1 0,4 0 1,4 0-1,0 0 1,-1 1-1,-3-1 3,-3 0 1,-3 1 0,0-1 0,2 1 0,4 0-1,-7 0 1,5 0 0,2-1-1,1 1 1,1 0 0,0 0-1,-3 0 1,-1 0-169,5 0 1,-2 0 0,-2 0-1,1 0 1,1 0 0,3 0 163,-6 0 0,2-1 1,2 1-1,0 0 1,1 0-1,1 0 0,-1 0 1,1-1-116,-6 1 1,0 0 0,0 0-1,1-1 1,0 1 0,0 0 0,0-1-1,0 1 1,1-1 131,1 1 0,0-1 0,0 0 0,1 0 1,-1 0-1,1 1 0,0-1 0,0 0 1,0 0-50,1 0 1,1 0-1,0 0 1,0 0-1,0-1 1,1 1 0,-1 0-1,0 0 1,1 0 56,-7 0 1,1 0-1,-1 0 1,0 0 0,0 0-1,1 0 1,0 0 0,1 0-1,0 0 1,2 0 4,0 1 1,3-1 0,1 0 0,0 1 0,1-1 0,0 0 0,0 1 0,-2-1 0,-1 1 0,-1 0 0,-4-1-21,5 1 0,-3 0 0,-2 0 1,-1 0-1,0 0 0,0 0 1,2 0-1,2 0-4,-2 1 0,3-1 0,2 0 0,0 1 0,1-1 0,0 1 0,-2 0 0,-2 0 0,-2 1 0,-4 0-39,9 0 1,-5 1 0,-2 0 0,-1 1-1,1 0 1,1 0-551,-1 0 0,1 0 0,0 1 0,1 0 1,-1 0-1,-2 0 0,-2 1 589,7 1 0,-1 0 0,-2 1 0,-4 0 0,-3-1 0,7 2 0,-5 0 0,-7 0 0,-12 0 0,1 0 0</inkml:trace>
  <inkml:trace contextRef="#ctx0" brushRef="#br0" timeOffset="290808">20827 1465 14661,'22'-59'2346,"-1"0"1,-4 8 0,-3 6-1231,-6-1-441,-14 21-1039,-4 15 71,-2 10 171,-11 30-26,10-4-128,-3 14 1,0 6-301,8-11 0,1 2 480,-4 19 0,2 3 1,4-6 1,3-1 83,1-11 0,3 0-42,4 7 1,3-3-43,3-12 0,4-3-561,12 10 1,4-3-90,-1-12 1,1-3-271,0-3 0,2-5 1015,6-7 0,-4-5 0,-10 0 0,13-3 0</inkml:trace>
  <inkml:trace contextRef="#ctx0" brushRef="#br0" timeOffset="291341">21429 1503 19882,'-21'39'112,"-1"0"0,4-2 0,7-1-62,21 15-10,8-5 10,7-8 56,3-12 73,1-12 34,-1-12-45,0-14-11,0-12 11,1-10 6,-2-6 121,-8 6 664,1-11-124,-13 20-61,2-6-302,-9 20-316,-3 6-133,-1 11 270,0 1-170,0 16-363,6 10 83,5 3-13,8 5-25,6-12 118,-2-9 203,12-4-198,-9-11 138,8-10 261,-8-12 107,-3-12-6,-5-8-12,-5-4-16,-7-3-181,-6 3-275,-1 10-76,-6 0-189,4 14-126,-1 0 59,6 10 182,7 8-162,10 8-698,11 7-5905,21 14-2860,-14-10 9205,3 4 1,-27-19 0,-4-1 0</inkml:trace>
  <inkml:trace contextRef="#ctx0" brushRef="#br0" timeOffset="292086">22261 1555 17725,'-5'0'4538,"2"0"-3318,3 0-1108,-10-3-28,22 2-22,-2-3 22,24 0-17,0-3 6,0-6 11,-6-4-11,-4-3-17,-5-3 28,-7 1 50,-4 1-5,-8 4-39,-9 6-18,-9 4 7,-9 6-29,-7 9-16,-2 7-23,3 9-22,6 6-6,10 4 6,10 1-23,14 1-89,13-3-28,7-9-423,4-9 0,4-4-17,-4-4 0,1-3-136,15 4 1,2-3 474,-5-5 0,-1-3 143,0-3 0,-1-2 98,-2-3 0,-2-2-66,-4-3 1,-1-1 174,-5-2 0,-2-1 199,15-23 78,-11-2 151,-10 2 130,-8 7-124,-9 10-280,-14 12-151,-12 12-11,-15 13-23,-8 10 482,1 10-538,10 4 227,15 0-232,12-2-17,18-5-34,11-6 22,16-9 12,9-8 17,7-14 33,-1-11 23,-4-14 89,-9-11 73,-10-9-98,-19 24 0,-1-2 28,-2 1 0,-2-2 182,2-29-11,-3 7-34,-2 9 73,0 11-302,0 16-34,-2 8-39,1 12 16,-1 11 1,-2 12 5,-1 18-22,-1-6 0,0 2 5,-1 19-357,1-12 0,2 1-62,7 17-245,2-25 0,4 0-985,4-4 0,5-3 1655,7-3 0,2-4 0,4 3 0,1-11 0</inkml:trace>
  <inkml:trace contextRef="#ctx0" brushRef="#br0" timeOffset="292308">23617 1138 23528,'1'-50'601,"1"0"0,-2 5 0,4 11-550,4 24-28,8 14-18,10 17 18,10 19-9,-15-11 0,-1 2-273,2 7 1,-3 2 229,-1 4 1,-4 1-194,-4 3 1,-6 1-706,-9 0 1,-8-1 388,-14 3 0,-4-4 1,13-19-1,0-4 0,-28 18 1</inkml:trace>
  <inkml:trace contextRef="#ctx0" brushRef="#br0" timeOffset="292741">21202 2109 11188,'-5'0'3092,"2"0"-1440,3 0-1069,114-17-533,-82 13 0,2 1-801,11-2 0,8-1 1,5-1-1,-3 1 767,-1 2 1,1-1 0,-2 1 0,0 0-463,7-1 0,-1 0 0,4 0 0,-9 0 0,4 0 0,2-1 1,-1 0-1,-4 1 324,2-1 0,-3 0 0,-1 1 1,-3 0-1,2-1 0,-3 1 0,-1 0 1,-6 1-1,1-1 0,0 1 0</inkml:trace>
  <inkml:trace contextRef="#ctx0" brushRef="#br0" timeOffset="293027">22063 2080 13295,'-46'8'998,"-1"0"0,1 1 0,2-1 0,0 1 0,7-1 392,-9 4 176,12-2-1236,26-5 160,33-8 1,18-4-349,-1 0 1,4 0-909,6-1 1,6-1 0,-2 0 795,-14 2 0,-1 0 0,6 0 19,3 0 0,8-1 0,3 0 1,-2 1-1,-4 0-38,8-1 0,-5 0 1,4 0-11,-14 2 0,4 0 0,0-1 0,1 1 0,-3-1 0,5 1 1,-1-1-1,-1 1 1,-2 0 0,3-1 0,-2 1 0,1 0-221,-5 1 1,2-1-1,0 1 1,-5 0-838,16-1 0,-6 0 1056,-14 3 0,-9 2 0,-16 0 0,-4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3:44:56.2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2204 2878 22703,'-32'20'72,"0"1"1,0 7 0,6 7-56,11 17 0,7 7-658,-1-18 1,-1 1 0,0 2 621,-1 8 0,0 3 1,1-2-501,2-9 1,2-1 0,-1-1 465,-2 18 0,3-4-79,5-13 1,4-6 591,7 7-702,6-1-10,11-20 202,-8-15 16,11-22 6,-12-19 45,2-25 2,-12 20 1,-4-5-454,-2-1 1,-3-3 0,0 2 478,-1-5 0,-1-1 39,-2 1 0,0-5 1,-1 5 372,0-2 1,-2 1-358,2 9 1,-1 0 0,0-1 25,-3-16 0,0 1-42,2 15 0,1 0 0,0 2-53,0-9 0,2 2-31,0 4 0,5 3-42,5 8 0,6 4-238,19-10-236,2 15 1,4 3-255,-1 8 0,1 4-1354,10 6 1,0 7-2793,-8 8 1,-3 4 4641,14 14 0,-20-5 0,-23-17 0</inkml:trace>
  <inkml:trace contextRef="#ctx0" brushRef="#br0" timeOffset="175">2074 3434 17069,'23'-42'-209,"0"0"0,0 0 1,3-11-1,4 7 533,11 17 0,3 6-1327,-7 4 1,1 2-2213,9-3 0,1 1 3215,-8 4 0,-4 3 0,0 1 0,-25 8 0</inkml:trace>
  <inkml:trace contextRef="#ctx0" brushRef="#br0" timeOffset="811">2678 3172 15676,'-3'3'5975,"0"-2"-4255,3-1-1641,13 7-79,12-10 0,19 1 22,7-15-11,-11 3 6,1-8 56,-16 4 84,-3-4 151,-10-3-107,-17 6 29,-12 2-101,-4 8 252,-28 6-269,21 4 5,-3 4 1,0 3-50,1 13-24,-9 12-27,21-3-39,6 24 11,9-24-9,6 5 0,5 1-42,12 4 31,-3-12 1,4-1-18,5-4 0,2-4 37,12 5 0,19-3 22,-18-17 0,14-8-589,1-9 594,-10-4 1,-11-3 0,-1-2-6,1-5 45,2-7 0,-1-4-22,-18 10 0,-2-1-23,8-14 0,-2-4-3,-7 2 1,-2 0-4,-2 7 1,-2 0 19,4-12 1,-1-2 66,0 0 1,-1 1 7,-1 0 1,0 1 8,-1-2 1,-3 4 125,-7-8-118,-4 23 40,-6 10-112,-3 19-56,-2 14 16,-5 20-5,-2 27-476,11-19 1,1 4 452,1 7 1,1 1 5,3-8 1,1 2-55,2 0 0,1 4 0,2-3-97,2 2 0,3 0-4,-1-4 0,0 2 1,3-2-134,5 3 1,2-4-321,2-6 1,1-2-1432,16 19-2021,-4-19 4077,-9-13 0,-10-12 0,-6-6 0</inkml:trace>
  <inkml:trace contextRef="#ctx0" brushRef="#br0" timeOffset="975">3277 3241 23427,'-3'-31'-594,"0"-1"1,18-22-267,18 43 0,9 7-2054,2-5 1,3 2 2913,8-1 0,-4 1 0,9-2 0,-7 4 0</inkml:trace>
  <inkml:trace contextRef="#ctx0" brushRef="#br0" timeOffset="1567">3996 3002 24967,'-59'2'110,"1"0"0,-2 3 1,9 8-100,14 25-446,15-13 0,2 2 359,4 2 0,3 0-170,0 29-157,22-4-236,19-7-279,21-11 198,-17-22 0,3-3-470,3-4 0,2-3-544,3-3 1,1-3 240,1-4 1,-1-3 547,0-4 0,-1-3 1119,-2-3 0,-2-4 750,-4-1 0,-3-3 389,-3-2 1,-4-3-258,-4-2 0,-3-2-302,-2-3 1,-3-1-97,-1-2 0,-1 0-5,-1-1 0,0 1-63,-2 2 1,-1 0-132,-1 4 1,-1 2 251,1-23-167,-5 15-180,-1 16 114,-1 13-489,-1 13 811,-1 17-766,-2 20 0,-1 25-343,1-22 1,1 3 297,-1 5 0,1 2 5,-2 4 0,0 0-16,0 0 0,0 0 5,1-2 0,1-2-26,1-7 1,0-1 36,4-8 1,1-4 39,5 11 89,4-21 51,6-21-34,7-23-28,11-21-48,-15 15 0,1-3 190,2-2 0,0-1-215,-1 2 0,1 0 9,-1 3 0,-1 2 47,18-17-72,-5 17-23,-4 14-6,-3 14-11,3 13-83,2 12-124,1 12-359,-2 10-868,-2 9-2425,-17-25 0,-1 1 3184,6 22 1,-8-19 0,-5-15 0</inkml:trace>
  <inkml:trace contextRef="#ctx0" brushRef="#br0" timeOffset="2336">6053 3064 19613,'-2'-7'2212,"0"2"-1058,2 5-375,0 0-746,13-56-5,-6 46 112,21-25-39,-12 65 6,6 21-46,-10 5-50,-5 6 9,-7-29 0,-1 1 24,-4 5 1,-1-1-28,-4 12 56,-6 6 145,8-37 331,0-2 79,1-12-410,2-8 253,-9-23-275,0-10-146,4 4 0,1-4-233,2-3 1,1-3 198,1-6 1,2-3-504,1-2 0,2-1 506,2 0 1,0 2-3,1 4 0,0 2-133,0 7 1,1 3 137,4-20-22,0 18-28,2 15 354,6 13-343,9 7 997,15 15-1047,15 13 14,-22-5 0,1 5-396,3 6 0,-1 2 261,1 6 1,-3 1-146,-2 4 0,-4 2-264,-4 0 0,-4 1-787,-6 0 1,-5-1 1299,-5 3 0,-3-4 0,-1 7 1,-6-11-1</inkml:trace>
  <inkml:trace contextRef="#ctx0" brushRef="#br0" timeOffset="2524">6172 3235 18672,'-5'-5'4739,"1"0"-4017,4 5-532,-17-72-212,32 38-285,-8-12 1,6 2 107,17 27 0,7 6-207,5-2 0,2 3-376,3 2 1,1 1-1916,2 3 0,-2 0 2697,-5 2 0,-6 1 0,2 0 0,-26 1 0</inkml:trace>
  <inkml:trace contextRef="#ctx0" brushRef="#br0" timeOffset="3008">6965 2960 18716,'-5'2'4504,"0"0"-2348,5-2-2110,-3 39-13,10 0-16,-3-1 0,1 2-3,5-5 0,1 1-6,3 8 1,0 0-506,5 16 499,-7-19 1,-1 0 14,-2 8-22,-2 8 50,-6-10 84,-7-15 78,-4-14-28,-8-14-78,-5-17-45,-6-14-17,-5-19-126,16 15 1,1-2 105,-1-5 1,1-2-9,1-5 1,2-2-10,2-2 1,3-1 14,1 1 0,2 0 8,2 3 0,1 1-14,2 4 1,0 0 4,3 4 1,1 1-141,1 3 0,3 2 96,13-26-1544,0 30 0,2 3 1550,12-6-1,-4 15 1,2 4-29,19 7 20,-17 7 1,1 3-15,1 5 0,-2 5 70,0 5 0,-3 3-84,-3 4 1,-5 2 27,-5 0 0,-6 2 14,-11 30 14,-11-32 1,-6-2 2,-7-2 0,-4-2-45,-4-1 0,-2-4-148,1-2 0,-1-4-1264,-25 4 962,16-14 0,19-3 0,12-5 0</inkml:trace>
  <inkml:trace contextRef="#ctx0" brushRef="#br0" timeOffset="3233">7444 2851 21237,'-2'5'3086,"1"-1"-2442,1-4-582,80-49-2304,-29 25 2154,-13 4 0,5-3 0,-2 4-256,-2 5 0,-1 4-185,2 0 1,1 2-954,-1 0 1,0 2 1481,-1 2 0,-2 0 0,4 1 0,-11 2 0</inkml:trace>
  <inkml:trace contextRef="#ctx0" brushRef="#br0" timeOffset="3584">7887 2777 25282,'-19'58'9,"0"1"1,-1-14-1,9-2-118,26-3 0,7-5 222,0 1-606,4 7 0,0 3-526,1 9-395,-12-14 1,-2-1 914,-5 11 150,-24 4 338,-15-17 419,-17 2 326,12-24 0,-1-3-110,6-4 1,0-3 97,-27 2 337,18-14-286,22-6-297,4-8-129,46-18-296,14 9 241,-14 11 0,2 2-289,-2 5 0,1 4-34,7-1 0,1 1-84,6 1 1,2 0-122,-7 2 1,2 0 0,0 1-895,1 0 0,-1 1 0,2 1 1130,2-1 0,1 1 0,-5 1 0,-3-1 0,-4 1 0,-5 0 0,0 0 0</inkml:trace>
  <inkml:trace contextRef="#ctx0" brushRef="#br0" timeOffset="4084">1417 4586 18552,'60'-13'222,"-1"0"0,0 0 0,-10 3 0,1 0 1,1 1-1,1 2-1295,5 1 1,1 2 0,2 0 0,2 0 1269,-6 0 0,2 0 0,1 0 1,1 0-1,1 0-237,-4 0 0,1 1 0,0-1 0,2 1 0,0 0 0,0-1 121,-3 1 1,0 0 0,2 0-1,-1 1 1,0-1 0,0 0 0,-3 0-113,3 1 0,-3-1 1,0 0-1,-1 1 1,3-1-1,1 1 82,2-1 0,3 1 0,1-1 1,0 0-1,1 1 0,-1 0 1,-2-1-158,-6 1 0,-2 0 0,-1 0 0,0 0 0,2 0 0,2-1 0,3 1 125,-3 0 0,4-1 0,3 1 0,1-1 0,2 1 0,-1-1 0,0 1 0,-1-1 0,-3 1 0,-2-1-14,6 1 0,-4-1 1,-2 1-1,0 0 0,1-1 1,3 1-1,4-1-5,-16 1 1,3-1 0,2 1 0,2-1 0,1 1 0,1-1 0,0 1 0,1-1 0,-1 0-1,0 1 1,-2-1 0,-1 1 0,-3-1-55,7 0 0,-2 1 0,-1-1 1,-1 0-1,-1 1 0,0-1 1,0 0-1,0 1 0,0-1 1,1 0-16,0 1 0,0-1 0,1 0 0,-1 0 0,1 1 0,-1-1 0,0 0 1,0 1-1,-1-1 0,-1 0-146,10 0 1,1 0 0,-1 0 0,0-1-1,-2 1 1,-2 0 0,-3 0 0,-3 1 214,7-2 0,-3 1 0,-3 0 0,-4 0 0,-4 1 0,3-1 0,-5 0 0,0 1 0,-1-1 0,-1 1 0,1-1 0</inkml:trace>
  <inkml:trace contextRef="#ctx0" brushRef="#br0" timeOffset="4703">9571 2835 23263,'-38'-17'220,"1"0"1,5 2-1,3 9-130,-11 53 22,18-13-67,9 16 48,19-19 3,9 11 128,18-18-112,-8-11 150,8-10-21,-14-15 21,1-8-49,-6-10-34,-8-3-73,-9-1-50,-5 2-50,-4 10-157,-10 3-118,2 17 27,-5 4-844,-7 21 1086,12 2 0,1 1 0,-6 2 0,-2 12 0</inkml:trace>
  <inkml:trace contextRef="#ctx0" brushRef="#br0" timeOffset="5324">9559 3338 21657,'-8'4'3663,"1"-1"-3209,7-3 638,0 0-1097,-25-6 16,24 9 17,-18-2-28,28 12 50,-3 1 34,-4-2 23,-5-1 78,-4-5-107,0-2 12,-5-8-18,-2-11-38,4 2 56,-3-15-62,11 15-12,0-3 57,2 8-67,0 4-1,0 1 7,1 1-24,2 1 12,0 0-11,1-1 28,4 0-17,-4 0-6,2 0 18,-5 2-46,-1 3 17,0 0 23,-1 16-12,-6 0 17,-4 13-16,-6-4 27,0-3-11,4-5-27,7-6 44,3-4-12,9 0-38,6-1 16,14-1-10,13-2 10,10-2 17,1-3 12,-8-3 27,-12-1 0,-15-4 12,-10-4-40,-8 1 18,-12-11-1,-3 8-17,-12-5-11,1 10-11,-1 4-39,-2 8-174,0 3-1164,-3 8 1377,-5 8 0,18-9 0,0 0 0</inkml:trace>
  <inkml:trace contextRef="#ctx0" brushRef="#br0" timeOffset="106207">7631 2068 19031,'-37'-51'84,"-1"0"0,1 0 0,-1 1 0,8 5 0,0-1 0,0 6 0,-1 12-258,-20 11 1,-1 13-1879,-1 7 1,-2 5 2051,12-5 0,-2 1 0,-3 4 56,-6 8 0,-5 5 0,-1 3 0,3 0 21,9-3 0,3 1 0,0 1 0,-2 0-34,-6 2 0,-2 0 1,-2 3-1,-3 7 36,18-7 0,-4 5 0,-3 4 0,0 2 0,-1 1 0,1 0 0,3-1 0,3-4 0,5-3-61,-8 6 0,8-6 1,0 2-1,-6 7 24,9-8 1,-5 4-1,-3 3 1,-2 3 0,0 2-1,-1 0 1,3 0 0,2-1-1,4-3 1,6-2-364,-2 9 0,6-2 0,4-2 1,0 1-1,-1 1 335,-5 6 1,-1 1-1,0 1 1,3 1 0,5 2-5,7-5 0,3 4 0,3 1 1,1-2-1,3-2 0,1-5-214,-1 8 0,5-5 0,6 2 257,8-4 1,5 6 0,5-1 0,1-4 0,-1-10-286,12 2 1,7-7 355,-1-3 1,7 3 0,2-2 0,-4-7 15,8-2 0,7-6-13,-13-9 1,8 1 0,7-2 0,1-2-1,-2-1 1,-4-2-54,-6-2 0,-3-3 0,-1-1 0,1-1 0,4 1-48,3 0 0,3 1 0,2 0 0,0-1 0,-3-1 1,-3-2 6,4-3 1,-4-3-1,-1-1 1,3-3 11,-8 1 1,1-2 0,2-2 0,0-1 0,-1 0-1,-1 0-31,4-2 1,-2-1-1,-1 0 1,2-1-1,3-2-3,-3 2 0,2-2 0,2-1 1,1-1-1,-1 0 0,-1-1 1,-3-1-4,0-1 0,-2 0 1,-1 0-1,0-2 1,-1-1-1,1-3-56,-8 5 1,2-3-1,-1-2 1,1 0-1,-1 0 1,-2-1-1,-1 2 1,-1 2 53,8-8 1,-4 2 0,0 1 0,-2-2 0,3-4-4,-6 5 0,1-3 0,1-1 0,-1-2 1,-1-1-1,-2 1 0,-3-1 16,-2-3 1,-3-1 0,-2-1-1,-2 0 1,-1 1 0,-1 1-4,1-3 1,-1 3 0,-1-1 0,-5-1 0,-5-2-32,-5 0 0,-4-4 0,-3-1 0,-4 2 0,-4 4 0,-3 8-90,-11-5 1,-6 10-1,-13 4 105,1 13 0,-12 3 0,-6 2 0,-4 1 0,2 3 0,5 2 0,10 1 0,-17-4 0,3 6 0,7 5 0,0 0 0,1 0 0,-1 1 0,0-1 0</inkml:trace>
  <inkml:trace contextRef="#ctx0" brushRef="#br0" timeOffset="109889">4431 7512 11861,'-7'-55'1205,"0"0"0,0 1 0,0-1 1,0 0-1,1 3 0,-1 5-1129,-5-5 0,1 12-587,2 18 494,5 22-4009,3 34 4205,1 26-126,0-13 0,0 5 51,0-8 0,0 1 0,0 3-41,-1 9 1,0 2 0,-1 3-310,1-10 0,-1 0 0,0 3 0,-2 5 289,1-10 0,-2 4 0,0 3 1,-1 1-1,0 0 0,0-1 1,0-2-333,-1 9 0,0-3 0,-1 0 0,1 1 0,-2 3 310,1-8 1,0 4 0,-1 1-1,0 0 1,0-1 0,0-2-1,0-3-2,-1 2 0,-1-3 0,1-1 0,-1-2 0,0 1 173,1-2 0,-1 0 0,1-1 0,-1 0 0,1 0-173,-3 7 1,0 0 0,1-1 0,0-1-39,0-3 1,1-1 0,0 0 0,1-2-96,-3 11 0,1-2 0,0-1-297,2-7 1,1-1-1,1-2-1670,-2 11 0,1-5 2081,2-12 0,2-6 0,0 3 0,2-22 0</inkml:trace>
  <inkml:trace contextRef="#ctx0" brushRef="#br0" timeOffset="110683">4357 7149 16812,'-7'-54'-680,"-1"-1"1,-4 9-1,15 6 725,36 18 0,28 8 0,8 5 0,-9-1-1673,-11-3 1,-4 2 0,6-2 1676,-1 1 1,7-1-1,2-1 1,-2 1-1,-7 1 42,0 0 1,-5 0 0,3-1 81,-7 3 1,2-2-1,2 0 1,0 0-1,-1 0-26,8-1 0,-2 1 0,2-1 0,8-2-192,-16 4 0,4-1 0,3 0 0,2-1 0,3-1 0,1 0 1,0 1-1,-1 0 0,-1 0 92,-5 1 0,1 0 0,0 1 0,0-1 0,0 1 0,0 0 0,1-1 0,0 1 0,-1-1 0,1 1-55,1-1 1,0 0 0,1 0 0,0 0 0,0 0-1,0 0 1,-1 0 0,0 0 0,-1 1 0,0 0 10,-1 0 1,-1 0 0,0 0 0,-1 0-1,0 1 1,0-1 0,0 1 0,-1 0-1,2-1-143,6 0 1,1-1-1,0 0 1,0 0-1,0 1 1,-2 0-1,-2 0 1,-1 0 143,1 1 1,-3-1 0,-2 2-1,0-1 1,3 0 0,4-1-3,-9 2 0,3-1 0,2 0 1,2-1-1,2 1 0,-1 0 0,0-1 1,-2 1-1,-2 1 0,-2 0 16,6-1 0,-3 0 1,-1 1-1,-2 1 1,0-1-1,0 0 1,0 1 73,7-2 0,1 1 0,-1-1 0,-1 1 0,-2 0 0,-3 1-74,7-1 0,-5 1 1,0 1-1,2 0-42,-6 1 0,2 1 0,1 0 0,-3 0 0,-4 1 35,6-1 0,-4 1 1,6 1 1,-9 0 0,6 0 0,4 0 0,-1 0 0,-4 1 0,-6 2 147,5 2 0,-6 1 1,2 1-160,15 1 1,3 1 0,-7 4-5,-1 7 1,-7 5 7,-9 3 1,-5 7 318,-10 6 1,-3 8 0,-3 0-316,-4-8 1,-2 1-1,0 5 17,0 8 1,1 6 0,-2 1 0,-2-6 35,-2-8 0,-2-4 0,1 5-51,-1 0 0,1 5 0,-1 2 1,1 1-1,-2-3 8,1 5 1,-1-2 0,-1 0-1,1 3-10,0-5 0,0 1 0,0 1 0,0 2 0,0 2 11,0-6 0,0 3 0,1 2 0,-1 0 0,1-1 0,-1-1 0,0-4 10,1 3 0,-1-3 1,1-1-1,-1 0 0,2 3-5,-1 0 0,1 3 1,0 1-1,1 1 0,-1-1 1,1-1 28,-1-2 0,1-1 0,0 0 0,0 0 0,-1 0 0,0 1-26,-1-1 0,-1 1 0,0 0 0,0 0 0,-1 0 0,0-1-15,2 11 1,0 0-1,-1-1 1,-1-1-1,-2 0-1,-3-6 0,0 0 1,-1-2-1,-3-1 1,-2-5 13,-4 10 0,-4-5 0,-3-1-6,-3-2 1,-2-2 0,-6-1-19,0-8 1,-3-2 0,-4-1 0,-3-2-1,-5 0 1,-3-3 0,-3-2 0,0-1-253,-4 0 0,0-2 1,-3-1-1,-1-2 254,8-7 1,-2 0-1,-1-3 1,0 0-1,1-2 10,-10 0 0,2-2 0,-2-1 0,-3-1-52,10-1 1,-3-2 0,-2 0-1,0 0 1,2-1 0,3 1 72,-8 0 0,4-1 0,0 0 0,-5 0 10,4 0 1,-4-2 0,-3 1-1,1 0 1,3-1 0,6 0-9,-8 1 0,6-1 1,-10 0-12,19 1 1,-6-1 0,-5 0 0,-3 1 0,-2 0 0,0-1 0,3 1 0,4 0-1,5-1-23,-4 1 1,6 0-1,2 0 1,-3 0-1,-8 0-46,7 1 1,-5-1-1,-6 1 1,-3 0 0,-3 0-1,0 1 1,1-1 0,1 1-1,4-1 1,5 0 0,5 0 39,-9 1 1,8-1 0,3 1 0,-1-1-1,-8 1 17,6 0 0,-4 0 1,-3 1-1,-3-1 1,-1 1-1,1 0 1,0-1-1,4 1 1,3-1-54,-7 1 1,4-1 0,2 1 0,0-1-1,-1 1 1,-2-1-62,7 0 1,-2 0 0,-1 1 0,0-1 0,0 0 0,-1 0-1,1 0 1,1 0-275,-5 0 0,1 0 1,0 0-1,0 0 1,0-1-1,1 1 0,-1-1 374,1 0 0,-1 0 0,-1 0 0,1-1 0,3 1 0,2-1 0,4 0 0,-8 1 0,5-1 0,4 0 0,-1 0 0,-6 0 0,0-1 0,0 0 0</inkml:trace>
  <inkml:trace contextRef="#ctx0" brushRef="#br0" timeOffset="111401">5677 8082 6509,'7'-47'1189,"0"0"1,0 0 0,0 1 0,0 1-1,-4 9 2670,-6 3-3242,-1 5 769,-1 18-1392,2 21 68,10 41-40,-2-7 222,2 3 0,1 3-230,-3-10 0,0 3-42,-1 3 0,-1 5 0,0-4 515,1 5 0,-2-1-607,0-4 1,-1 2 0,-1-3-148,0 3 1,-1-4 182,0-7 0,1-2-51,-2 0 1,-1-6-123,2-15-62,-3-16 544,3-48-225,-1 1 5,2 0 1,0-9 218,-2 4 0,0-4 1,-1-1-171,2-4 0,-1-2 0,0-2 30,0 5 0,-1-4 0,0 1 0,-1 3 20,1-1 1,-1 3 0,0 3-41,-1-8 1,-2 3 47,-3 1 0,0 7-179,2 7-201,5 2 0,5 4-73,14 19-2001,32-9-4385,15 23 6153,-27 6 1,-1 0-1,14 3 1,-21 3-1</inkml:trace>
  <inkml:trace contextRef="#ctx0" brushRef="#br0" timeOffset="111567">5723 8303 17664,'-4'0'3007,"0"0"-2217,4 0-779,34-100-1652,-6 59 394,3-6 0,8-11 0,-2 12-974,-7 24 1,1 3 2220,23-16 0,-4 4 0,-18 12 0,-2 3 0</inkml:trace>
  <inkml:trace contextRef="#ctx0" brushRef="#br0" timeOffset="112780">6334 7737 18683,'-9'2'3932,"1"0"-3254,8-2-650,0 0-39,37-3 5,-9 16-5,31 5-3370,-21 21 3376,-13-4-23,-4 9 39,-16-1 34,-11 1 11,-12-2 39,-10-18 129,0-11 11,5-12-173,10-8-23,8-15-22,27-21-17,9-4 2,-11 22 1,3 0-3,5 0 0,1 2-133,21-11 121,-14 10 1,1 1 8,-7 6 1,-1 1 4,2-1 1,-1 3-25,10-2-1,-13 7-16,-6 5 28,-14 5 33,-2 19 3318,-10 1-3334,0 11 146,-3-6-152,6 32 6,7-19-15,4-2 1,3-2 2,7-7 12,17 1 27,5-21-5,-11-3 90,10-14 190,-26-32 101,-11-13-236,-4-1-1622,-10 19 0,-4 4 1589,-1 5-61,-18-20 89,10 24-6,-14-2-229,15 13 34,0 8-7,16 18 3296,4 11-3340,1 2-116,8 15-854,10-3-764,4-9 1,2 1-155,14 10-1439,4-12 0,1-5 1821,0-9 875,6-7 1,1-5-1770,3-18 3758,-16 2 1,-1-3 139,2-13 3510,-3-24-4955,-21 17 827,0-9-622,-11 3 486,-2 19 1026,0-2-1417,-2 13-102,3 10-212,-1 3 2341,4 29-2273,-1 0-12,1 25 3392,-1-20-3403,-2 7 11,0-11-11,0 3-3319,0-15 3538,0-7 21,7-27-93,11-26-103,-3 5 18,12-21-23,-4 22-39,3 3-11,-1 5 11,2 13 3381,-4 10-3370,-1 2 6,9 18-51,-4 22 34,-2-5-14,-4 3 0,-2-2 9,-2-9 10,22 20 62,9-39-39,-13-4 17,3-15 0,-3-5-28,-5-7 27,1-8 1,-2-5 23,1-17-38,-10 11 1,-2-2-17,-7 14 0,-3-2-182,3-18 1,-3 0 267,-2-11-50,-2 22 1,-3 2 24,-10 1 20,-5 16-3339,-4 18 3232,5 9-581,-1 36 576,10 9 6,6 0 0,3 3 5,-1-18 1,1-1-1,4 8 0,3-1-25,0-9 0,3-1-109,2 1 0,3 0-227,4 7 0,2-1-2200,7 3 0,1-2 1150,-12-14 0,0-2 1774,9 5 1,-4-4-1,-12-12 1,4 2 0</inkml:trace>
  <inkml:trace contextRef="#ctx0" brushRef="#br0" timeOffset="112943">8142 7733 18865,'-14'-46'-176,"-1"-1"1,14 1 0,14 9-1923,29 27 1,9 9-570,-4-5 1,1 0 2666,6 5 0,-5 1 0,-8 1 0,-21 0 0</inkml:trace>
  <inkml:trace contextRef="#ctx0" brushRef="#br0" timeOffset="114103">8627 7547 24486,'-38'24'285,"18"-5"-189,63-9 4,-7-6-32,-2-5 49,-11-10 18,-10-7-6,-1-10-51,-5-6-33,-10-2 50,-6 1 40,-8 4-12,-6 5 11,-5 7-27,-4 9-3488,0 6 3387,0 12 5,0 17-17,9 11 12,3 4-12,9 13-2262,8-7 2223,7 14-28,12-6-36,16-7-110,16-12 84,-18-21 1,1-3 19,2-3 0,2-4 28,7-6 0,0-5 90,-2-5 0,-2-6 42,2-7 0,-4-3-23,-12 5 0,-3-1 28,-3-5 1,-5 0 224,-1-14-191,-3 8 2385,-4-3-2285,-4 25-106,-1 2-128,-1 7 3380,0 8-3313,-5 31-45,2 1 17,1 5 0,0 3-12,2 7 34,3-14 1,1-4 49,0-10 74,4-3-29,0-29-56,3-11-16,4-15 5,2-10 17,-1-2-17,1 1-11,-1 6-78,9 6 33,-4 16 6,22 14-51,-14 18 18,10 15 4,-15 7-44,-3 5 6,-6-9-802,16 16 253,-5-26 5,22 8 337,-14-24-74,20-13 259,-1-7 116,-18 2 1,-1 0 28,22-9-52,-20 3 0,-1-1 242,4-7-81,-11 6 0,-3-1 216,2-13 307,-9-4-3762,-10 12 3483,-6-1-135,-7 15-173,-7 2 99,-6 6-155,-30 32-29,17-7-8,7-1 1,0 4-32,-6 16-11,4 7 14,12-12 1,4 2-26,3 21 28,12-5-23,20-18 3438,5-19-3382,9-5 12,-2-19 28,-4-16-17,-7-18 11,-7-19-11,-11 24 0,-2-3-9,0-6 1,-2-4 13,0-5 1,-1-1-385,0-3 1,-1-1 434,0 3 0,-1 1 36,-1 7 1,-1 2 8,0 8 0,-1 2 240,-6-21-240,3 27-135,1 12-22,4 17-5,0 9 50,2 12-17,4 20-6,1 21 0,0-8 1,0 3-899,-2-16 1,0 2 884,0 1 0,0 3 1,1-2-276,1 4 0,0-1-1020,3 13 1,0 0-3603,1-4 1,0-4 3375,-3-13 1,-1-4 0,2 9 0,-6-31 0</inkml:trace>
  <inkml:trace contextRef="#ctx0" brushRef="#br0" timeOffset="124942">19997 5192 23142,'-1'6'235,"-2"-5"-188,13 41 1,8 17-14,-8-8-1,-3 6 1,-1-1-1542,-4-10 1527,-1-6 1,-2-1 485,0-9 95,-10 21 609,-4-40-901,-14-14-179,1-32-84,2-10 0,6 0-1,11 11 1,2-5 11,2-16 0,3-4-47,2 16 1,1 0-1,2-1-7,0 1 0,1 0 0,5 2-11,11-13 1,5 8-3,7 2 5,9 4-5,-19 36 796,4 10-791,6 7 34,15 11-39,5 8 2,-24-13 1,-1 2-9,4 6 1,-2 0-988,8 12 993,-7 5-243,-38 16 266,-4-28 4,-8 3 1,-5-3 11,-24-4-3,17-13 1,-1-2 30,-4-2 0,1-6 33,-5-11-83,33-20-17,30 0-6,30-4 17,-5 22-28,6 3 5,7 10 212,-27 0 1,0 1-204,3 4 0,0 2 11,0 2 1,-2 1 240,18 9-260,-4 16 33,-37-13 12,-18 13-7,-38-8-8,8-17 1,-3-1-6,6-3 0,-3 0-9,-20 2 1,0-3-363,18-4 1,1-2 210,-2 2 1,3-1-1232,-3-7 1395,39-10 0,1 6 0,5-5 0</inkml:trace>
  <inkml:trace contextRef="#ctx0" brushRef="#br0" timeOffset="125365">20900 5272 24620,'-47'-10'78,"-1"0"1,-1 7-1,9 10-66,18 19-4,1 13 0,3 2-8,6-9-6,0 4 1,7-2 39,23-5 167,31-5 114,8-23-173,-24-6 1,-2-6 100,-4-12 1,-5-3-87,0-9 67,-8 4 0,-3-1 207,-3-7-302,1-2-3403,-5 17 3442,-3 16-90,-1 5-78,0 1-22,0 26 16,3 0-218,8 31-543,8-13-2459,8-10 0,5-1 3226,10 3 0,7 0 0,-31-25 0</inkml:trace>
  <inkml:trace contextRef="#ctx0" brushRef="#br0" timeOffset="125827">21527 5297 18476,'-6'-44'1775,"0"0"1,0 6 0,-5 10-1188,-38 28-325,-1 21-230,7 2 6,18 3 1,5 5-18,-1 28-22,2-1-3,14-23 1,4-1-77,15 8-346,13 9-718,19-8 225,-1-15-1345,-2-15 0,2-5-819,-11-5 1,0-4 599,14 1 1,1-8 3990,4-26 1,-6-8 584,-19 11 1,-4-1-1699,9-16 0,-8-1 1200,-15-10-381,-6 26 1,-1-2-1410,0-9 0,-1-1 502,1 8 0,-1 1-717,-2-10 1,-1 3 1175,-3 1 164,-3-1-489,0 13 217,3 15-553,0 7 2191,2 29-2286,-1-4-23,1 26 1,-1 5 6,2 0 1370,-1 7 0,0 3-1416,2-20 1,0-1-211,3 10 1,1 0-37,-2-11 0,3-1-2271,10 9 0,3-3 2568,7 0 0,4 4 0,-16-31 0</inkml:trace>
  <inkml:trace contextRef="#ctx0" brushRef="#br0" timeOffset="127251">22366 5160 17070,'-3'-3'3713,"0"1"-2749,3 2-12,-71-10-504,31 20-224,-10-6 0,-2 3-64,25 9 0,1 5-46,-8 10 1,2 3-98,11 0 0,3 0 2,1 0 1,6-1-31,23 20-40,21-26-156,14-8-202,8-9 132,-24-9 0,2-4-345,15-8 0,0-4 476,-12 1 1,-1-1-284,11-7 0,-4-3 580,6-14 184,-16 8 250,-14 3 1,-4 0-42,-6 1-3465,1-14 3179,-14 27 151,-7 6-17,-9 2 56,5 4-431,-2 8 0,12 9 0,5 10 3380,8 5-3380,7 2 34,34 2-35,-15-17-10,19-1 33,-16-19 17,-1-8 23,6-8 5,-9-11 0,-9-7 101,-11-22-73,-11 15-6,-8-9 62,-12 24-117,5 14-18,-6 5 29,-5 16-34,2 6-28,-10 12 6,12-1-1,-7 24-19,19-16 0,1 0 3,-9 22-11,12 6-74,19-28-3542,10-3 3156,18 3-426,11-10 331,6-11 439,-11-20 1,-1-10 297,-16 0 0,-2-6 33,9-9 0,-5-2-42,-12-16 185,-12 9 56,-7 25-66,1 0 3078,-3 11-3399,0 6 399,3 17-399,2 15 1,1 0-1,1 17-10,2-10 33,4 7 67,-2-15 56,1-10-61,-3-27-57,-1 0 74,14-22-40,-3 3-5,10-13-34,-10 12 39,22-10-56,-21 23-17,22-10 1,-26 21-23,15 1 5,-9 10-27,12 12-56,-9 6-135,3 10-280,-1-5-331,4-2-122,10-4 531,-4-8-195,17-4 336,-7-8 285,15-5 162,-5-9 152,-6-7 145,-21-4 1,-3-3 33,10-16-235,-16 11 0,-2-1 279,-1-13 19,-7 8-69,-12 8-358,-14 14-45,-22 12-39,-1 15-17,-12 13 6,12 9-17,7 8-33,11 2 21,13-2-21,22 1 16,18-11 11,10-11 34,13-19-16,-24-12 27,8-19 28,-19-9-5,3-22-606,-14 20 0,-1-2 600,-1-6 0,-1-5 13,1-1 0,0-5 0,0 3-23,-1 11 1,0 2 0,0-1 16,2-11 1,1-2 0,-1 3 137,1-3 1,-1 4-211,-3 12 1,-1 2 145,-2 1 0,-2 3 48,-6 1-118,-1 14-11,-1 11-67,2 13 1153,-6 16-1136,-5 29-1536,2 6 0,0 5 1524,4-15 1,0 2-16,1 3 0,-1 6 1,3 4-1861,5-10 0,4 4 1,0 2-1,1-2 0,-1-4 1881,-1 7 0,1-5 0,-1 2 0,2 1 0,0 6 0,1-7 0,-1-18 0,2-18 0</inkml:trace>
  <inkml:trace contextRef="#ctx0" brushRef="#br0" timeOffset="128768">19349 4422 17697,'-3'-4'3277,"2"1"-2958,1 3-5122,-7 47 4926,5-17 59,-1 16 1,0 3-93,3 7-37,-1-2 0,-1 5-22,-1-2 0,0-1-17,0 1 0,-1 5-7,0-8 0,-1 8 0,0 0 0,1-6-9,1-6 0,0-3 0,1 4-38,-1-3 1,-1 5 0,1 2 0,2 0 0,3-3-379,8 6 0,4-1 0,1-2 1,-2-4 375,-4-3 1,-2-4 0,4 0 7,8 7 1,5 0 0,-3-13-141,5-11 118,-10-12 1599,3-20-2052,-22-43 385,0-1 76,-3 14 1,-2-1 561,1 0 1,-1 0-543,-2-21 70,0-2 0,0-5 989,3 9 0,0 0-1005,1 12 0,0-1 0,-2-2-8,-2-10 1,-1-3 0,-1 1-1008,-1 4 0,-1 0 0,0 0 974,1 0 0,0 0 1,0 0 8,1 3 0,-1 1 1,3 3-284,3-4 1,4 4 277,2 1 0,7-1-507,14 0 1,9-3 0,-1 5 522,-4 5 1,4 2-3,12-5 1,8-2 0,2 6-262,0 11 1,2 6 0,-2 1 255,-6 1 0,-2 1 1,3-1 151,10-2 0,4 0 0,-2 2-160,-4 3 1,-1 1 0,-2 1-286,-10 3 0,-1 0 1,6-1 285,4-1 1,8-3-1,5 0 1,1-1 0,-1 1-1,-6 2 137,6-2 1,-5 3 0,1-1 0,8-2-126,-14 4 1,5-1-1,3-1 1,3 0-1,0 0 1,0 0 0,-1 0-1,-3 2-6,0 0 1,-1 1 0,0 0-1,-2 0 1,1 0 0,0 1-1,1 0 8,1-1 1,0 1 0,0-1-1,1 1 1,-1 0 0,0 0-1,0 0 6,0 1 0,0 0 1,0 0-1,0 0 0,-1 0 1,-1 1-1,-1 0-68,1 0 1,-1 0-1,-1 1 1,0 1-1,0-1 1,0 0 69,-1 1 0,0 0 0,0 0 0,1 0 0,-1 0 0,3 0 29,-4 1 0,1-1 0,1 1 0,1 0 0,-1 0 0,-1 0 0,-1 0-41,11-1 0,-2 0 0,0 1 1,0-1-1,3 1-67,-11 1 0,3-1 1,1 1-1,1 0 0,-2-1 1,-2 2-1,-3-1 68,3 1 0,-4 0 1,-2 0-1,1 0 0,2 1 2,7 0 1,4 0 0,-1 0-1,-2 0 1,-7 1 219,0 0 0,-6 1 0,1 0-198,7 2 0,1 0 1,-8 5 776,-9 4 0,-5 3-711,-2 3 1,-4 1-20,10 21 28,-28 14-23,-10 3-61,0 2 5,-1 3-8,2-5 0,1 5 220,1-13 1,1 3-222,-1 1 0,2 6 0,1-1 13,1 1 0,1 0 0,1 2 23,-2-1 0,1 2 1,0 1-1,-1-4-27,1 4 1,0-4-1,-1 4 16,0-3 0,0 4 0,0-2 0,-2-5-5,-1-8 1,-1-4 0,1 2 8,0 11 1,1 2 0,-1 0-6,1 0 1,-1 0-1,0-3-20,-1-12 0,0-1 0,1 3 18,0 15 1,1 4-1,-1-4-16,-1 2 1,0 0-13,-1-4 1,1 2 0,-2-2 8,-2-12 1,-1-2 0,-2-1 16,-4 18 1,-2-3-17,1-13 0,-5-2 18,-6-4 1,-5-1-1,-2-2-24,-7 1 1,-5-2-12,1-2 0,-5 2 0,-1-3 11,0-6 0,-1-2 0,-1-2-507,-7 2 0,-1-1 0,0-2 499,10-4 1,0-2 0,-4 1 7,-5 0 0,-5 0 1,-5 0-1,-4-1-87,11-4 0,-5 0 0,-4-1 1,-1 0-1,0 0 0,3 0 1,4-1 75,-4 2 0,5-1 0,1 1 0,-2-1 0,-5 0 1,12-2 0,-5 0 0,-3 0 1,-1 0-1,-1-1 0,2 1 0,4-1 1,4-1-1,8-1 1,-17 1 0,11-1 0,-5 0-24,2 0 1,-6 0 0,-2 0 0,1 0 0,6 0 25,-4-1 0,4 0 0,-6 0 0,6 0 1,-5 0 0,-4 0-1,-2 0 1,0 0 0,3 0 1,5-1 1,1 1-1,0-1 1,1 0-1,-1 1 1,1-1-2,-1 0 0,0 0 0,1 1 0,-1-1 0,0 0 1,-1 1-4,-3 0 1,-2-1 0,-1 2 0,2-1 0,2-1-1,3 1-1,-3 0 1,3 0-1,2 0 1,-1 0-1,1-1 1,0 1-1,0 1 1,-3-1 6,2 0 1,-3 1 0,-1 0 0,0-1 0,2 1-15,-7 0 1,1 0-1,1-1 1,1 1-1,4 0 1,1-1-1,1 1 1,1-1 0,4-1 1,0 1 0,2-1 0,6-1 393,-10 1 0,6-3-1554,9-3 0,0-2 1499,-4-2 1,4 0 0,2-5 0,25 0 0</inkml:trace>
  <inkml:trace contextRef="#ctx0" brushRef="#br0" timeOffset="129290">19230 5909 12461,'-3'-4'6463,"1"1"-1764,2 3-4430,15-53-224,-7 40 33,18-34-33,-15 56 140,12 32-51,-10 7-75,-5-7 0,-2 4-788,-3 5 0,-4 1 759,-2 7 1,-3 4-5,2-16 1,-1 5 0,-1 0 0,2-5-19,-3 15 0,1-1-1,0-7 1,1 3 0,3-5 11,6-5 1,4-4 16,2 1 1,4 1 2,5 7 0,7-1 26,4-13 1,5-1-1,-1-5-32,-2 0 1,1-5 0,15 5 0,3-8-74,-16-17 0,2-6-2973,24-12 0,2-4 3013,-6 1 0,-1-1 0,-2-2 0,-7 0 0,-3-4 0</inkml:trace>
  <inkml:trace contextRef="#ctx0" brushRef="#br0" timeOffset="144156">13166 4204 17703,'-11'-58'1112,"0"0"0,0 1 1,2 10-1,-1 2 1,2 5-651,-1 6 0,2 6-361,-2 7-258,3 14-4111,5 22 4290,4 2 620,5 29-620,8 9-8,-5-17 0,1 2-3,0 3 1,2 1 4,4 17 1,0 0-9,-6-19 1,-1 0 30,4 13 1,-5-3 609,-10-3-481,-2-17-17,-10-22 63,-2-27-74,-3-17-90,3-7 0,-1-11 1,1 5 790,3 8 1,0 0-840,0-8 0,-2-5 0,3 3 26,4-1 0,2 5-6,-2-14 76,3 18 0,-1-6 1,3 7-43,4-14-45,0 13 0,2 2 12,13 2-18,8 8-22,7 10 12,6 9-18,6 16 23,3 18-1404,-23-2 0,-2 3 1406,1 7 1,-2 3 16,0 5 1,-2 2-84,0 2 1,0 1 57,0 0 0,0-1-22,0-1 0,0-2-165,1-4 0,0-1-471,-2-5 0,1-1-4252,1-2 1,0-1 4641,8 7 1,-6-10-1,-16-17 1</inkml:trace>
  <inkml:trace contextRef="#ctx0" brushRef="#br0" timeOffset="144424">13162 4209 20660,'34'-37'-225,"0"0"0,0 1 0,0-1 0,-2-3 1,-2 1-1,4 7 225,9 9 0,4 6 0,-8 5 0,-3-2 0,-4 3 0,0 0 0</inkml:trace>
  <inkml:trace contextRef="#ctx0" brushRef="#br0" timeOffset="144943">13932 3715 22979,'17'49'108,"-1"0"1,-3-11-1,-1 1-7,4 18 0,-2-1-45,0 2-48,-3-12 1,-1 0 63,2-2 7,-7-23 324,1 3 314,-5-16-275,0-14-234,-10-21-169,4 2-16,-8-14 7,1 2 1,1-2-20,-3-7-161,-2-5 0,0-3 158,5 10 1,1 3-751,2 5 1,1 1 746,-1-5 1,3 1-1,3 4 1,4 0-9,3 4 1,1 0 2,-1-1 0,1 1-2792,13-11 2769,9 18 167,10 8-138,10 1-12,-4 14-16,1 12-629,-15 15 0,-3 5 651,4 3 0,-9 4 0,-11 0-88,-22-7 94,-24 20 11,3-20-9,-7-3 0,-5 0-92,6-10 0,1-2 8,-1 3 0,1-3-987,-20 2-2830,45-17-4677,6-4 8570,10-1 0,0 0 0,-2 2 0</inkml:trace>
  <inkml:trace contextRef="#ctx0" brushRef="#br0" timeOffset="145226">14640 3368 20050,'-3'-2'4811,"1"1"-4699,2 1-101,-24 22 0,27 7 1,-11 24-18,25-19 0,7 3-190,5 14 0,0 2-112,-8-11 0,-2-1-25,3 3 0,-7-2-2361,-17 6-7137,-11-7 8566,2-10 1,-1-6 0,9-21 0</inkml:trace>
  <inkml:trace contextRef="#ctx0" brushRef="#br0" timeOffset="145423">14576 3940 16600,'-5'0'7376,"0"0"-6894,5 0-421,-15-31-55,24 19 22,27-32-95,19 28-169,-9 4 1,3-2 235,-4-1 0,-3 0 0,11-1 0,-6-3 0</inkml:trace>
  <inkml:trace contextRef="#ctx0" brushRef="#br0" timeOffset="145776">14534 3388 16196,'-7'0'3888,"2"0"-1732,5 0-851,0 0-891,-22-20-307,27 12-6,-13-16 151,65 6-112,-4 0-115,-21 7 0,2-1-1662,11-4 0,-2 0 1648,-4 0-9,-6 4 1,0-1-865,0 0-2303,-12 6 3165,2-1 0,-15 7 0,-7 1 0</inkml:trace>
  <inkml:trace contextRef="#ctx0" brushRef="#br0" timeOffset="148014">11884 2199 17081,'-2'-46'1383,"0"-1"1,-1 2-1,4 15-1243,1 27 23,1 7 66,2 8 35,-1 16-40,0 16-143,-5-13 1,-1 2-18,-2 6 1,-1 2-23,-3 5 0,0 0-26,1-9 1,0 0-234,-2 7 1,0 1 258,2-6 0,0 0 8,0 0 0,1 0 12,-4 18 519,6-25-206,4-28 426,0-27-740,2 3 34,2-41-16,0-1-619,0 6 0,-1-2 554,-1 17 0,0-1-9,0-1 1,-1-3 0,0 5-1,0 8 1,-1 1-12,1-20 1,1-4 5,0 5 0,0 2-9,1 1 1,1 1-130,1 1 1,1 5 154,5 1-17,0 17-6,22 12 12,0 13 164,26 11-103,-30 1 0,-1 4-16,3 6 0,1 3-107,9 15 0,0 2-660,-13-12 0,-2 1 622,5 5 0,-2 4-1780,-7-2 0,-2 3 0,-2-4 549,-4-9 1,0 0 1058,3 14 1,1 6 0,-6-11 0,-7-15 0,-2 8 0</inkml:trace>
  <inkml:trace contextRef="#ctx0" brushRef="#br0" timeOffset="148198">11889 2483 13704,'-7'-6'3106,"-18"-23"0,1-9-1875,12-2-856,-7-12 1,5 0-326,23 7-6,19 5 1,8 4-229,-6 16 1,2 4-490,23-13 0,2 4-1417,-19 11-1,2 4-2825,23-2 1,-2 2 4527,-7 1 1,-15 5-1,-6 0 1,-21 3-1</inkml:trace>
  <inkml:trace contextRef="#ctx0" brushRef="#br0" timeOffset="148677">12659 1991 31062,'-7'39'-1204,"7"9"-2101,6-8 1,2 3 2958,0-6 0,0 0 120,0-2 0,0 0-493,1 2 0,-1-2 454,-1-1-64,-2-1 0,0-2-422,-3-9 596,-6 11 236,-5-26 1722,-4 1-1438,-10-18 2058,-16-31-2435,4-6 1,13 9 0,1-4 1504,8 6 0,3-3-1504,0-13 1,1-1-448,4 16 1,1 1 300,-1-17 0,3 2-169,1 4 298,5 4 0,1 0 278,7-5 43,2 12 1,5 3 479,21 5-230,-2 20 0,3 9 215,17 16-420,-15 15 1,-7 8-371,-23-2 1,-6 1 497,3 0 1,-5 0-395,-11-7 1,-7-2-26,-16 4 1,-3-4-1323,-4 4 849,-3-1 1,1-3-8,11-12-9220,-9 2 9933,27-18 0,-2 1 0,13-7 0</inkml:trace>
  <inkml:trace contextRef="#ctx0" brushRef="#br0" timeOffset="149185">12941 1938 31838,'25'46'-825,"0"0"0,0 0 0,0 3 0,-2 0 0,-5-5-585,-2 14 1296,-8-17 0,-2-1 283,-3 8-4014,-2 15 4046,-2-24 1226,-2 2-1611,0-31 1146,-1-1-355,2-14-632,-7-35-172,4 14 73,-2-15 1,1-4-160,-1-15 127,1-1 0,0-3 49,2 22 0,1 1 20,0-6 0,0 2-56,1 9 0,2 4 396,5-11-71,8-13 227,3 26 444,23 1 473,-10 18-56,15-1 3310,-17 13-4360,11 16-220,-6 18 0,-1 0 0,-14 2 0,-8 2-433,-18 3 55,0-8 0,-5-2 238,-10-11 0,-4-4 271,-6 0 1,-1-4-268,-4-1 0,0-2 457,-1-4 1,1-2-2505,-19-1 2642,-1-17-1899,39-5 1325,8-16 0,14 16 0,10 0 0</inkml:trace>
  <inkml:trace contextRef="#ctx0" brushRef="#br0" timeOffset="149802">13486 2163 32767,'33'-40'0,"1"-1"0,-2-1 0,-6-2 0,-13 4 0,-4-1-392,0-5 0,-1-2 118,-1-3 0,-1 0 58,-2 10 1,-2 1 32,1-6 0,-2 0 34,-2 13 1,-1 2-445,-2-30 317,-6 23 1,-2 3-313,-1 9-96,-8-12 233,14 40 230,3 17-133,0 19 269,3 2 0,0 3-943,2 1 0,1 1 1068,-1 1 0,1 1 39,5 16 0,1-4 105,2 4-115,-3-20 0,2 5 0,0-7-362,3 9-61,4-4 0,3-4 98,-1-15-178,30 7 406,-15-33 246,-1-9 1,0-5 777,15-23-326,-19 8 1,-2-1 2192,4-16-2330,-12 6 1,-4-2 418,-3-2-94,4-16-188,-16 29-670,-2 19 0,-1-1-317,-1 12-2947,2 11 3187,1 2 117,0 17-115,1 5-52,8 27 105,4-7-1121,-2-22 1,2-1 868,15 13-3445,3-6 2137,-4-12-3614,16-1 5190,-18-16 0,3 2 0,-17-11 1</inkml:trace>
  <inkml:trace contextRef="#ctx0" brushRef="#br0" timeOffset="149991">14220 1603 32605,'16'17'-2458,"0"0"0,4 10 1,-8-11-1</inkml:trace>
  <inkml:trace contextRef="#ctx0" brushRef="#br0" timeOffset="151226">14850 1777 25340,'0'-5'3906,"0"2"-2168,0 3 45,-73-45-3360,41 52 1,-2 2 1985,-15-26 1,1 5 96,10 35 0,6 9 816,1 12-1322,14-1 0,5 4 0,6-13 0,5 1 0,4 10 0,10-1-997,21-11 1,8-6 629,-6-8 0,4-4-77,16 3 1,4-7 49,-1-15 0,-1-6-265,-8 1 1,-1-3 936,6-6 1,-3-4 425,-14 3 0,-3-2 210,-2-6 0,-3-1 911,7-10-1724,-7-14-101,-29 11-387,-3 11-1769,-11 0 256,-20 20 2131,10 6-1034,-35 8 499,32 4 700,-3 8 1,2 4 876,1 15-687,6-1 1,3 0 464,2 9-22,5 17-1293,20-27-938,11 4-504,25-11-185,-10-12 2813,16-12-1179,-22-13-1395,4-11 2579,-8-9-210,-8 2 574,-1-19-159,-8 13-1025,0-7 1769,-5 7-1876,-3 20-991,-2-2-340,-1 17 3653,-1 5-2322,-4 14 0,3-3 0,-1 23 0,8-9 0,8 11 0,14-11 0,14-6 0,-2-9-202,18-6 343,4-14-80,2-9-61,-28 2 0,-2-4 0,12-25 0,-25 15 0,-3-3 0,-2-5 0,-4-2 0,-3-5 0,-1-2 0,-2-4 0,-2 0 0,0 10 0,-1-2-504,-1-24 1,-2 2-869,0 9 627,-1 3 1,-2 4-613,-2 18 359,-1 3 327,2 13 100,2 11 3746,2 7-3249,-12 52 14,8-20-42,-1 10 1,2 8 49,11 0 1,2-1 66,-3-10 0,4 2-173,3-4 0,4 5 0,2 0 0,-1-6-243,6 1 1,0-1-84,1 0 0,2 4 1,-1-6-628,4-4 1,-2-5 303,5 6-343,-2-7-358,-24-30-3683,-11-15 3425,-15-14 1143,-20-16 972,17 20 0,-3-1 619,-5-5 0,0 2-44,-10-10 62,0-1 1316,12 10-1358,12 9-289,-3-6-544,15 14-222,20 2 1366,23 7-72,1-1 3208,15 4-3873,1 0 1,0 1 479,0-1-171,1 1 1,-2-2 269,-12-4-308,-5-6-789,5-14 0,-18 5 0,-3-23 0,-15 22 0,-8-27 0,-5 26 0,-6-9-345,5 19-694,2 7 248,4 9 998,1 4-352,0 18-143,2 9 349,0 17 53,3-13 1,1-1-1201,1 17 828,3-16 0,1-2-668,1-5-2559,17 23-6346,4-19 7373,-5-4 0,-3-14 1,-20-17-1</inkml:trace>
  <inkml:trace contextRef="#ctx0" brushRef="#br0" timeOffset="151401">16406 1608 32285,'-50'-34'-9831,"31"43"7690,43 35 1,0-2 0,-19-34 0</inkml:trace>
  <inkml:trace contextRef="#ctx0" brushRef="#br0" timeOffset="151801">16812 1846 24383,'2'-5'6795,"-1"1"-7103,-8-29 1,-5-5-1063,-2 15 1300,-5-18 0,-4 5 7,-1 29 1596,-32 9-25,18 12-772,-15 13-736,19 14 0,11 10 0,11-7 0,7 0 0,36 3 0,13-2 0,-18-22 0,3-2 0,7 8 0,6 2 0,-1-9 0,4-13 0,-4-8 0,14-2 0,-3-9 0,-30-12 0,-5-8 0,-2-14 0,-8-10 0,-9 18 0,-2-1 0,-1-13 0,-1 17 0,-3 2 0,-4 3-1755,-9 2 491,-8 13 1219,-8 17 1103,-3 14 536,4 16-1182,13 12-837,19 17-566,11-20-3052,6-12 1,3-4-3446,3-5 7314,6 3 1,-16-17-1,-3-4 1</inkml:trace>
  <inkml:trace contextRef="#ctx0" brushRef="#br0" timeOffset="152166">17141 1890 32767,'-4'-47'0,"1"1"0,0 4 0,1 9 0,2 22-876,0 5 315,1 9-81,7 18 18,1 11 82,2 9-1493,0 14 1861,-4-7 12,4 8-129,0-8-35,1-11 149,-5-18 551,5-11 776,-1-20 523,3-2 56,7-20-302,11-13-1370,-5 7-57,-5 10 0,2 2 0,14-7 0,11-3 0,2 11 0,8 12 0,-18 9 0,14 16 0,-9 24 0,-9-3 0,-11 5 0,-5 3-9831,-6 12 8727,2 6 1,-13-29-1,-4-20 1</inkml:trace>
  <inkml:trace contextRef="#ctx0" brushRef="#br0" timeOffset="153091">19050 1882 21246,'-6'-58'1182,"0"1"0,0-9 0,1 8-515,1 14-380,1-7-90,1 29-17,0 19-208,4 26 67,2 16-47,-1 4 0,1 11 0,0-3 27,-1 4 1,0 1-356,-1 1 0,1 5 0,-1-6 339,0-2 0,0-4 7,2-5 1,0-3 4,5 16 263,6-3-338,-9-34 97,3 5 8,-7-21 153,-1-13-259,-1-4 66,1-22 0,0-7-37,-1-15-1248,0 6 0,-1-2 1296,-3 14 1,-2 3 6,-5-22-97,-1 12 1,-2 1 79,4 12 1,0 1 10,-3-12 0,0-2 12,5 12 1,3 1 44,0-25-65,16 6-9,13 7-1109,15 20 0,5 3 1098,6-1-10,7 11 1,-3 7-85,-16 11 52,-3 3 1,-1 6-44,6 19 89,-19-9 0,-1 2 1,6 18 7,-20-9 1,-5 0 22,-8 0 95,-5-3 0,-7-1 62,-10-10 0,-5-4 1026,-1 0 1,-3-2-972,-8 0 0,-3-6-60,2-10 1,2-5 117,-14-5-56,4-11-1049,35-17-1284,20 3-7736,26-19 7899,-2 25 0,8 6 0,-25 19 0</inkml:trace>
  <inkml:trace contextRef="#ctx0" brushRef="#br0" timeOffset="153793">19758 1608 23442,'-6'-6'2399,"1"2"-1774,5 4-46,-27-61-1005,41 43 109,-27-44 107,68 70 77,-14 10 34,-10-2 0,0 2 110,-5 2 1,-3 2-35,-1 2 0,-2 1-377,9 26 436,-14 1 20,-18 0 123,-4-19 126,-16 1 53,-1-24-3143,-11-5 3503,11-9-85,1-15-323,16-6-223,8-12 18,21-11 175,8 5-25,7 5-75,9 8-112,-5 11 87,-9 7 0,0 1 419,11-1 3555,10 1-3754,-27 9-298,0 1-93,-10 5-243,-7 1-216,-6 17-319,-2 0 137,-4 15 52,1-1 257,3 15 93,11-7-236,3-1 111,29 2 470,-16-23 344,19 9-127,-16-21 1,1-4 570,7-1 25,23-15 201,-42-15-50,-7-16-673,-14-2-381,-5 9 0,-19-21-547,-2 19 210,8 10 0,-2 1-368,-13-11-198,3 10 335,6 8 377,7 9 476,6 9 476,3 11-177,4 11-921,2 12-895,12 10-969,2-16 0,5 1-2715,7 1 1,2-2 2839,14 16 0,-5-15 0,-28-25 0</inkml:trace>
  <inkml:trace contextRef="#ctx0" brushRef="#br0" timeOffset="154234">21064 1833 23556,'3'-6'6717,"0"2"-6846,6-25 0,-4-10 1186,-16-12-1337,15 9 1,-4 2 188,-33-3-72,-6 33 508,7 2-546,-28 30 739,33 5-204,5 2 1,2 2 298,5 7-109,5 16-524,14-22 0,9 4-494,9-7 99,12-13-16,-6-18 722,2-13-3009,-9-16 2984,-7 4 255,2-8 246,-7 8 198,2-8-616,-4 14-494,-2 2-634,-3 15-23,-1 6 251,2 13-209,0 16 157,3 19 106,-3-1 280,-1-2 1,-1 2 1236,-2-11 0,-1 1-1244,1 18 0,-2 5-69,0-16 0,0 0 1,-1-2 43,1 4 0,-2-1 96,1 9 1,-2 1-2060,-5-4 0,-3-4 1562,-9 6 351,7-14 1,-2-8-736,-7-21-1672,-11-36-4573,15-13 7175,-6-19 1,21 20 0,6 13 0</inkml:trace>
  <inkml:trace contextRef="#ctx0" brushRef="#br0" timeOffset="156401">21167 1592 15753,'0'-4'4038,"0"0"-1477,0 4-1961,77 16-454,-46-2 141,15-2 0,0 5-228,-10 22-139,-1 8-1450,-15-17 1,-1 2 1516,-3 0 1,-4 0-26,4 27 435,-14-11-71,-42-5-156,17-23 169,-31-11 189,35-23-18,-1-12-215,9 2 3281,7-11-3371,11 3 204,9-8-3509,13 1 3341,-3 18 1,1 2 421,15-6 72,10 2-354,-6 12 1,2 2 53,-12 2 1,1-2-116,19-2 1,-2 0 345,5-2-97,-11-1-207,-21 4-255,26-18-88,-28 10-177,8-18 3020,-26 14-3062,-25-10-603,-10 16 210,-13 3 375,8 14-84,-5 18 165,19-2 26,-19 32-59,23-22 193,1 5 1,2 1 243,3 6-499,-1 8 31,12-10-342,14-6-70,3-10 380,10-9 566,-2-25 545,-1-12-270,-6-1 73,9-19-285,-10 11 178,7-13-2,-7 14-572,-6 10 0,-2 6 0,-7 12-190,0-1 74,-3 6 422,0 13-737,-1 7-190,2 16-102,2 5-258,2 3-692,3 3-874,5 2 420,0-11-3002,12 2-702,3-19 965,16-4 5608,-6-19 2189,3-14 6,-20-5 2211,-2-16-840,-7 0-793,7-21-5955,-8 18 3829,9-18-971,-11 33-854,2-3-78,-4 14 245,-3 10 549,1 2 408,10 16 2620,-2 8-3530,3 5-39,-2 10-157,-6 7-64,-2-8-61,-3 20-271,-5-35-138,-4 12 954,1-22 876,-3 1 197,4-9 351,0-3 415,2-5-1488,3-26-73,1 11 134,10-39-127,2 21-257,-1 7 0,2-1-30,10-11-170,-1 6-639,13 7 1788,-14 21-979,18-5 0,-13 20 0,0 5 0,-9 4 0,3 19 0,-12-5 0,1 14-1205,-8-14-75,-8 8 652,0-20 71,-6 12 385,5-22 400,0 2 386,4-18-565,2-5 228,3-14 73,4-6-178,10-13 46,3 7-40,14-6-68,-13 22-476,30 1 980,-22 18-67,22 5-262,-16 11-375,-5 11-510,-9 8-4354,-7 12 3432,-9-11-100,-4 5-1928,-2-2 169,0-5 2011,1 1-107,4-12 686,6-15-337,7-8 3267,3-7 1086,7-19-1445,-10 7 146,1-8 1986,1-8-2634,-10 18 329,10-22 1006,-5 22-3857,-3 8-214,2 2 932,0 24 12,-1 5-2,5 17-27,-4 5-41,-3 5 238,-4-10-120,-1 13-10,-4-20 12,1 6 3507,-3-19-3069,0-8 182,0-5 419,-3-23-313,5-5 302,7-26-3464,5 7 3433,10-1 120,-1 11-11,3 7 13,-6 10 31,14 4 711,-9 11-11,20 4-282,-19 4-352,8 20-669,-23-1-677,1 6-131,-12 22-212,-4-22-267,-2 18-197,2-25 304,2-8 149,1-6 3887,1-6-2946,1-3 648,3-6-18,4-7-247,5-8 83,4-6-111,5-1 219,-5 7 104,10-2-239,-9 14-432,9-2 0,-6 11 0,9 11 0,-6 5 0,0 5-302,-4 6-144,-4-3-206,11 11-149,2-14 148,0-8 138,7-29 784,-17-2-130,9-18 18,-11 7 102,5-10 67,-4 1-132,-1 4-293,-5 9-262,-3 7-365,-5 9 172,-2 5 110,-2 3-108,0 19-21,0 4 3347,4 20-3621,5 1-167,5 3-226,7-3-505,5-3 1776,13-4 0,-20-18 0,4-5 0</inkml:trace>
  <inkml:trace contextRef="#ctx0" brushRef="#br0" timeOffset="156584">24368 1341 24485,'-8'-46'-179,"0"0"0,1 5 0,7 10-872,10 22 211,4 11-2550,12 22 3373,3 18 1,-9-14 0,-2 3 0</inkml:trace>
  <inkml:trace contextRef="#ctx0" brushRef="#br0" timeOffset="157358">24660 1631 27352,'28'-14'-86,"0"15"90,-4 56-378,-8-13 253,-5-12 0,-1-1-59,-2 7 39,0 2 55,-5-13-7,-2-13 501,-1-24-549,0-1 263,7-31 37,5 9 54,4-6 26,18-7 110,-6 21 28,13-7-2,-8 19-8,1 15 57,-7 10-256,1 14-157,-12-1-184,0 15-257,0-3 104,-1-9 0,1 0-104,8 8 82,3-10 1,4-2-66,21-5 416,-21-8 1,1-2 237,27-7 217,-17-13 134,-4-10-158,-12 0-167,-4-9 0,-3-5 178,-1-13-323,-3 16 0,-3 0 38,-7-7-349,-13 22-70,-7 1 260,-10 8 573,-12 13-2893,-13 29 2880,17-9-114,-2 23-338,30-29-25,1 11-160,11-8-289,5 2-287,20-8 219,-11-10 593,10-7 594,-6-20 2958,-9 6-2931,15-20-3363,-17 18 3466,16-15-339,-14 20-492,6-5-223,-6 22-204,-1 14-32,2 5 112,0 30 1,-2 6-397,-4 0 200,1 1 0,-3 1-333,-9-7-88,-12-3 1,-6 10 0,0-7-41,4-12 1,-2-1 798,-8 18 1,-4 6 0,7-19 0,8-26 0,2-6-1</inkml:trace>
  <inkml:trace contextRef="#ctx0" brushRef="#br0" timeOffset="160690">26864 1879 12332,'-4'-3'7332,"1"1"-6155,3 2-188,48-67-1434,-17 54 1,2 1 597,9-24 0,5 0-206,4 24 1,6 9-1,-6 1-44,-8-2 1,-1 0-264,20-1 0,-6-1 524,-15 3-2223,-26 1-1426,-16 2 277,-17-1 2093,-20 1-1006,-14 0 2650,8 0 844,-7 0 3060,9 0-2559,8 1-845,6 1 811,15 5-972,6 0 840,-11 25-1532,9 0-316,-5 26 2734,11-14-3197,3 17-137,1-23 359,1 9 0,1 2-379,0-3 445,0 6 0,-1 1-6,-10 2 247,2-2 90,-15-14 290,0-27 666,-13-5-235,11-7-70,-3-6 607,8-11-867,9 7 200,-5-12-595,15 5-218,0 3-183,7-1-3,19 1 369,7 4 68,0 2 0,2 0 294,11 0-163,-11 2 1,2-2 56,-8-1 1,0-1 5,2-2 0,0-2-459,-3 1 0,-1-1 471,10-12-278,1-8 38,-8 5 158,1-6-220,-17 18-59,-11 9-10,-3 6 641,-1 2-866,1 5-40,0 8 16,2 14 22,1 0 168,2 6 0,1 1-179,1-1 214,2 7 0,1 0-55,3-1 48,-1 0 128,-5-15 278,-6-19-57,-1-2 317,0-11-449,-1-2 191,0-30-75,5 2-19,6-19-102,3 19 0,5 9 1,3 3-50,0 4-1,25-15-11,-21 30 11,17 5-11,-14 5-45,13 12 45,-15 8 34,8 10-23,-1 6-17,-11-14 1,-1 0 5,8 9 0,-1-10 0,-2-2-6,-3-6 29,27 5-1,-30-17 28,14-9 6,-14-10 34,4-14-45,-2-9-34,-12 6 0,-1-2 0,2-14-3,-7-2 1,-2-1 2,-1 1 33,-4-8 0,-2 0 16,0 10-22,-2 4 1,-1 4 1,2 14 0,-5-4-66,8 24-29,0 4 222,2 14-111,1 46-31,1 5-554,-1-13 1,1 3 566,-1-8 0,0-2 1,0-7 0,0 0-113,1 18 1,1 0-521,-1-17 1,0 0 165,2 15 1,2 0-376,-1-15 0,2-2-1095,10 23-1486,7-16 3403,7-17 1,-13-13-1,-1-9 1</inkml:trace>
  <inkml:trace contextRef="#ctx0" brushRef="#br0" timeOffset="161468">28340 2141 20375,'-26'-46'794,"-1"1"0,2 4 0,15 9-788,61 19 942,-13 7-1127,-2 5 0,3 2 217,-4 3 1,-1 1-187,3 2 0,1 1-424,18 4 0,-1 1 408,-19-5 0,-1 1-363,7 2 0,-4-1-872,-5-2 663,-1 0 1007,-16-10 814,-13-5 258,-10-6 342,-8-1-677,-2 0-222,-1 2-253,3 3-368,5 5-245,5 2-45,4 3 264,10 21-124,3-4-83,5 11-52,0-12 79,9-1 54,-10-8 91,17 3 13,-14-10 162,8-11 52,-10 2 14,3-22-215,-15 13 43,-2-23-214,-6 22-109,-17-21 80,6 26 159,-29-7 102,23 17 169,-14 2 185,8 17-190,11-3 44,-11 20 31,13 6-323,3-5-165,5-2 1,3 0-287,5-3 53,4 4 0,3 0-392,5-6 398,9 2 0,2-1-93,2-7 276,0-3 0,2-2 115,11-6 155,20-3-236,-21-8 434,12-12 23,-21-5-160,11-20-146,-20 8 1,-2-1-98,10-16 34,-14 10 1,-1 2-102,1 5-3,5-9-42,-4 16-29,1 9 139,-4 6 326,0 5-184,-2 8-106,3 16 85,-1 10-118,0 16-46,-6-10-226,6 21-2,-6-27-388,8 25-4885,5-20 4197,-3-6-4271,15-1 5636,-13-21 0,-1-2 1,-9-4-1</inkml:trace>
  <inkml:trace contextRef="#ctx0" brushRef="#br0" timeOffset="161873">29792 2169 13146,'0'-6'7645,"0"1"-5732,0 5-1227,-3-61 427,2 41-1040,-3-43 53,5 60-152,0 13-42,3 14 74,5 35-18,-4-25 1,0 1-230,1 2 1,0 0 240,-1 3 0,-1 1-5,1 1 1,0 0-16,0 7 0,-1 0-35,1-5 1,-1-1 15,-2-8 1,1-5 11,0 2 54,-2-16-90,0-27 29,0-5-25,-3-32 49,-4-2 9,0 3 1,-1-2 119,1 14 0,0-1-94,0-8 0,0-5 0,0 6 14,1-19 17,0 6 0,2-1-10,4 24 1,1 2-20,3-7 0,2 1-6,3 5 0,4 2-57,10 1 1,5 3-79,25-5-60,-18 18 1,-1 5 3,12 10-387,3 16-901,-23 11-3697,-7 29-2518,-24-2 6872,-13 5 1,0-31 0,5-13 0</inkml:trace>
  <inkml:trace contextRef="#ctx0" brushRef="#br0" timeOffset="162423">29808 2293 25973,'28'-14'-686,"1"0"1,24-9 153,5 18 138,4 1-56,-12 1 1,0 1 315,-17 0 0,1 0-32,20-2 0,-2-2-421,3-5 610,-16 2 0,-2-2 53,4-5 613,8-14-516,-27 14 792,11-15-599,-24 18 1128,-3-15-1210,-23 12 166,-10-3-458,-23 11 74,-6 9 54,20 5 0,1 3 8,-13 4-55,14 4 1,5 3 94,7 6 45,-2 13-207,21-13-119,24 9-169,-5-19 53,27 10 210,5-18 91,-8-3 110,-7-10 0,-1-4 176,1-10 142,13-23-3,-21 5-265,-6 1-123,-9 10 32,-3 7 84,0 2-150,-3 4-200,-1 5 90,-2 9-66,-1 10-47,0 11-81,0 19-35,2 2-161,2-12 1,1 1-942,9 13-750,12 6 444,-4-22-505,3-7 2237,9-6 0,-19-9 1,8 1-1</inkml:trace>
  <inkml:trace contextRef="#ctx0" brushRef="#br0" timeOffset="163027">31118 2126 24160,'-21'-39'-46,"0"0"0,2 3 1,3 9 906,10 23-797,-2 5 785,-1 8-873,-4 11 137,3 3-226,-3 16-268,2 11 297,2 4-144,2 8-126,6-23-540,10 1 419,23-9-686,11-5 383,-11-15 1,4-3-44,-1-4-1,1-4 409,3-2 0,-2-2 283,21-3 278,-22-6 0,-4-2 133,-4-3 674,10-20 302,-30 10-768,-1 1 1836,-21-14-2042,6 23 143,-16-13-168,12 21-150,0 1 80,6 5 12,4 4 132,2 5-309,1 9 42,10 11 49,-5-5-18,9-2 235,-3-13-155,1-2-14,3-3-18,-4-3 415,13-14-225,-12 5 3,15-20-125,-19 18-31,0-14-346,-10 17-172,-11-5 120,-15 12 214,-3 0 90,-4 6 1,-1 6 41,-4 13-45,-11 2 81,32 6-111,15-10-3422,8 32 3174,4-20-851,7 10 1,5-1-747,6-6 1307,6 0 1,0-2 0,-11-13 0,12 8 0</inkml:trace>
  <inkml:trace contextRef="#ctx0" brushRef="#br0" timeOffset="168927">10501 6464 14146,'-17'-53'506,"1"0"0,3 1 0,8 0-162,17 5 1,5 3-966,-4 11 1,1-1 788,13-20 0,2 0-419,-6 14 0,2 2 399,8-13 0,2-1-84,-8 12 1,2 0 41,8-9 1,3-1-38,-10 16 0,1 0 0,1-1-32,0 0 1,1 0-1,2-2-11,0 1 1,3-1 0,0 0-1,-3 4-15,8-9 1,0 3 4,-2 2 1,4-1 0,-4 3-349,5-1 0,-1 2 343,-1 1 0,3-2-2,-1 3 1,2-1-1,0 2 2,-6 6 1,0 1-1,-1 0-8,0-1 1,0 0 0,1 1 9,8-3 0,2 0 0,-8 4 1,-15 8 0,0 0 20,22-11 0,0-1-123,-22 10 0,-2 1 165,6-3 0,0 0 8,-5 2 0,0 0 637,19-10-659,-15 9 1010,-1 2-837,-20 10 1333,1 0-1859,-11 6 70,-1 1-1096,0 4-8514,0 8 9318,-1-3 1,1 0 0,0-8 0</inkml:trace>
  <inkml:trace contextRef="#ctx0" brushRef="#br0" timeOffset="170734">15626 3834 11295,'-38'-3'2397,"0"1"1,-17-2-6972,96-11 4927,-5 5-85,7 0 1,6 0 505,-6 1 0,3 0-614,4 1 1,4-1 0,-1 0 36,2 0 0,3 0-90,-9 3 1,6-1 0,-1 1 0,-7 1-55,1 0 0,0 1 8,3 0 1,9 0 0,1 0 0,-9 1-40,-1 1 0,1 0 2,3 2 0,10-1 0,0 0 0,-9 2-397,-1 0 0,0 2 384,-6-1 0,6 1 0,1 1 1,-4 0-5,-3 2 0,-3 0 1,3 2-11,4 0 0,4 3 0,-1-1 1,-3 0-2,-3 0 0,-3-1 1,3 2 5,6 2 1,4 3 0,-1 0 0,-8-2-1,-3 0 1,-3 0 1,10 4 0,5 2 0,-5-1 1,-2 1 1,-2 1-1,-1 1 1,3 1 0,-3-1-9,0 2 0,1 0-9,-1 2 1,4 3 0,-8-4 11,-15-7 0,-1 0-3,23 15 1,1 0 1014,-23-12 0,-2-1-1007,6 4 1,0 0 99,-5-3 1,-2 0-92,-2 0 0,-2-1 819,5 5-816,-3 1 1228,-16-15-1250,0 1 756,-3-5-690,-2-1 18,-3-4 2178,-1-1-2212,-10-11-11,-6-2-1,-14-9-5,-10 0-17,-9 0 6,8 5 0,0 1-6,8 3 0,0 0 3,-8-2 0,1-1 20,-12-4-3353,-3-3 3358,19 7-328,-18-11 328,31 15 95,-19-9 12,20 10-1,-2 0-44,10 3 3067,5 4-3274,6 1 78,1 8 45,1 0 636,0 13-625,0 3 28,7 18-28,-1-11 64,14 2 1,4-2-60,4-4-674,-1-3 0,2 0 731,26 2-8,-15-14 1,11-1 0,2 0-1,-7-2-18,6 1 1,0-1-43,9 2 1,6 0-1,-11-9 107,-23-10 0,-6-3-17,1-2 134,18-20 17,-25 7 74,4-16 1040,-12 13-1225,1-15-108,-10 29 57,4-15-39,-6 21-40,1-1-11,-3 8-111,0 3 94,-3 11 6,1-2 0,-5 15 6,-1-3-12,-3 8 12,-5 2 5,-4 2 6,-8 1-17,3-12 0,-1 0 5,-15 7 6,-7-6 1,-4-2-802,14-9 1,0-1 789,-8 2 0,-2-1 3,2-2 0,0-2-387,-6-3 0,1 0 398,15 0 0,-1-2-6,-14-2 1,5-3 2,16-3 6,-14-11 6,16-1 21,-6-12-38,13 2-1642,3-4 1636,12 13 668,3-2-657,2 12-61,1-3 5,3 8 34,10 3 22,10 6-11,19 4-50,11 9 36,-21-8 0,2 1 8,4 1 1,-1 0 1695,-7-2 0,2-1-1690,27 4 0,1-2 6,-22-6 0,-1-1-1702,23 3 0,-3-2 1712,0-5 12,-11-3 12,-11-6-35,-1-8 34,12-16-22,-15 6 22,9-21 23,-7-3-34,-14 21 0,0-1 0,-3 2 0,0 1-22,6-16-550,-15 26-2559,-7 11 3103,-4 13 0,0-1 0,1 2 0</inkml:trace>
  <inkml:trace contextRef="#ctx0" brushRef="#br0" timeOffset="173423">19990 6692 19736,'11'-32'381,"0"0"0,6-19-387,-17 53 57,0 2 89,-6 18-124,2-5 12,-9 28-11,-6 14-20,8-24 1,-1 0-244,0 1 1,0 0 242,-7 15 0,0-1 3,-2 4-14,1-4 0,-1 5 5,1-8 1,0 0-680,-2 5 0,-1-1 691,1-1 0,-2 0-2,1-7 1,-2 1 0,1-2-8,-6 6 1,-1 0 3,8-10 0,-1 0 1,-4 2-9,-2 2 0,-4 2 0,0 0 0,4-6-707,-2 2 1,0 0 717,-4 4 1,-4 5 0,0-1 6,8-12 1,-1 1-1,0-2 1,2 0-4,-3 2 1,2-2 0,-3 3-356,-5 5 1,-3 4-1,-1 0 1,3-4 369,-2 1 1,2-3 0,0-1-6,-3 2 0,-1 0 0,0-1-2,-3 1 0,-1-1 0,2-1-362,8-8 0,0-1 1,-1 0 348,-10 7 0,-4 1 0,5-4 5,3-2 1,-2 0-242,1-2 0,-7 5 0,-1 0 0,7-5 238,11-7 0,3-2 0,-5 2-2,-4 2 0,-9 4 0,-3 2 0,-1-1 0,4-1 0,7-5-105,0 0 1,7-4 0,-7 2 104,-4 3 0,-8 3 0,-2 1 0,2-1 0,9-6-3,-6 4 1,1-2 2,11-5 0,-4 2 0,-2 0 0,1 0 5,-2 0 1,0-1 0,0 1 0,0 0-6,-2 0 0,-1 1 0,0-1 0,-1 1-39,5-2 0,-1-1 0,0 1 0,0 0 0,2-2 44,-5 2 1,1 0-1,2-2 1,1 0-6,-5 2 0,3-1 0,-3 0 175,6-3 0,-1 1 0,-1-1 0,2-1-179,-5 1 0,2 0 1,-4-1 7,8-2 1,-3 0-1,-2 0 1,0 0-1,2-1-15,-4 1 1,2-1 0,-1 0 0,-1 0 8,-7 1 1,-2-1 0,1 0 0,2-1 2,9-3 0,1 0 1,2-1-1,1 0 89,-4 0 1,2 0 0,-3-1-61,1 0 1,-5 0 0,0-1 0,2 0-76,-10 1 0,0-2 1,1 1 57,0-1 0,0 1 0,-2 0 8,3-2 0,-2 0 0,1 0 0,8-1 244,3-1 1,-1 0-259,-1 0 0,-9 0 0,1 0 0,8-1-7,3 0 0,2-1 2,-10-1 0,-7 0 0,5-1 482,4-2 1,1-1-480,1-1 1,-3-2 0,3 1 119,-1-2 0,2 1-111,-4-3 0,-1-2 47,4-1 1,2 0-6,8 0 0,-1 0-21,3 1 1,-2-2 0,3 1 28,-7-4 1,2-1 1026,2-1 0,3 0-1049,10 5 0,1-1 224,-2-3 1,0-4-208,1-7 0,3 0 529,-16-13-566,16 8 1,2 0 16,1-3 57,-6-9 1152,0 1-1013,2 4 6,1 3 698,1 4-816,3 5-67,4 6-34,6 7-3148,-1-4 3138,9 13-910,-3-8 921,8 13 72,-2-3-56,2 5-263,0-1-325,-1 2 3466,1 1-2704,0 0 1092,-1 0-1417,2 0-101,-1 0 174,1 5 112,0 5-28,-1 8 22,-2 12-50,0-6-3404,-9 26 3387,5-25-287,-3 7 0,-1 1 287,0-2 0,1-1 0,1 2-17,-3 9 23,-2 14-6,1-6 33,1-4-5,0-9 11,-3 0-22,5-16 3116,-2 2-3088,6-14 28,0-1-17,3-4 1153,2-3-521,1-1-559,0-4-112,0-2-28,0-8 11,-3-7-11,0-10-17,-1-11 22,0-15-237,2 25 0,1-2 251,-1-2 1,2-1-7,1 1 1,2-1 0,5-7 0,2 1-9,7-15-1609,8 10 1,3 3 1608,2 8 23,1 4 0,3 2-172,14 1 169,-19 12 0,0 1-14,26-10 6,-3 5-6,-1 6-17,1 4 17,1 4-22,-2 3-12,-4 3-33,-3 8 67,-18-2 343,1 12-338,-19-7 3284,3 9-3278,-9-6 278,0 1-205,-6-2-3330,-8-2 3291,-1-4 33,-15-1-50,-1-4-6,-13 0-16,-8 0-190,-8 3 184,27-1 0,-2 2-9,-2 2 1,0 1 11,-2 1 0,-1 3-6,-6 4 0,3 0-8,-16 7 0,19 0 0,4 0 11,10-1 17,-16 28-6,19-6-14,8-13 0,1 3 3,0 2 0,2 3-1127,0 10 0,1 0 1121,3-15 1,1 0 2,0 9 0,2-1 2207,5-3-2204,3 2 11,2-16 23,0-11 211,-3-7-122,-1-5 3393,-3-1-3735,2-1-4821,-1-6 5040,0-1 0,1 0 0,-2 2 0</inkml:trace>
  <inkml:trace contextRef="#ctx0" brushRef="#br0" timeOffset="270773">13285 5801 23623,'-37'18'286,"8"-7"-269,27 28 5,1-2 6,2 3-5,2 7 16,1 0-22,0-19 33,-1-3 146,-2-19 403,0-1 180,1-6-336,-2-15-415,1 1 39,-4-26-22,-2-1-29,-5-18-5,4 17 1,0-2-723,2 6 1,1 0 710,0 0 0,2 2-17,3 4 1,3 2-1,7-9 17,4-2-22,-1 15-62,-4 14 72,-3 8-16,4 6 1438,5 6-1416,9 5-5,8 7 5,10 12-5,-14-7 5,1 24 12,-27-23-6,-18 27 17,-24-12-261,10-16 0,-3 0 255,-1-2 1,0-2 44,-23 10 11,19-13-22,18-10-124,11-5 40,7-2 0,3 2 44,7 4 517,10 4-528,11 3 12,-2-1 5,26 6-22,-8-4-300,6-2 0,5 0-359,-15-5 1,2 0-1722,18 2 1,-1-2 2390,-19-4 0,-4 0 0,12 0 0,-23-2 0</inkml:trace>
  <inkml:trace contextRef="#ctx0" brushRef="#br0" timeOffset="271883">13848 5957 15877,'-3'-1'5472,"1"0"-5058,2 1-341,-11 11 303,27-2-68,3 0-218,17-8 27,15-18-33,-11-8-25,-11 2 0,-1-1 25,9-11 123,0-16 118,-28 10-112,-11 2-107,-4 3 197,-26 9-197,12 17 37,-11 5 0,-3 3-93,-4 11-39,-23 9-28,26 19-22,14 1 6,6 12 5,16-16-129,23 18 22,11-19 46,9 7-15,-14-25 1,2-3-189,26 1 149,-21-7 1,2-2-66,8-6 1,-2-3-364,17-4 534,-21-4 1,-2-4 75,3-12 7,3-13 100,-15-2-12,-14-1 34,-9-1 185,-12-9-219,1 20 130,-10-4 395,2 26-541,-14 7-56,6 9-62,-21 30 0,20-8-3,-2 11 0,2 2 3,3 0 0,4-1 0,2 2-28,4 9-6,5-14 1,2 0-17,7 14-40,5-3 62,1-26 28,3-8 50,5-15-16,-5-2 39,11-17-3370,-6-15 3325,-2 6 17,4-17-6,-9 18 6,1-4-17,-4 10-84,-4 11 33,-2 10 29,-4 22-6,-1-2 5,-4 25 1,-2 6-17,-1 11 1415,0-5 0,0 1-1430,5-20 1,2-2-25,4 28 16,3-19-122,21-3 88,-9-24-144,33-2 116,-26-16-200,27-16-63,-13-9 241,-15 8 1,1-4 69,0-2 1,-3-3-92,0-1 0,-2-2 144,-2-2 1,-2-2 13,0-7 1,-2-1 14,3-15 24,-8 20 1,-2 2 171,-2-1 61,-1 1-72,-5 15-214,-1 13 558,-3 11-552,-3 18 0,3-1-11,-3 21-11,5-5 0,0 12-12,3 12 6,2-19 261,6 10-255,5-25 56,7-2 50,4-13 67,10-23-100,-9 0 72,9-26 23,-13 4 6,3-12 27,-2-12-173,-10 21-6,2-17-11,-10 36-3902,5-18 3365,-3 24-2919,9-4 3456,7 12 0,-9 2 0,3 3 0</inkml:trace>
  <inkml:trace contextRef="#ctx0" brushRef="#br0" timeOffset="272504">15512 5731 19910,'-5'1'3775,"2"-1"-3069,3 0-600,-22 12-61,21-8 44,-7 8 29,29-10 50,13-9-112,-9 0 134,10-21-66,-18 5-68,3-8 45,-12 0 5,-6 7-5,-7-3-3375,-21 8 3296,7 8 45,-33 19-44,22 9-18,5 3 1,1 3-17,-4 20 0,3 11-1,16-6-10,8 0 5,6-12-11,13 3 0,10-14 8,0-9 1,3-2 8,30 2 11,2-8 11,-2-17 45,-7-19-34,-10 3 59,-12-8 1,-6-4 35,-5-6 1649,-6 7 0,-2-3-1584,-8 3 0,-2 0 59,1-12 84,-2-8-241,-3 39 50,1 5-145,-1 10-62,0 1 68,4 14 16,3 5-28,3 18 17,3 3-1707,-4-7 0,-1 1 1696,2 8-23,-4-8 0,-1-2-240,-3 3-639,-4 8-67,-3-10-8851,-12 5 8538,9-21 1,-4 3 0,10-16 0</inkml:trace>
  <inkml:trace contextRef="#ctx0" brushRef="#br0" timeOffset="272914">16088 5916 24139,'56'-17'304,"1"0"0,-5 1 0,-9-2-85,-12-8-124,-8 1 6,-5-2 28,-9-7 0,-2-3-79,0-7-5,-2-7 0,-3-3 8,-5 19 0,-1 0-250,-2-9 0,-1 1 281,1 10 0,-1 1 255,-4-6 0,-1 3 159,-4-1-151,-7-9-313,10 30-40,4 10 23,3 47-28,4-11 8,2 20 0,4 5-3,2-18 1,4 2-1168,6 11 1,4 6 0,-1-6 1099,0-7 0,1-2-67,3 0 0,3 2 0,-1-5-731,3-3 0,-2-4 403,-4-4 0,0-1-216,0-1 1,-1-1-9148,1 6 7895,-10-15 0,0 3 1,-11-17-1</inkml:trace>
  <inkml:trace contextRef="#ctx0" brushRef="#br0" timeOffset="273038">16268 5727 23584,'21'-37'0,"0"1"0,-3 7 0,-1 0 0</inkml:trace>
  <inkml:trace contextRef="#ctx0" brushRef="#br0" timeOffset="274733">13795 10295 20851,'-17'-55'1250,"-1"0"1,4 15 0,3 6-1262,4 9-56,6 32 89,0 1 18,3 10-3376,11 38 3352,-4-22-8,2 3 1,1 3-42,10 16 33,-11-25 0,0 0 11,7 24 17,-8-18 381,-8-22-180,-2-9-32,-1-5-57,-2-6 84,-17-48-213,8 21 1501,-1-12 1,1-4-1499,6 14 0,2 0 5,0-11 1,1-1-12,1 9 1,1-1-4,3-5 1,2 0-9,4 6 1,2 1-18,2-2 1,1 1-9,10-18-40,2 20 29,-13 25-106,21-1 111,-17 8-16,19 8 38,-22 3 40,8 26-11,-14-9-9,-9 16 1,-8 6-20,-7-11 0,-4 0-187,-2 11 0,-1-1 203,-1-11 1,1-5-110,-4 4 99,12-14 16,8-9-11,7-8 28,10-3-6,1 0-16,22-3 5,25-4-11,4 0 398,-29 3 0,0 1-415,12 0-42,-9 0 1,-2-1-4,6 1 58,0-2 0,-1-2-131,2-9 124,-8 1 39,2-16 50,-23 13 7,2-4 105,-10 10-33,-7 8-157,-6 5-22,-23 22 22,12-7-56,-13 24 22,31-17 34,7 5 28,22-10 17,-4-11 28,17-3-40,-18-8 180,28-20-157,-28 6 78,18-25 12,-30 12 0,-1-9-68,-7 8 112,-12-6-145,2 21 17,-23-5-51,7 19-11,-14 10-22,1 19-12,10 7 0,4 3-5,14 1 11,11 3 0,10-1 34,3-3-1,16-9 1,17-11-17,-6-3 8,-8-8 0,1-4 14,13-9 6,-1-1 33,-11-9 1,-2-6-1649,-11-2 0,-3-1 1626,5 1 0,-3-2 33,-6-5 1,-7-1 56,-5-7 39,0-9 123,-9 3-185,3 19-11,-4 4 118,4 17-180,0 3-112,1 0-10,2 4-80,4 13 180,2-3 23,21 32-12,-8-18-11,1 2 0,0 1-11,6 12-29,3 11-83,-8 0-331,-17-18 1,-3-1-1,-2 6-2329,-17 15-2959,3-39 5742,-2 2 0,9-14 0,5-1 0</inkml:trace>
  <inkml:trace contextRef="#ctx0" brushRef="#br0" timeOffset="275265">15060 9826 25612,'46'-12'146,"2"16"-96,-24 25 0,-4 8-22,14 11-20,-8-5 1,1 3-2834,-6-9 1,-2-2 2818,-1-2 1,-2-1 109,0 9 1,-4-4-99,-8-14 1070,-4 11-891,-4-26-34,-6-5-84,-5-15-17,-10-32-44,5 5 1317,5-9 1,2-6-1316,6 7 1,1-2-9,0 7 0,-1-2 0,0 1 16,-2-13 1,1 4 453,0 14 0,-1 2-442,-11-23 34,4 6-62,3 10-414,5-6 335,11 26-27,8-1 44,13 6 266,11 7-299,20 11 78,-15 6 296,-10 3 1,0 4-341,9 15 188,-12 2 0,-5 4-121,-8 26-4,-15-24 1,-7-2-118,-14-6 1,-7-4 111,-3-5 0,-1-3-14,-22 10-28,24-14 1,0-3-3696,-9 2 3353,9-3-1293,13-6 1680,44-15 0,-20 9 0,22-9 0</inkml:trace>
  <inkml:trace contextRef="#ctx0" brushRef="#br0" timeOffset="276307">15800 9530 912,'7'-7'9830,"-2"2"-2023,-5 5-6765,31-62 860,-48 49-1784,14-33-31,-33 60 0,-8 16-73,17-12 0,2 3 359,-12 11 1,7 3-397,10 19 2761,9-11-2760,25 9 22,16-28 6,16 1 19,-11-17 0,1-3 3,15-2 17,-14-6 0,-1-4 106,4-15 29,4-10-85,-17 1 106,-16-12 1,-7-3-23,-12-17-848,6 19 1,-3 3 752,-20-8-22,4 30-40,-13 2-66,5 8 21,1 9-72,3 14 39,14-1-28,-5 9-790,14 28 140,9-16 101,0-2 1,6-2-1248,12-10 1,4-4 1619,14 5-1432,6-11 1,3-7 1713,-19-7 1,-1-2 254,8 1 1,-2-2 601,10-15 3037,-15-13-1530,-12 2-3633,2-23 1723,-16 24 555,-3-13-774,-3 29 253,0-7-415,-1 19-397,-1 0 190,0 15 3537,1 7-3419,-1 5-17,1 4 5,2 22-5,0-1 11,1 3 39,1-14 112,-2-31 6,-1 1 168,1-15-286,1-8-5,3-14-12,0 1-1710,3-2 1,2 1 1659,-1 5 5,11-19-49,-10 34-29,5 5 84,-2 2-5,11 7-12,9 17 34,-10-5 3347,16 22-3375,-25-19 6,7 10 44,-9-15 29,-1-4-7,-6-8 113,8-12-123,-3 0-6,14-18 0,-11 9 5,4-13 1,-1-2-28,-2-2 16,0-3 0,0-4 62,-3-18-39,-2 10 106,-3-8 202,-15 22-118,0 7-179,-3 6 6,5 15-84,4 9-281,2-1 275,3 12 39,3 0 1,14 21-32,0-8 0,3 2 3,5 8 1,0 0 4,-2-4 1,-2 1-87,1 9 0,-7 1-742,-9 12-448,-5 5-1075,-12-19 144,-2-26 2219,-6-10 0,10-4 0,-4-3 0</inkml:trace>
  <inkml:trace contextRef="#ctx0" brushRef="#br0" timeOffset="276707">17091 8987 24027,'34'20'420,"-2"-2"-336,-19-2 252,10-3 241,-2-10-431,1-2 94,3-12-16,-6-7-106,-2-2 162,4-22-218,-14 16 150,3-31 236,-15 22-308,0 0-28,-7 13 73,-5 15-84,-6 4 11,-30 19-90,6 14-42,20-8 1,3 3 19,7 4 0,5 0-323,0 16 329,10 14-23,12-27 0,3 0-16,8 19-63,3-17 1,5-3-930,22 0 1025,-14-14 0,0-2 0,5 1 0,-4-8 0</inkml:trace>
  <inkml:trace contextRef="#ctx0" brushRef="#br0" timeOffset="367606">2459 4763 14376,'-1'61'549,"-1"0"0,2-1 0,0 5 0,0-7-1781,1-7 0,0 0 1420,1 10 1,0 7 0,-1-8-77,1-14 0,0 0 0,0 8 0,1 6 0,-1 2-30,-1-7 1,1 4-1,-1-1 1,0-1-470,0-9 0,1-1 0,-1 0 1,0 4 453,0 6 0,-1 3 0,1 3 0,-1 0 1,1-1-193,-1-1 0,1 0 1,-1-1-1,1 0 0,-1-1 190,1 3 1,-1-2 0,0 2 0,1 5 11,0-15 1,-1 3 0,1 3 0,0 2 0,0 1-1,0-1 1,0-1 0,-1-2-221,1-1 1,-1-3 0,1 0 0,-1 0 0,1 0 0,-1 2 0,1 3 219,-1-1 0,0 3 0,0 1 0,0 2 1,0 0-1,0 1 0,0-1 0,0-1 1,-1-2-120,1 3 0,-1 0 0,0-1 0,-1-1 0,1 0 0,0-1 1,-1-1-1,1-1 58,-1-1 0,1-1 0,0-2 0,-1 0 0,0 0 0,0 2 0,-1 0-15,-1 0 0,0 1 0,0 1 0,-1 1 0,0-1 0,0-1 0,-1-1 0,1-3 12,0 4 0,-1-4 0,0-1 0,0-1 0,0 3 0,0 3-5,-1-2 0,1 3 1,-1 2-1,0 1 1,0 0-1,0 0 1,-1-1-1,1-3 6,-1 1 1,1-1-1,-1-1 1,0-1-1,0-1 1,0-1-1,1-1 73,-2 9 0,0-3 0,1-1 0,-1 2 0,-1 3-79,1-4 1,-1 4 0,-1 3 0,0 0 0,1-2 0,-1-4 0,2-5-5,-1 3 0,1-7 0,-1 0 0,-1 8 6,1-9 1,-2 6 0,0 4-1,-2 3 1,1 1 0,-1 0-1,0-3 1,1-4 0,1-5 1,-2 4 0,1-5 1,0-3-1,-1 1 0,-1 4-5,0 0 0,0 4 0,-2 2 1,0 1-1,-1-1 0,1-2 1,0-3 2,-4 5 0,0-3 0,0-2 0,1-2 0,0-2 205,-4 9 0,2-4 0,-2 2-206,2-6 1,-2 1 0,1 0 0,3-4-7,2-2 1,3-4 0,0-1-4,-4 11 0,3-1 11,1 7 0,8-5 1335,19-1-1340,14 4 1107,20-13-1099,-4-23 0,2-3 1135,-12-6 0,4-1-1136,13-3 0,8-1 0,-5-2 266,-10-2 1,3 0-268,8-2 1,11-1 0,1-1 0,-8 0-662,4 1 1,2-2 656,-17 1 0,8-1 1,4 0-1,0-1 1,-2 1-1,-8 1-650,7-2 1,-7 1-1,6 0 652,2-1 0,8 1 0,3-2 0,-1 1 1,-5 1-2,-3-1 1,-4 0 0,0 0 0,5 0-4,-3 1 1,3-1-1,4 0 1,-1-1-1,-2 1 1,-3 1-343,6-2 1,-4 1 0,0 0 0,4 0 336,-10 0 1,3 0 0,1 0 0,0 0 0,-2 0 0,-5 1 3,0-1 1,-3 1 0,-2 0 0,3-1-235,13-1 0,3-1 0,-1-1 0,-6 1 238,-4 1 1,-5 0-1,0-1 99,5-3 1,0-2-1,-11 1 728,-6-5-433,0-21 954,-37 19-1341,-15-22 2089,-11 7-2086,-10-1 1,-4-1-15,17 14 1,-3 1 30,-25-17 1,-1 3 3450,5 6-3383,13 7 0,2 1-26,2 0 241,2-4-263,23 17-162,0-2 16,9 11 79,9 9 5,23 29 12,-4-4-234,-6 2 1,0 6 229,-7 10 1,-4 1-602,-1-9 0,-2 2 597,-4 0 0,0 4 0,-5-1-144,-6-4 1,-4-1-1,0-2-294,0 12 1,-2 1 439,-7-4 0,-4 3 0,2-11 0,-1-2 0,4-15 0,0 0 0</inkml:trace>
  <inkml:trace contextRef="#ctx0" brushRef="#br0" timeOffset="368441">6224 13451 18523,'43'-16'1,"-1"-1"0,1 1 0,15-2 0,4-1 0,-4 4-63,-3 5 1,0 2-391,-3-1 0,3 0 1,-3 0-70,7-1 0,-4 0-549,-9 1 0,-3 1-288,15-5-138,-31 3 1606,-32 4 405,-25 3 885,-25 1-372,23 2 0,-1 0-14,-1 1 0,2-1-202,-17 1 2059,-1 2-2759,35-2-68,-5 2 1476,20 2-1492,1 2 279,8 12-245,20 19-46,-4-5 1,6 3 0,2 1-746,-2 1 729,0-1 0,-1 3-28,-12-10 0,-3-1 6,1-1 0,-2 3-32,-2 15 1,-7-1 42,-16 17 25,-3-20 0,-5-2 14,-11-10 0,-4-7-152,6-5 1,-5-3 181,-10-2 0,-7-3 0,6-3-268,12-2 0,1-1 252,-33 3 0,4-3-160,23-12-615,7-6-1245,34-12-3808,35-9 5786,13 0 0,-11 12 0,-14 10 0</inkml:trace>
  <inkml:trace contextRef="#ctx0" brushRef="#br0" timeOffset="369131">7401 13553 14482,'3'-5'5977,"-1"2"-2975,-2 3-2789,-25-59-196,13 44-26,-6-15 1,-2 8-15,1 38-3408,-8 22 3426,11-7-23,1 22 0,14-14 0,12 15-6,10-9 51,-1-14 162,8-16-112,-18-20-2190,13-19 2185,-13 5 2221,12-31-2177,-13 25 163,9-23 22,-8 21-22,2-3-96,-3 10 3146,-3 8-3425,-4 7 355,0 8-249,3 10 11,9 24-22,-1-8-37,6 4 1,0-2-31,2-4-46,0-1 1,2-2-123,4 0 61,3 0 112,-9-11 62,-8-9-11,-5-12 27,0-11 1,4-12 11,7-16-1,-5 13 18,11-19 5,-16 33 56,6-11 29,-10 21-186,-1 1-56,-3 6-83,2 11 190,-2 0 16,7 16 6,3 2-33,19 23 22,-2-15 0,13 5 45,-10-25 44,-1-6 7,-4-13-18,-4-6-11,-1-18-33,-8 7-34,4-14-51,-3 12-1074,23-14-2297,8 14 1875,0 2-4788,13 22 3311,-33 5 2335,20 11 0,-34-10 0,6 3 0</inkml:trace>
  <inkml:trace contextRef="#ctx0" brushRef="#br0" timeOffset="369495">8512 13553 11183,'5'0'7466,"-1"0"-2917,-4 0-3760,-2-58-665,-1 42-74,-17-37-39,-12 77-16,-1-3-7,8 7 1,3 4 11,4 11-11,-3 7-23,19 1 12,6-28-34,9 12 95,4-26 84,18-13 6,2-16-6,1-6 292,1-15 140,-14 5 111,4-16-464,-14 20 156,-4-3-139,-9 24-40,-1 0-202,0 7-27,-1 3-34,0 8 78,1 0 12,2 17-180,5 4-862,4 12-2543,8 3 2731,5 0 0,-10-19 0,1-6 0</inkml:trace>
  <inkml:trace contextRef="#ctx0" brushRef="#br0" timeOffset="370107">9410 13294 22218,'-49'-34'283,"-1"1"1,5 1 0,3 11-228,0 28-73,10 7 12,7 5-7,14 12 35,11 15-23,3-8 17,17 22 5,9-19-259,0-11 0,2-1 237,14 11 8,-3-9 1,-2-2-9,-6-5 2,-6-3 1,-3 1 14,-9 2 129,-18 9-79,-11-13 39,-34 6-27,-9-13-1657,5-6 1,-3-2 1588,6-1 0,0-2-22,0-2 0,2-1-25,6-2 1,4-4-8826,-6-13 8861,9 1 0,17 2 0,16 9 0</inkml:trace>
  <inkml:trace contextRef="#ctx0" brushRef="#br0" timeOffset="371328">9879 13339 20408,'0'-3'3882,"0"1"-3529,0 2-342,-45 0 0,26 8-6,-11 1 1,-1 5 0,1 33-6,8 7-6,3-2 6,23-3 0,28-5-17,12-1-1665,-2-19 0,2-5 1688,12 0 11,-16-10 0,-3-3 33,-5-3 68,10-5 184,-16-8-179,-5 2 410,-5-13-416,-12 12 46,-2-10-51,-5 9 3353,-2-3-3393,-3 2 35,3 2 22,1 2-62,3 4 28,0-2-45,0 3 12,0-2-17,-2 0-56,1 1 55,0-1 1,0-1-22,1 2 38,0-2-33,1 3-17,0-1-5,0 1-12,0 1 23,0-1 17,0-1-23,0 2 23,0-2-303,0 3 246,4 14 23,0-7 6,8 17 5,3-10-11,1 0 11,5-4 34,23-1-11,-10-6 5,19-3-3319,-20-15 3308,-13 1 22,0-16 1,-13 1-1,-2-12-27,-2 8 72,-10-12-50,0 18 3386,-7-6-3375,2 15-11,3 7-90,4 6-84,3 3 0,2 4 56,8 7 73,1 0 0,29 15 0,-5-13 0,1-2 0,20 9 6,-19-10 0,-2-3 16,6-6 62,-12-6-56,2 0 28,-16-17-6,-9 3-5,-4-10 84,-10-7-3437,1 15 3403,-3-3-44,6 19-79,4 4-191,1 3 208,5 20 11,-1-6 17,9 27 3364,2-6-3398,1-1-51,2-3 1,0-2-28,0-2-1789,3 0 1,1-2 1760,-7-12-23,12 3 124,-11-14 44,5-7 12,-1-9 16,-2-9 135,-1-7 3308,-8 9-3308,-3 2-79,-5 14-72,0 2-208,0 2 79,2 12 95,1-2-51,8 18-553,8-3-5306,22 17 5910,-7-12 0,-3-4 0,-17-17 0</inkml:trace>
  <inkml:trace contextRef="#ctx0" brushRef="#br0" timeOffset="371520">11185 13158 23327,'-21'3'-561,"-2"-12"1,35 29 0</inkml:trace>
  <inkml:trace contextRef="#ctx0" brushRef="#br0" timeOffset="372389">11445 13413 23366,'-5'-2'2504,"1"0"-2230,4 2-285,-13 10 33,10 3-11,-9 21 1,14 3-7,1 9-10,1-6 33,0-5-28,-1-15 16,-1-3 119,-1-14 380,-1 0 118,0-3-639,0-4 40,0-2-29,0-2-38,0-8 10,0 8 1,0-7-28,0 3-96,0-5 112,0 2-5,1-4 0,-1 9 22,0-7-11,0 6 28,-1-7 0,-1 4 23,-1-4 10,-1-2 18,-1 2 49,-1-2-4,1 7-46,1 2 23,3 6-73,0 5-151,1-1 61,0 7 96,1 11-26,4 15 0,2 3 26,0 13-185,0-8 1,1 1 180,-3-7 1,0 1-14,0 3 0,0 4 14,1 2 1,0 3 0,-1-2-350,1 3 1,-1-1 343,0-4 0,1 2 0,-1-4-4,0-6 1,0-2-1,0 4 1,-2-2-356,-10 13 373,-4-26-2891,-33-21 2885,16-13-4,1-4 1,1-6-160,-6-31 149,15 14 0,2-5-15,3-6 1,5-3-142,3-8 1,5-1 129,2 19 1,1-1-1,1 1 23,2-1 0,0 0 0,1 3 13,1-6 1,1-2-10,-1 0 1,0-4 0,-1 5 12,-2 5 0,-1 1-1,2-15 1,0 2-23,2-2-33,-1 32-1,1 2 2165,45 17-2243,-34 28 1,-1 6 262,11-10 1,-2 2-183,-10 16 1,-6 6-211,-3 0 1,-3-2 518,2 12-785,-1-6 1,-4-1-1388,-17 7 1099,3-10-3025,-27-4 628,19-29 2413,-12 0 0,23-9 0,-1 0 0</inkml:trace>
  <inkml:trace contextRef="#ctx0" brushRef="#br0" timeOffset="372795">11865 13521 25584,'33'-46'84,"0"1"1,-1-1 0,1 1 0,-1-4 0,-1-2 0,-4 1 0,-7 7-815,-8 1 1,-7 2 771,3-22 0,-3 4 14,-3 4 45,-3 15 0,-3-1 268,-14-16-268,2 12 374,-15 6-447,8 29-34,3 6 274,-6 18-262,9 21-17,-3 22-304,12-20 1,3 3 300,4 15 0,4 2 2,3-7 1,5 3-133,9 1 1,6 4-1,-1-6-86,-2-9 1,5-1-1011,10 5 1,8 3-1,-3-9-3676,-8-13 1,-1-5 3767,8 7 0,-3-3 0,-3-6 0,-28-17 1</inkml:trace>
  <inkml:trace contextRef="#ctx0" brushRef="#br0" timeOffset="372954">11979 13238 18914,'-9'-4'4184,"2"0"-3453,7 4-944,0 0-291,4-62-2246,45 40 2600,-12-14 1,3 2-1,23 26 1,-2 2-1</inkml:trace>
  <inkml:trace contextRef="#ctx0" brushRef="#br0" timeOffset="373778">14264 12858 20699,'-27'-40'829,"0"0"0,0 0 0,-1-6 0,-1 7-661,-6 13 0,0 7-44,-4 7-292,0 11 151,18 11 36,13 21 1,6 7-9,3 15-337,2-15 0,0 8 1,1 0 332,2 5 1,1 2-1,-1 3-665,0-2 0,-1 3 0,1 2 1,-1 0 564,0 1 1,0 2-1,-1-1 1,-1 1-170,-1 0 0,0 1 1,-2 0-1,-3-2-690,-2-4 0,-3 0 0,-1-2 0,0-4 896,1-3 0,-1-3 0,-2-1 93,-6 4 0,-3 0 1,-2-12 221,-25-3-15,16-20 0,-2-7-37,-2-12 1,1-10-35,0-8 1,3-8-64,1-10 1,7-6-30,4-9 1,6-3-54,8 17 0,2-1 0,4 0-21,2 0 1,3-1-1,5 0-22,5-6 0,4-1 0,5 2-157,5 2 1,5 1-1,1 2-349,2 1 0,2 1 0,3 2-1654,-1 9 1,3 1-1,0 2 1,-4 3-1152,10-4 1,-2 3 3325,11-3 0,-9 5 0,-24 14 0,-12 5 0</inkml:trace>
  <inkml:trace contextRef="#ctx0" brushRef="#br0" timeOffset="374724">14631 12986 21567,'0'43'1418,"26"-3"-1228,-5-35 102,29-1 60,-6-18-245,-8 2 21,-7-7 1,-3-2-45,-6 0 107,10-25 100,-18 16 79,-3-6-11,-8 6-85,-10 5-128,-5 9-102,-8 4-77,-8 8-1,9 6-22,-10 12 34,14 9 22,-2 15-6,7 12-5,10-15 0,2 0 5,6 14-19,10-9 0,6-3-65,21 2-248,-17-15 0,2-2 242,3-5 1,3-4-339,13-4 1,2-5 329,2-5 1,1-2 97,-1 1 1,-2-4 36,-5-10 0,-7-4 58,2-13 23,3-13 28,-25 17 0,-3 1-6,2-11 108,-5-10-124,-11 31 94,-11-11-189,-1 16 530,-17 2-586,3 18 10,-9 12 12,11 4-17,5 6 0,3 0 22,2 1 262,-6 22-329,22-15 40,4-15-46,16 18 85,-8-28 100,20-1-55,-18-13 61,15-15 22,-9-6 169,7-16-175,-12 11 141,-1-8 123,-13 15-313,1 5-18,-4 5-610,0 9 566,0 23-11,1 2 11,4 20-17,5-4-17,8-1-3370,22 1 3399,-8-15-66,25-4 93,-14-20-1112,-10-9 0,-1-4 1112,12-7-436,-10-11 1,-5-3 430,-5-4 872,-4-1 1,-3-5-891,-5-5 1,-4 0-202,0 10 1,0-2 204,0-20 0,0 1 13,-4 23 1,-1 2 5,0-5 0,0 0 2560,0-21-2448,-4 22 1790,0 16-1947,-1 13-95,0 8 6,-1 11 67,-2 29 22,0-4 9,2 15 0,1 2-15,1 4-20,4-4 1,2 11-1,1-6-410,2-7 0,2-1 31,0 3 1,2 3-1,1-4-914,2-2 1,1-4-2360,0-5 0,-2-2 3684,8 16 0,-10-24 0,-7-17 0</inkml:trace>
  <inkml:trace contextRef="#ctx0" brushRef="#br0" timeOffset="375191">15918 13011 19798,'-7'-47'920,"0"0"1,-1 1-1,8 9-6558,22 16 5638,-1 4 1375,30 3-1420,3 12-714,-6 2 0,2 2 739,-14-1 1,0 1-29,16 2 1,-1 1 2,8 1 67,-23-2 1,-3-2 2277,6 0-2020,-8-7 5,-26-2-89,0-3 3672,-6 2-3386,-7 3-415,0 1-22,-9 7 11,-5 15-62,-4 20 12,5 10-6,17-13 0,6-1 17,8 7 67,27 11 28,9-28-42,-15-11 0,3-2 11,1-3 0,2-4 98,6-7 0,0-4-16,14-4 103,-16-9 0,-4-6 54,-4-14-189,-10 8 1,-4-1-37,0-13 90,-7-10-17,-9 17-39,-7-9-113,-4 17-27,-3 8-106,-1 14-315,1 10 113,2 5-3450,-1 24-6062,13 0 8891,-2 4 1,6-16-1,-5-12 1</inkml:trace>
  <inkml:trace contextRef="#ctx0" brushRef="#br0" timeOffset="375541">17289 12684 25528,'8'-11'0,"23"28"11,-7 10-17,6 6 1,0 1 5,3 5-17,-11-14 0,-3-1 1,-3-1 44,-8-9 61,-8-11-10,-6-10-46,-7-11 40,-15-26-23,6 10 46,-5-19 16,17 17-140,9 1-84,16 2-129,18 16-471,20 7 68,-6 5-522,-11 6 0,1 2-2716,26 3-288,-24-1 0,2 1 4170,-7-1 0,-3-1 0,9 2 0,-20-3 0</inkml:trace>
  <inkml:trace contextRef="#ctx0" brushRef="#br0" timeOffset="375861">18060 12655 14936,'2'-3'7444,"0"1"-6822,-2 2 179,-65 2-678,41 4-109,-12-5 0,3 4 98,22 12 73,8-2-45,4 4 196,13 2-79,12-6 29,26-2-106,-1-11-91,0-8 146,0-28-3475,-20-18 3312,0 1-341,-21 18 1,-5 0 453,-6-7 45,-9-5-23,-6 11-129,-2 13 12,-12 6 2992,6 17-3077,-24 20-10,18 3 495,4 10 1,3 5-502,13-10 0,4 2 5,-5 15 1,7 3-751,13-7 0,7 1 0,0-2-4160,5 5 1,1-1 3907,7 6 0,-1-7 0,1-12 0,-21-24 0</inkml:trace>
  <inkml:trace contextRef="#ctx0" brushRef="#br0" timeOffset="378088">19606 12785 20375,'19'-57'1327,"-1"-1"0,-1 0 1,-4 10-779,-8 28-348,-1-2-363,-5 17-17,-7 19 212,1 1 7,-13 30-35,4 3-5,7-16 0,0 1-5,-1 20 10,11-17 1,3 0 16,9 7 1,9 13-12,-3-30 392,6-10-257,-13-17 145,18-23-190,-17 3 90,13-27 5,-10 13-28,2-6-34,-4 8-50,-5 12-62,-3 10-145,-4 8 28,-2 7 95,2 9-22,4 12 44,14 20-22,9-4 6,5-2 24,5-20 1,3-6 36,15-5-5,-6-9 0,0-7-124,-20-4 0,-3-5 101,2-7 1,-4-3 7,-7 0 1,-5-1 2,6-17 34,-8-13-44,-9 24 49,-6-27-50,-2 26-22,-5-8-118,1 23-666,-1 11-499,1 12-3103,2 18 4422,9 8 0,-2-5 1,6-6-1</inkml:trace>
  <inkml:trace contextRef="#ctx0" brushRef="#br0" timeOffset="378648">20609 12572 21803,'24'-42'794,"0"1"0,0-1 0,12-18 0,-7 13-649,-15 31 62,4 0-218,-12 11 34,-1 19 16,-6 2-1679,-6 16 0,-2 4 1663,-5 5 2,-7 12 0,-1 2-877,0-5 855,3-2 0,2-1-191,3 5 177,2 8 16,8-22 46,12-5-1,-3-23 3004,13-1-2903,2-21 1187,12-9-1254,9-12-34,2-5-1564,-10 13 1,-1 0 1474,3 0 0,9-2 33,-29 38 1,-3 5-1,8 18 6,-8-12-11,11 8 33,-3-15-5,2-1 3403,2-4-3235,26-18 140,-10-25-208,-13 12 1,-1-2-12,-2-22 186,-13 5-169,-9 28-185,0-1-251,-2 13 229,0 10 84,4 11-12,2 13 12,6 6-16,3 4-589,10 5 6,-7-16-4935,16 8 5534,-17-27 0,2 0 0,-12-11 0</inkml:trace>
  <inkml:trace contextRef="#ctx0" brushRef="#br0" timeOffset="378837">21525 12411 18453,'-3'-4'1188,"0"1"-1361,3 3-1295,9 14-4940,13 10 6408,7 8 0,-5-10 0,-9-9 0</inkml:trace>
  <inkml:trace contextRef="#ctx0" brushRef="#br0" timeOffset="379421">22006 12647 18537,'0'-3'6111,"1"0"-5898,-1 3-207,-59-27-638,20 39 632,2-20 0,-2 4-1539,9 30 1,6 6 1527,-1 1-141,5-2 0,2 1-10,6 11-334,9-12 0,6 1-809,14-1 0,9-5-952,15 1 0,7-7 1531,-8-4 0,5-7 44,3-9 1,6-7 0,-5-4 1165,-3-4 0,-2-3-356,10-2 1,-2-6 585,-3-16 0,-9-3-370,-20 20 1,-2-2 622,5-14 0,0-8 0,-4 5-485,-8 13 1,-3 0 441,4-12 0,-1-6 1,-2 5-1450,-5 10 1,-2 2 776,3-8 0,-2 2 560,-5-10 20,-1 24-530,1 3 1223,-2 12-1911,3 9 713,0 6-299,-2 29-17,0-5 23,-3 16 0,-2 6 1154,1-13 1,-2 2-1178,-4 19 0,-1 2-3,4-21 1,0-1-12,0 8 0,1 0-8,4-16 0,1 0-266,0 7 0,1-1 406,3 4 274,2-14-201,3-28-12,7-18-11,22-28-95,-6 7-1021,11-7 0,1 1 998,-5 10-50,-5 3 1,1 3 22,11 4-22,-17 13-18,17-1-11,-16 21-28,-1 10 1,0 7-651,10 25-1616,-12-8 1,-4 2 2310,-10-9 0,-4-3 0,1 12 0,-5-19 0</inkml:trace>
  <inkml:trace contextRef="#ctx0" brushRef="#br0" timeOffset="383356">24648 12269 17322,'-5'-49'1138,"0"0"1,0 0 0,0-1 0,0-3 0,1 3 0,0 12-1111,-2 9-50,6 29-68,0 11 225,2 14-29,0 24-87,-1-15 1,-1 4-133,-1 6 0,-2 1 132,1-8 1,-2 2-437,-7 21 0,-3 1 439,4-19 1,0 0-9,-5 16 0,0 2 17,3-9 0,1-4-37,-2 7 689,3-1 18,12-59-589,13-25-90,-1-5 64,7 1 0,6-8 0,-1 6-75,-3 11 0,0 1 128,11-19 0,1 5-184,8 21 979,-26 20-956,15 12 27,-8 15-22,5 19 6,-8-5 8,-3 5 1,0 3-4,-4-21 0,-1-2 9,3 13 0,0-3 8,12-4 45,-9-28 28,9-10 0,2-17 0,1-6-56,-6 3 0,-1-1 17,12-15 0,-3 1 22,-1-8 95,-15 13 1,-4 3-113,-3 7-3375,-8-19 3309,-7 38-35,-10-2-10,-5 17 49,3-1-21,-11 20-26,18 4 0,3 2 54,-5 8-9,11-1 0,6 0-2266,18-2 2274,16 6 3,-15-25 1,3-4 984,7-2 1,2-5-969,1-7 0,0-6 0,0-3 0,-2-7 3,-1-9 0,-4-6-15,-4-6 1,-3-4 5,1-7 1,-3-4-266,0-5 0,-1-4 272,-6 9 0,0-2 0,-1 0 0,-3 7 0,0 1 0,-2 1 1,5-20 1,-2 3 5,-5 10 1,-2 4-1,-3 8 1,-1 3-1,0-22-9,-3 3-30,0 41 2818,0 0-2862,2 14 387,0 26-326,0 20-3,2 7 1,1 8-241,-1-15 1,1 3-1,0 0 230,0 2 0,0 1 0,1 0-17,0 1 0,1 0 0,0-5-12,0-1 0,3-2-227,7 12 1,4-4-229,10 1 169,0-20 1,4-9 315,12-22 35,13-31 10,-36 1 1,-2-6 100,3-11 1,-2-1-68,-7 13 1,-1 1 10,1-5 1,-2 2 531,0-4-285,-5 15 1368,-1 0-1726,-5 20 27,-5 25 17,-4 30-8,4-18 0,0 3 8,0 10 0,1 2-6,1-3 1,1-1 0,1 2 0,-1 1 8,-1 12 0,-1-2-371,1-19 0,-1-1 376,-2 5 1,-1-5 109,-5-11 33,-2-14-28,-8-41-106,7-13-28,5 0 0,2-3 0,4 10 0,2-2 0,5-27 0,3-2-635,1 17 1,2 1 639,-2 2 1,2-1 0,1 1-3,4-6 0,0 3-12,0 3 1,0 3 8,-4 10 0,3 0-55,15-17 0,4 3 22,8 4-78,-4 6 0,2 6 32,22 18 57,-19 11-17,12 20 16,-26 12 3,-10-1 1,-3 2 14,1 16 10,-11-13 1,-8 0-40,-26 7 415,4-19 0,-5-3-362,-9-3 1,-6-4-70,-13-3 0,-1-5-46,19-2 1,0-3-404,-8-4 1,6-5-4242,11-11-2301,10-10 6539,21 1 0,5 10 0,4 7 0</inkml:trace>
  <inkml:trace contextRef="#ctx0" brushRef="#br0" timeOffset="383839">26880 12141 24519,'-7'-5'40,"1"5"-7,6 10-5,5 8 17,4 7-6,7 8-5,5 11 5,5 6-5,-1 5-1,-2-1-27,-6-6-23,-9-9 11,-4-8-72,-5-10-320,-5-9-610,-6-7-499,-5-13-150,-6-10-606,-10-25 1736,11 9 266,6 6 1,2-1 305,1-16 627,7 10 0,2 1 169,2-12 1886,11-15-906,3 37-4821,0-1 3274,-4 15-268,-7 8 5,0 5-2106,-1 16 2134,0 0 33,-2 29 7,-1 0-43,-1-17 1,0 4-1295,-5 20 1,-1 1 1257,3-18 0,1-2 0,-2 2 0,2-8 0,3-19 0</inkml:trace>
  <inkml:trace contextRef="#ctx0" brushRef="#br0" timeOffset="384257">28566 12103 18958,'1'-8'4660,"0"1"-3299,-1 7-280,0 0-1126,-1-49 73,0 68-33,-1-36 2,3 42 0,0 15-249,5 19-1031,1-1 1283,-4-24 0,1-1 0,-1 0 0,-1 1 0</inkml:trace>
  <inkml:trace contextRef="#ctx0" brushRef="#br0" timeOffset="384442">28643 11596 22918,'-26'-36'-54,"1"1"1,-7-7-1258,55 83-3605,-5-2 1,-1 1 2994,7 15 0,-3 1 0,-17-45 0</inkml:trace>
  <inkml:trace contextRef="#ctx0" brushRef="#br0" timeOffset="384806">28873 12086 23584,'9'-46'797,"0"0"1,0 2-1,2 11-696,0 22-90,5 5-5,-4 9 22,9 28-6,-11 8-14,-3-8 1,-1 1-4,-2 16-1679,-4-13 1,-2-3 1679,-1 0 22,-3 19 106,3-37 286,-1 1-190,5-15 39,6-12-135,11-19-89,1 4 3392,7-13-3356,-2 16 0,0 1-53,4-2-14,9 0 0,0 5-8,-8 11-6,7 5 0,-1 3-12,-3 7-2,-2 3 0,2 4-123,-3 11 0,-2 4-362,-4-4 1,-2 1-181,5 18 1,-5-1 0,-8-11-1,-8 5 1</inkml:trace>
  <inkml:trace contextRef="#ctx0" brushRef="#br0" timeOffset="386004">3964 15814 24547,'12'-47'435,"0"-1"0,0-1 1,-4 21-509,-6 38 95,-1 18-5,-2 11-6,-4 18 1,-2 3-1044,0 2 1032,0-19 0,0 5 0,-1-5-6,2-8 0,0-2 14,-2 11 1,2-3 2,-2 9 380,3-12-162,5-34-105,0-17-96,0-21 8,0-6 0,0-3-25,0 10 1,-1-1-128,0-23 0,0-1 135,0 15 1,-1 1 56,0-11 1,0-2-63,1 3 0,0 1 8,1 3 1,1 3-23,2 3 0,4 2 11,1 4 1,5 2-1560,9-1 1,4 3 1542,13-8-127,-13 20 0,3 3 101,3 9 1,1 4 13,10 0 11,6 12 1,0 8-21,-21 2 1,-2 4 16,12 12 1,-3 6-62,-9 12 0,-7 1-11,-6-15 0,-3-1-93,1 8 1,-7 2-4496,-16 10 1,-5-2 4668,8-20 0,-1-1 0,-5 15 0,-1-6 0,4-18 0</inkml:trace>
  <inkml:trace contextRef="#ctx0" brushRef="#br0" timeOffset="386179">3984 15876 20309,'-3'-2'2851,"0"-1"-1873,3 3-1006,8-65-16,11 40-351,4-19 1,7 1 145,5 25 0,5 5-710,10-6 0,3 1-576,1 1 1,1 1-2449,-1 2 1,-2 1 3982,-7 2 0,-6 2 0,1 0 0,-28 6 0</inkml:trace>
  <inkml:trace contextRef="#ctx0" brushRef="#br0" timeOffset="386624">4840 15477 24794,'6'34'16,"0"1"1,2 15 0,0-3-886,-1-1 872,0-2 0,0 3 22,-3-15 0,0 0-3,0 9 1,0 0-12,-1-2 1,-1-1-1820,-3-1 1,-2-2 1863,0 7 1137,-9-7-919,4-33-128,-5-26-118,5 0 56,0-25 0,2-7-59,3 18 0,1-1-145,-1-3 1,0-3-1,0-1 137,2 1 0,1 1 0,0 0-26,4-14 1,1 2-1,-2 0 1,4 2 5,5 7 0,3 5 6,-1 11 0,3 2-3,3-5 0,2 3 141,0 5 1,1 4-142,12-6-95,22 11 62,-22 24-12,20 13 22,-26 9-452,-10 5 1,-4 2 480,-2 7 2,-8 7 0,-6 1 26,-13-6-23,-15 2 0,-5-3-11,-8-10-202,-9-5 1,0-5-427,6-12-968,9-5 0,2-4 1596,8-10 0,6 3 0,12-3 0</inkml:trace>
  <inkml:trace contextRef="#ctx0" brushRef="#br0" timeOffset="386887">5483 15396 25348,'43'-33'-543,"1"-1"0,6 1 0,-1 7-96,-17 17 1,0 2-362,6-1 0,-1 0-3520,23-3 4520,-19 6 0,-22 2 0,-9 3 0</inkml:trace>
  <inkml:trace contextRef="#ctx0" brushRef="#br0" timeOffset="387041">5819 15248 12001,'-4'1'9830,"1"0"-8592,3-1-1204,-62 54-29,45-29-14,-17 15 1,5 4-847,32 8 29,1-18 0,1 3-3299,0 3 0,0 0 4125,1-4 0,-2-3 0,1 10 0,-3-19 0</inkml:trace>
  <inkml:trace contextRef="#ctx0" brushRef="#br0" timeOffset="387205">5341 16139 24939,'19'-38'265,"1"0"1,0 0 0,8-5-1,2-1 1,-2 9-249,13 0-47,-6 11 0,8-3 0,-3 4-964,1 5 0,-1 3-846,8-6 1,-1 3 1839,-10 10 0,-5 2 0,-12 4 0,-2 1 0</inkml:trace>
  <inkml:trace contextRef="#ctx0" brushRef="#br0" timeOffset="388706">8259 15530 19059,'0'-7'2220,"-12"-26"1,-6-2-1885,2 14-146,-7-15 1,-3 4-68,-6 25-89,-1 1-2842,-1 16 0,-1 4 2808,0 5 3,4-2 0,0 7 553,2 15 1,5 5-627,8-2 0,2 0 17,-8 7 0,5 0-104,13-3 0,10-4-199,12-10 1,4-3 80,17 20-22,2-20 1,4-6 80,-8-11 0,2-4 297,10 1 0,2-3-11,9-6 0,0-6 44,-12-1 1,-2-5 238,9-9 1,-5-4-80,-2-9-14,-22 8 1,-5-1-26,-7 0 481,1-29-280,-12 21 2824,-7-12-3108,-10 21 168,-2 12-298,-20 8 979,15 9-978,-23 10-12,2 16-22,0 5 1,4 1-18,10 1-56,15-1 50,3-6-100,34 11 117,-7-30-5,25 6-12,-5-19 56,14-16 18,-3-5 27,0-12 79,-22 3-84,-12 13 5,-7 3-17,-8 14-89,-6 5 28,-7 8-23,-9 8 40,-3 9-29,6-5-38,4 8 50,11-16-17,6 7 39,28-14-11,-6-3 0,21-7 28,12-20-28,-7-4-260,-13 5 1,0-3 284,-7-1 0,-3-2-11,0-4 0,-2-2-6,-4 6 1,-2-4 6,-1-4 0,0-6 0,-1 2 4,2-5 1,-2-2 9,0 3 1,0-2 0,-1 1 40,2-14 0,-1 4-36,-6 19 0,-1 1 52,-1-3 1,-3 5 87,-3 7-68,-3 4-162,-7 19 28,-10 20 6,-14 23 5,12-10 0,0 2 3,2-3 0,1 2 2,-7 22 1,2 5-9,8-4 1,3 1 16,-3-1 0,2 1 6,4 4 0,7-2-1650,11-14 1,2-3 1618,-5-7 0,4 0-53,18 12 0,7-8-927,15-11 1005,-20-8 1,3-6-356,10-17 1,-1-7 341,5-5-71,-10 0 1,1-5 72,-1-10 0,-1-4 22,-5 1 1,0-5-13,3-6 0,3-5 0,-4 2 1,-4 2 1,-2 0 15,-3 2 0,1-3 0,-4 4 29,-3 4 0,-3 2 8,1-6 1,-1-1 1066,-6 9 0,-2 1-994,-3-17 1203,-10 15-1298,-3 16 1015,-3 11-1105,-17 30 62,6-1-4,-10 17 1,-2 8-11,11-9 0,1 1 16,-6 7 1,0 2-17,6 2 0,3 1 6,7-9 0,2 2-23,-2 8 0,5 2-123,7 6 0,5-3 101,-1-17 0,4-1-88,16 14 1,9-5 184,5-20 0,8-8-37,-4-6 1,3-4-1,0-4 21,10-1 0,-2-7 28,1-12 0,-6-8 81,-21 3 1,-5-1-3,7-8 290,-3-9 571,-20 29-637,-1-6-275,-5 14-28,0 0-96,-2 3-4,1 0-7,-3 7 34,-3 7 1,-1 12-29,0 7-263,3 5-532,6 0-1087,9-3-4061,8-6 5988,3-10 0,-5-9 0,-7-7 0</inkml:trace>
  <inkml:trace contextRef="#ctx0" brushRef="#br0" timeOffset="388904">10313 15264 16947,'-3'-4'5299,"0"0"-4442,3 4-1591,-59-23-208,45 26-3605,-36-4 4547,69 43 0,-7-15 0,4 2 0</inkml:trace>
  <inkml:trace contextRef="#ctx0" brushRef="#br0" timeOffset="389654">10521 15595 22223,'0'-3'3540,"1"1"-3725,-1 2 174,-5-19-4246,-6 47 4257,1-27 871,-6 55-849,8-12-27,2-8-1,1 0 73,5-26 101,0-3-33,7-13-46,16-20-61,-1 4-9,-1-1 1,3 0 14,23-16-34,-9 8 0,-11 13 0,1 3-50,12 6 16,-7 4-84,10 21 51,-28-1-157,13 35 118,-17-25-225,8 29-84,-3-20-111,9 10 11,7-8-112,20-5 498,-13-16 56,23-9 101,-7-23 140,1-5 3021,-5-6-2808,-10-8 112,-14 1 67,5-11 0,-8 2 79,-9-2-510,-7 18-3275,-18-2 3101,0 22 0,-22-1 39,-17 23 1,8-2 5,9 4 0,1 4-12,6 2 1,3 0-22,-14 15 5,15-7 0,5-2 11,9-5 248,1 14-214,10-24 140,2-1 5,-1-7 443,11-20-487,-8 5 178,13-19-94,-10 9-107,1-1-72,-3 7-63,-3 6 29,8 29-6,-3 17 14,-2-4 1,-2 5 24,-7 18 1,-3 2-29,0-16 0,-3 0 2,-2-1 1,-3 3-1,-4 0-194,-5 2 0,-5-1 0,-2 1-215,1-6 0,-2 1 0,-2-1 0,-1 1-1377,-3 1 1,-1 1-1,-2-2 1,2-3 1700,-6 2 0,0-3 0,4-6 0,-1-5 0,6-7 0,7-9 1</inkml:trace>
  <inkml:trace contextRef="#ctx0" brushRef="#br0" timeOffset="389907">11650 15980 10254,'0'0'0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4:49:31.2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1924 2400 16161,'-51'-1'662,"0"1"1,9 0 0,9 0-501,20 0 470,35 5-330,18-2-227,-2 0 1,6-1-62,10-2 0,4-2-502,-12 0 1,1-2 0,1 0 492,3-2 1,1-1 0,-1 0-8,1-2 0,0-1 0,-3 0 7,9-3 1,-2-1 39,-10 1 0,1-2 0,-6 0 114,-7 1 1,-3-1 95,9-6 0,-5-1-20,-12-3 95,-58-19-67,6 24-131,-10-1 1,-4 2 590,-17 2-424,26 8 1,0-1 153,-18-3-313,23 4-33,18 4 909,23 4-1022,19 7 6,26 9-6,-19-3 1,3 3-3,5 2 1,0 3-2,1 3 1,-3 4-34,-4 1 0,-7 7-627,-14 14 0,-11 3-242,-5-13 1,-8-1 388,-15 18 1,-6-6-1,0-16 1,-2 0 0</inkml:trace>
  <inkml:trace contextRef="#ctx0" brushRef="#br0" timeOffset="1349">4404 2212 13172,'0'-3'7292,"0"0"-6441,0 3-347,-70-56-206,36 41-175,-17-13 0,-1 8-44,6 36-54,18-1 0,0 2-8,-9 14-6,-3 17-11,20-4-6,11-12 1,5 2 39,14 19-29,11-6 1,30-12-6,9-14-627,-19-9 1,2-1 623,0-2 0,1 0 6,-1-1 0,-3-1 2,8 3 332,-16 4-281,-46 1-16,-25 9-29,6-8 0,-6 1-399,1-2 0,-3 0 1,0 0 404,-15 5 0,2-2-15,1 0 1,1-2 25,10-5 0,3-4-50,-9-3-1373,-3-19 763,26 1-9199,22-31 8729,10 26 1,6-8-1,-8 21 1</inkml:trace>
  <inkml:trace contextRef="#ctx0" brushRef="#br0" timeOffset="1734">4526 2372 22638,'23'33'30,"0"0"1,12 20-8,-12-6-6,-4-6-17,2-4 56,6-8 22,0-20-22,-1-12 50,11-17 68,-4-11 89,7-19 14,-22 17 1,-1-2-1220,3-24 1161,-6 5 189,-11 17-88,-4 18-152,-2 2-162,-3 15-12,2 9 1,-5 35-1,4-11-17,1 15 1,-1 6 219,2-14 1,1 2-559,-2 19 0,0 3-948,2-6 1,0-1-294,2-1 0,0-3 154,2-12 0,1-1 1448,6 3 0,1-5 0,-1-11 0,5 7 0</inkml:trace>
  <inkml:trace contextRef="#ctx0" brushRef="#br0" timeOffset="2124">5283 2655 16762,'0'-55'2238,"0"0"1,0 7 0,-1 7-1679,0 9-375,1 14-202,0 10-73,1 14 90,3 15 6,3 20-6,0 17-6,-3-23 1,-2 1 2,-2 2 0,-2-1 3,0-1 0,0-2-6,-5 21 29,1-16 206,3-20 180,2-14-185,7-19-168,7-19 39,12-19-45,-8 20 1,1 0 5,14-21 25,-6 16 1,0 3-20,9-5-48,-11 13 0,-1 3-20,3 2-44,10 11 5,-9 19-34,14 13-128,-7 19 28,-7-2-519,-9-3 1,0 1-1443,10 15 1364,-12-20 1,3-1 775,10-1 0,0-5 0,-9-7 0,20 6 0</inkml:trace>
  <inkml:trace contextRef="#ctx0" brushRef="#br0" timeOffset="2735">6427 2461 24531,'-42'-28'-6,"-1"1"0,-4 11 1,7 15-1,11 43-1194,9-8 0,1 3 1184,-4 20-46,12-8 0,2 1-61,6-16 0,1 1-72,3 13 0,5-1-208,20 11 356,20-22-105,-15-25 1,2-5 42,4-7 0,1-4 70,4-5 0,0-3-215,1-7 0,-1-3 310,0-6 0,-2-3 117,-3-6 1,-3-5-73,-2-4 0,-4-3 61,-3-3 1,-3-2 52,-3 1 1,-4 0 38,-3 4 1,-3 1 33,-3 5 1,-2 3 199,-2 6 1,0 2-30,-2-17 20,1 17-412,-1 15 486,2 11-575,4 14 66,6 33-27,-3-1 84,-3 5 1,-3 5-102,-7-4 0,-3 2-476,0-5 0,-1 1 1,-1 1 471,-2 2 0,-1 0 1,0 0-1,1-3 0,0 0 1,1-1-214,-2 14 0,3-4 217,4-10 0,3-3 0,8 15 56,6-25 681,12-22-709,13-26-20,-12 0 1,1-3 7,5-7 1,0-3 416,2-3 0,-1-1-425,-2 0 1,0 1 8,-4 4 0,-1 2 524,15-16-547,-12 17-11,-7 14 6,-7 8-39,12 18 16,-2 9-89,16 21-168,-19-17 0,0 2-619,2 3 0,2 0-4006,0-1 1,1-1 3461,11 12 0,-12-16 1,-18-17-1</inkml:trace>
  <inkml:trace contextRef="#ctx0" brushRef="#br0" timeOffset="3617">7768 2763 22739,'-2'-45'700,"0"-1"0,-1 6 0,2 7-644,4 18-79,7 8 12,13 9-11,16 14-1,15 15-332,-22-9 1,0 4 276,1 2 0,-1 3-12,-3 1 0,-3 1 23,-5-4 0,-4 1 170,-2 19-64,-24-14 34,-20-15 50,-14-10 51,-1-17-17,10-11 448,15-11-537,24-6-52,22-1-4,23 0-15,-7 16 0,2 2 6,-12 6 0,1 2-360,16-3 1,-1 2 356,-16 6 0,-1 2 3,7-1 0,0 0-85,-5 2 1,-1 0 87,23-2-1,-12 2 1,-14 1 16,-11 0 51,-12 4 744,-9 9-705,-9 10 115,-5 13-216,1 9-5,6 1 10,19-1 35,15-8 16,16-8 112,18-14-112,-19-11 57,17-15 4,-26-11-16,2-13-11,-12-9-6,-16-15-67,-10 17 34,-18-12-28,-8 29-1,-15-1-16,-2 13-17,12 7-39,-1 13-23,22 6-11,-1 14-358,21 19 95,4-11-852,10-2 1,5-1-281,5-5-1030,3-1 0,4-1 2277,-5-10 0,-1-2 0,13 8 0,-5-7 0</inkml:trace>
  <inkml:trace contextRef="#ctx0" brushRef="#br0" timeOffset="4685">9233 2864 14146,'2'-6'4162,"7"-30"0,1-6-3518,-5 16 58,5-22 1,-1 3-372,-7 28 106,0-7-263,-2 19-191,0 3 17,0 7 28,0 15-22,1 11-12,-1 8 0,0 3-27,-1 11 10,1-14 0,-1 0-55,-2 5 22,1-9 73,3-1 61,5-20-32,9-20 26,19-24-32,-7 1 13,-1-5 0,0 0-14,-4 0 8,-2 2 1,0-1 36,2-4-67,9-8-22,-7 19 21,2 8-21,-8 16-18,6 12 1,10 18-26,-13-5 1,1 3-35,0 1 1,0 1-540,14 22 429,-11-14-3962,16 5 3762,-13-17 31,0-4 0,2-2-199,12-7 383,-10-8 1,0-2 165,11-5 61,10-15 140,-24-5 225,10-19-258,-15 11 740,5-20-360,-18 29 3606,1-6-3953,-8 19-139,-4 6-18,-9 24-16,4 1-17,-6 10 6,9 5 10,18 2-16,7 2 6,22 1-6,-6-19 8,-3-11 1,0-3-4,3-2 6,-2-3 1,0-3 38,2-12 91,7-19-85,-23 4 67,-9-24 0,-25 10-1749,-4 8 0,-3 0 1682,-14-13 36,-3 13 1,-3 3-84,-8 5 25,13 9 0,2 3-18,-3 4-16,-2 20-16,23 0-68,-5 36-124,23-5-265,5 10 171,9-9-757,18 0 213,-14-21 1,4 0-620,20 8 0,4-2 781,-6-8 1,2-3 1236,10-1 0,-2-5-573,-20-6 1,-1-4 262,11-8 1,-3-3 288,-2-3 384,-3-8 0,-3-3-239,-11 0 202,-3-6 1,-1 0-376,-7 3 392,5-18-213,-13 23 180,-7-1-790,-2 10 1714,-10 8-1781,3 15-12,-5 14 6,7 1 11,2 32-16,12-11-4,0-13 1,5 0-3,19 19 11,15-8-6,-4-14 9,-8-18 0,0-3 25,8-7-6,13-13 23,-19-14-3375,-6-17 3341,-10 6-528,-9-2 0,-3 0 529,-2 2-1,-2 1 0,-2 2-5,-2 8-29,0 4-66,1 9 2384,5 11-3466,7 10 147,8 11-1658,2 2 1834,4 6 0,-15-17 0,1 0 0</inkml:trace>
  <inkml:trace contextRef="#ctx0" brushRef="#br0" timeOffset="5091">11943 2862 17456,'0'-8'2627,"0"-23"1,0-6-1312,-1 7-927,0-8 0,-1 2 53,-4 17-217,0 10-147,0 5-61,2 9 56,2 7-51,2 4-10,15 26 10,7-4-22,-2-8 0,1 1-290,2-3 1,-1 0 286,1-1 0,-1 1-5,-1-2 0,-3-1-15,9 21-44,-14-5-152,-18-4-363,-14-5-359,-10-7-146,-1-10 505,7-7-105,2-15-1077,8-22 1141,1-12 623,1-21-187,0 3 742,0 14 1620,-21-7-763,9 25-863,-7-3 302,12 14-784,12 11-33,2 8-1,9 15-33,2 17-386,3 21-2539,-5-20 1,-2 1 2924,-1-2 0,-1-1 0,-1 12 0,-3-20 0</inkml:trace>
  <inkml:trace contextRef="#ctx0" brushRef="#br0" timeOffset="6168">7539 3911 16023,'-61'-4'1008,"-1"0"0,5 1 1,16 0-500,36 2-145,7 0 23,17-2-24,27 0-234,-5 0 0,6 0-773,-4 2 0,3-1 0,3 1 683,10-1 0,4 0 1,2 1-615,-9 0 1,1 1 0,1-1 0,1 1 583,-8 0 0,0-1 0,0 1 0,1-1 0,0 1 1,1-1 0,0 1 0,0-1 0,1 1 0,-1-1-295,0 0 1,-1 0 0,0 0-1,0 0 1,0-1 298,10 0 0,0 0 0,-1-1 0,-1 0-2,-3 0 1,-1 0 0,-1-1-1,-1 0 0,-4 0 1,-1 0 0,0 0 0,-2-1-154,8-2 0,-1 0 1,-2 0 229,12-4 1,-5-2 414,-16 2 0,-7-4-218,-6-20 1986,-30 12-2154,-47-12-29,15 24 1,-4 2 840,-12-3 1,-2 1-724,-2 1 0,0 1-28,1 2 0,3 2-134,-10-2-39,17 4 1105,35 3-1044,11 4 0,23 5-39,0 0-14,2 0 0,3 0-14,-1 0 0,0 0-457,11 4 1,1 3 439,3 1 0,-2 3-6,-1 2 1,-4 3-107,-4 11 1,-6 2 27,-9-12 0,-7 1-361,-8 15 0,-12 1-1474,-10-13 1,-6-2 1935,-4 4 0,-1-2 0,-12 8 0,13-19 0</inkml:trace>
  <inkml:trace contextRef="#ctx0" brushRef="#br0" timeOffset="6884">10594 3769 18016,'16'-48'1647,"0"1"0,0 2 0,-2 6-1322,-1 11-286,-4 6-39,-5 17 56,-3 17 6,0 15-32,-5 6 1,-3 4-17,0 1 0,-1 1-643,-6 14 0,0 0 643,3-16 0,0-1-3,-1 7 0,2 0-1494,8-4 1,1-2 1476,0 24-109,13-21 0,8-4 70,21-7-11,10 3-8,-6-25 0,3-7 27,-12-3 1,1-2 10,16-2 1,0-4 47,-7-5 1,-5-2 16,12-9 1,-6-4 88,-29 5 841,-6-1-694,-4-11 22,-6 9 55,-3 1 3118,0 15-3168,0 4 190,1 6-492,0 2 0,1 8 11,1 3 6,2 24-17,-1-10-17,0 28-246,-3-2-342,2 0-1165,5 2-4072,8-21 5842,6-11 0,-6-11 0,-4-6 0</inkml:trace>
  <inkml:trace contextRef="#ctx0" brushRef="#br0" timeOffset="7057">11322 3796 20649,'-14'7'-6469,"7"14"6469,26 31 0,-8-18 0,-6-13 0</inkml:trace>
  <inkml:trace contextRef="#ctx0" brushRef="#br0" timeOffset="7425">11640 4071 14325,'3'-3'6682,"-2"0"-4872,-1 3-1743,13-19-39,-10 28-11,9-8-6,-10 33 12,1 1 10,-1-2-10,1-5 5,-3-10 162,-1-3 370,1-11 17,0-4-236,5-12-184,0-1 174,20-30-208,2 7-84,-5 8 1,2 0-162,-1 5 0,2 1 144,0 2 0,1 2-5,21-10-22,-13 11-1,-2 8-89,-5 19 32,-6 0-183,6 21 16,-16-8-725,0 7 1,1 3-2849,6 20-1104,-4-14 0,0 0 4907,10 16 0,-8-22 0,-6-17 0</inkml:trace>
  <inkml:trace contextRef="#ctx0" brushRef="#br0" timeOffset="7809">12537 4176 21371,'-10'-42'993,"0"0"1,1 5-1,1 8-668,3 20-269,2 5-84,2 4 39,3 6 23,4 7-23,3 3-11,4 4-5,16 9-7,18-3 12,-7-2 12,14-11-1,-33-16 22,13-9 18,-12-9 5,0-13-31,-15 3 0,-4-3 3,-2-7 19,-5 7 1,-4 2 81,-10 5-62,-1 2 96,-8 9 22,-5 14-112,-3 10-34,-5 13-33,13 13-1,8-1 18,7 13-23,9-3-132,8-9 1,6 0-575,2-4 1,4-2-1191,10 6 0,3-3 1242,-2-9 0,0-4 0,10 6 0,-16-12 0</inkml:trace>
  <inkml:trace contextRef="#ctx0" brushRef="#br0" timeOffset="8942">13971 3838 18560,'-6'-46'1263,"0"0"0,1 0 0,-3-14 0,3 13-1016,1 28-102,4 12-173,-1 7 51,5 16-7,4 18 12,7 24-1710,-4-10 0,0 2 1685,-3-15 0,-1 2 25,2 17 0,-3 1-210,-3-21 0,-2 0 187,0 6 1,-2 1 2,0-8 1,-2-2 86,-4 19 39,1-23 247,2-12-112,3-24 3027,4-11-3207,3-17-5,6-14-50,-3 14 0,2 1-11,4-16-12,-4 16 0,3 2-5,10-8-12,-3 10 562,12 5-607,6 24 45,-6 4 0,24 18 29,-14 11-40,-15-8 0,1 4-42,3 7 1,-3 3-463,-7-6 1,-4 1 508,1-3 1,-6 0-11,-16 17-28,-42-14-270,5-6 292,-2-12 0,-5-7-51,2-6 1,0-5 30,9 3 1,-1-2-116,-9-5 1,3-4-784,8-8-1384,5-7-7501,34-5 8614,3 12 1,12 2-1,-13 16 1</inkml:trace>
  <inkml:trace contextRef="#ctx0" brushRef="#br0" timeOffset="9299">14740 3884 23304,'7'32'36,"0"0"1,7 17-26,26-9 28,0-14-25,-12-11 0,1-2 48,13 1-6,-6-8 67,-16-17 140,-7-21-139,-4 3 108,-5-3 0,-1-2 256,-1-8-29,3-16-83,0 22-113,1 13-218,-2 12-29,1 13-3396,1 24 3391,2 5-360,-2 14 1,-2 8 342,-2-8 1,-2 2 13,1 9 1,-3 3-41,-2-15 0,-3 1 0,-1-1-301,-5 15 0,-2 3-1701,5-18 1,-1 4 0,0 1 0,1-4 2033,0 3 0,0-3 0,1-1 0,-3 15 0,2-8 0,5-12 0</inkml:trace>
  <inkml:trace contextRef="#ctx0" brushRef="#br0" timeOffset="10025">16155 3648 19989,'5'-58'1266,"0"1"0,0 5 0,0 9-801,1 14-256,0 10-158,0 10-26,2 10 25,1 21 12,-2 25-37,-5-10 0,-2 5-588,-2 8 1,-1 2 559,-1 5 1,0 1 2,0 0 0,1-3-6,2-13 1,1 0 7,5 8 1,2-2 1,4 6-4,-3-20 0,0 0 11,0 4 6,-4-9-1,-3-8-21,-1-6 10,0-5 1206,0-6-1049,0-3 51,2-1-45,6-4-83,14-6-57,20-10-28,-10 7 0,0-1-340,26-10 23,-10 6 0,1 2-2111,-16 6 0,-2 2 2428,11-4 0,-3 2 0,-3 2 0,-19 5 0</inkml:trace>
  <inkml:trace contextRef="#ctx0" brushRef="#br0" timeOffset="10284">16819 3935 21035,'-1'-4'3294,"1"1"-2252,0 3-1054,16-14-88,-6 30-203,9 0 46,-12 21-631,-5-5 0,-1 1-2231,6 10-74,1 9 3193,6-16 0,-8-24 0,2-2 0</inkml:trace>
  <inkml:trace contextRef="#ctx0" brushRef="#br0" timeOffset="10459">16971 3621 17994,'-4'-9'3260,"1"2"-2885,3 7-722,-30-59-292,24 47-268,-17-31-1793,34 75 2700,8 24 0,-8-22 0,-1 1 0</inkml:trace>
  <inkml:trace contextRef="#ctx0" brushRef="#br0" timeOffset="10843">17200 3937 24447,'30'12'72,"-4"5"-60,-10 21 4,-6-4 29,-5-8 50,-4-6 174,-1-10 493,0-5-650,0-24-28,2-4-33,6-25-23,9 0-28,9-2-28,10 4-17,8 12-17,5 12-16,2 11-40,1 11-16,-3 12-68,-3 10-95,-6 10-213,-7 6-638,-9 3-1244,-4-1-2777,-5-4 5169,2-8 0,-9-14 0,1-6 0</inkml:trace>
  <inkml:trace contextRef="#ctx0" brushRef="#br0" timeOffset="11200">18037 3842 14286,'2'-3'6833,"-1"0"-5527,-1 3-1250,11-10 28,-4 19 6,12-6 16,-4 21 28,3-4 68,3-7 151,16-7-275,-8-6 107,22-12 28,-15-8 44,7-10-27,-10-9-40,-12-6 62,-10-3 73,-13 2-72,-11 6-102,-12 8-50,-10 11-62,-5 12-50,-3 17 11,4 13 0,5 15-242,9 14 230,16-20 1,2 2-37,3 4 1,4 1-589,9 14 0,6-2-165,-6-13 1,4-2 800,16 21 0,2-7 0,-10-20 0,11 13 0</inkml:trace>
  <inkml:trace contextRef="#ctx0" brushRef="#br0" timeOffset="12033">10652 5768 20548,'2'-44'1269,"0"0"1,-1 3 0,1 11-956,0 24-292,0 4-11,0 4 73,2 11 51,2 30-51,-2 13-513,-3-24 0,-1 2 460,-3 8 0,-3 1-9,-1-5 1,-1 1-1,-3 18 1,0 3-18,3-14 1,2 0-141,1 2 1,5-3 117,13 9 28,15-14 0,3-18-17,4-14 1,5-5-71,-6-6 1,2-3-600,19-3 1,1-2 164,-5-4 1,-1-3-603,0-1 0,-3-2 168,-12 5 1,-1-1-3973,5-8 1,-5 0 3264,-7 3 0,4-6 1,-27 23-1</inkml:trace>
  <inkml:trace contextRef="#ctx0" brushRef="#br0" timeOffset="12209">11339 6035 10371,'0'-3'9830,"0"1"-5372,0 2-4424,11-38 5,-9 40-22,9-28 0,-8 70-51,3-4-33,2 10-297,2-19 0,2-1-1288,8 9-3994,10 12 5646,-9-24 0,-8-14 0,-7-7 0</inkml:trace>
  <inkml:trace contextRef="#ctx0" brushRef="#br0" timeOffset="12377">11532 5792 19305,'-6'-7'3142,"2"2"-2330,4 5-1237,0 0-197,-24-47-1708,33 54 2330,-12-19 0,22 39 0,-1 3 0</inkml:trace>
  <inkml:trace contextRef="#ctx0" brushRef="#br0" timeOffset="12775">11877 6011 25320,'5'-16'23,"1"18"-7,0 32 1,-2 12-6,2 9-5,-4-16 0,-1-3 11,-3 1-6,0-4 208,-5-8 83,5-19-117,-2-8-135,5-19 23,8-17-11,8-18-242,-2 24 0,2-1 211,2-1 0,1 0-9,2 2 1,1 1-12,-1 4 0,0 2-33,19-13-1,-9 14-134,12 9-39,-13 16 73,7 3-538,2 30-426,-18 7-120,-6-8 0,-3 2-2051,-6 0 1,-2 0 3257,0 27 0,-3-23 0,-2-18 0</inkml:trace>
  <inkml:trace contextRef="#ctx0" brushRef="#br0" timeOffset="13283">12827 6018 18308,'-8'-10'5399,"1"2"-4256,7 8-673,0 0-582,-8-17 118,6 20 50,-2-11 5,14 25 24,9-2-12,7-5 16,3-5 23,3-7 45,-2-7 34,-3-9-35,-7-8-21,-7-6-29,-8-3-22,-12-1-22,-7 5-34,-11 7-6,-5 8-11,-1 8-22,0 12 6,3 9-12,2 13 6,9 1-6,-2 29-34,13-7-375,4-12 0,3 2 115,4-3 0,4-1-787,2 1 0,2 0 1098,6 3 0,0-2 0,2 3 0,1-6 0</inkml:trace>
  <inkml:trace contextRef="#ctx0" brushRef="#br0" timeOffset="13591">13661 6160 17636,'-6'0'5338,"0"0"-2857,6 0-2397,-7-1-73,25-3-39,7-1-89,33-3-206,-22 5 1,0 0-1128,4 0 1,0 1 1449,5-1 0,-2 0 0,6 1 0,-8-1 0</inkml:trace>
  <inkml:trace contextRef="#ctx0" brushRef="#br0" timeOffset="13799">14638 5815 26508,'-22'-7'28,"4"24"-39,11 16 0,5 11-2216,-1 18 0,0 1 1745,1-18 0,0 1-1779,0 1 0,-1 4 0,0-5 1911,-1-5 1,-1-4-1,1-2 1,0-3 0,-1 4-1</inkml:trace>
  <inkml:trace contextRef="#ctx0" brushRef="#br0" timeOffset="14642">16491 6108 18134,'21'-48'1607,"1"-1"1,-1 2 0,-11 18-1446,-25 37-72,-13 24-401,-1 6 342,-3 13 0,-2 6-725,8-13 0,-1 3 559,2-2 1,-3 3-1,2-1-1152,3-7 1,1 0-1,2-2 82,-6 8 1,2 0 1204,-7 11 0,3-5 0,8-14 0,-7 13 0</inkml:trace>
  <inkml:trace contextRef="#ctx0" brushRef="#br0" timeOffset="14824">16030 6324 16408,'11'-48'1488,"0"-1"1,0 1 0,2-16-1,-1 10-765,-2 7-121,-2 25-585,6 20-1,13 25-16,-5 0 0,2 5-1606,11 11 0,2 4 1564,-5-6 0,3 3-278,-4-7 1,4 3 0,2 0 0,-2-2-1323,3 1 1,-2-3 0,2 1 1641,-2-1 0,2 2 0,0-1 0,-5-5 0,8 6 0,-7-6 0,6 4 0</inkml:trace>
  <inkml:trace contextRef="#ctx0" brushRef="#br0" timeOffset="16043">10591 7728 13721,'9'-47'1617,"1"-1"0,0 1 1,2-18-1,-1 12-262,-2 19-273,-2 5-270,-1 1-258,-4 11-616,-1 10-190,-1 8 174,0 13 112,-1 18-34,0 21 8,2-18 0,1 1-165,3 3 0,0 1 157,3 0 0,1 0 11,2-1 0,2-1-8,1-2 0,0-2-6,0-3 0,2-1-25,3-2 0,1-2-22,6 4-141,15-7-190,-6-22-106,18-13-5,-22 0 0,2-3 424,4-5 0,0-4 62,1-2 1,0-3 41,-1 0 1,-1-1 78,-4 0 0,-2 1 98,-6 3 0,-2 1 671,7-19-313,-16 11 224,-16 4-532,-1 13 163,-6 3-196,6 9-252,1 2-164,2 2 692,-1 9-501,0 9 6,-1 15-11,1 10-11,4 6-129,3 5-336,5 0-627,5-2-1513,1-7 1768,2-9 0,-9-17 0,-1-7 0</inkml:trace>
  <inkml:trace contextRef="#ctx0" brushRef="#br0" timeOffset="16216">11546 7364 19658,'1'-26'-1425,"3"13"1,0 24 0,2 1 0</inkml:trace>
  <inkml:trace contextRef="#ctx0" brushRef="#br0" timeOffset="16999">11816 7606 19165,'0'-5'2559,"0"1"24,0 4-2639,-10-28 84,11 42-28,-5-10 0,12 48-12,-2 4 35,-2 7-12,-4-22-11,0 4 39,0-30 213,0-2 342,0-9 0,2-17-566,0 0 34,3-26-6,3-2-6,0 8 0,2-1-16,5-10-20,3 11 0,2 3-14,11 5-11,6-4-28,4 15-6,-6 10-67,23 9-34,-7 10 45,-2 4-174,-4 16-296,-14 0-689,-9-5 0,-1 2-818,-6-4 1,0 0 385,9 26-2228,1-7 3422,-12-30 442,13 3 1450,0-30-526,-5 2 1446,11-18 2178,-7-3-3629,-5 5 675,1-6-507,-12 17-331,-1 1-285,-5 6-410,-2 4-448,0 2 264,7 4 213,0 0 10,28 8-4,0-8-12,8 4 16,4-13 35,-9-6 27,7-9 141,-5-18-174,-17 9 140,-8-28-129,-13 31 61,-7-23-5,-5 24-44,-7-2-63,-9 11-16,0 10-11,1 8-18,-2 13-10,2 25 5,0 10 17,5 6-37,13-13 1,4-1-20,3 5-387,7 5 1,4 0-958,7-7-992,3-4 1,4-2 2391,8-3 0,-5-6 0,-11-15 0</inkml:trace>
  <inkml:trace contextRef="#ctx0" brushRef="#br0" timeOffset="17891">13587 7867 10870,'-7'0'9830,"2"0"-8671,5 0 90,0 0-1238,-18-11-55,18 6-119,-3-12-274,36 8-627,26-3-3476,-3 5 1,4 0 3973,-10 1 1,-2 1 0,1 1-1,-6 0 1,-3 0 0</inkml:trace>
  <inkml:trace contextRef="#ctx0" brushRef="#br0" timeOffset="18267">14476 7537 21747,'-8'-44'267,"0"1"0,8 0 0,7 8-261,19 16-17,24 1-23,-13 14-5,10 10-23,-5 10 23,-10 16-34,-13 15 17,-21 13-283,-7-25 1,-5 0 340,-6 2 1,-4-1 5,-3-1 1,-2-1-1,0-1 1,-1-2 13,-14 14-22,20-19 0,4-1 11,4 3 163,7 7 67,31-16-84,30-6-152,-12-8 1,5-3-885,12-1 0,3-1 634,-15-1 0,2 0 0,1 0-1473,3 0 0,1-1 1,-2 1 1717,-3 0 0,-2 0 0,-3 0 0,2 1 0,-5-1 0,6 1 0</inkml:trace>
  <inkml:trace contextRef="#ctx0" brushRef="#br0" timeOffset="19118">11295 8519 9504,'-62'6'90,"0"-1"1,0 1 0,0-1 0,0 1 0,8-1 0,0 0-1,1 0 1,3 0 0,4 0-226,-7 1 1,4 0 0,7 0-264,3-1 1,10 1 2314,14-2-1189,55-8 0,24-4-678,-22 3 1,4 0 380,1-1 0,11-1 1,5-1-1,-2 0 0,-7 2-656,-1 0 1,-5 0-1,9 0 440,-6 1 0,8-1 1,5-1-1,2 0 0,-1 1 1,-4 0-1,-7 0-498,1 1 0,-6 1 0,0-1 0,6 0 374,-2 1 0,6-1 0,3-1 1,2 0-1,0 1 0,-2 0 1,-5 0-274,6 1 0,-4 0 1,-1 0-1,2 0 0,4 0 212,-8 1 0,3 0 0,2-1 0,2 1 1,1 0-1,-1 0 0,-1 0 0,-1 0-153,2 1 1,-1-1-1,-1 1 1,0 1 0,0-1-1,-1 0 1,1 1 106,-2-1 1,-1 0 0,1 0 0,-1 1 0,0-1 0,0 1-1,-1 1-194,6 0 1,1 0-1,-1 1 1,-1 0-1,-1 0 1,-2 0-827,-1 1 1,-2 1 0,-1-1 0,0 1 0,0 0 1035,4 0 0,1 0 0,-1 0 0,-1 1 0,-6-1 0,10 1 0,-4 0 0,-8 0 0,-8 0 0,-1 0 0</inkml:trace>
  <inkml:trace contextRef="#ctx0" brushRef="#br0" timeOffset="19475">10129 9418 19176,'57'0'179,"0"1"0,0-1 0,0 0 1,0 1-1,3-1 0,-3 0 1,0 1-1,2-1-135,-9 0 1,2-1 0,-1 0 0,1 1 0,-1-1-1148,0 0 0,-2 0 0,1 0 0,1-1 0,3 1 1123,1-1 1,2 1-1,1-1 1,2 0 0,2 0-1,1-1-143,-5 1 0,2 0 0,1 0 1,2-1-1,-1 0 0,1 1 1,-1-1-1,-1 0 132,-5 1 1,0 0 0,-1-1 0,0 1 0,0-1 0,0 1 0,1-1 0,2 1-49,0-1 1,1 0 0,2 1-1,1-1 1,-1 0 0,0 0 0,-2 1-1,-2-1 1,-2 0 44,6 1 1,-3-1-1,-3 0 1,0 1 0,1-1-1,2 1-143,0-1 0,1 1 0,0 0 0,2 0 1,-2 0-1,0 0 0,-3 0 138,0 1 1,-4-1 0,0 1 0,0 0 0,2 0 0,3 1-27,-2-1 1,2 0-1,3 1 1,0-1-1,0 1 1,0-1 0,-1 1-1,-3 0-101,7 1 0,-2 0 0,-1 0 0,-2 0 0,1 0 0,-1 0-55,7 0 1,-1 0 0,0 0 0,-2 1 0,-4 1-829,-1 0 1,-2 1 0,-3 1 0,-5 0 1008,15 5 0,-7-1 0,-8-2 0,-6-1 0,8 7 0</inkml:trace>
  <inkml:trace contextRef="#ctx0" brushRef="#br0" timeOffset="19784">11251 10264 9352,'-49'8'778,"0"1"1,0-1 0,-4 2-1,0-1 1,6 0 814,5-2 1,5 0-933,-19 8 750,49-9-1139,39-2 0,23-5-194,1 0 0,6-2-550,-14 1 0,6 0 0,1-1 1,-2 1 506,5-1 1,-1-1-1,7 0 26,-11 1 1,5 0 0,3 0-1,2-1 1,-2 1 0,-2 0-158,0 0 0,-3 1 0,0-1 0,2 1 0,3-1 145,-3 1 1,3-1 0,2 1-1,2-1 1,0 1 0,0-1 0,0 1-178,-7 1 1,2-1 0,-1 1-1,1-1 1,-1 1 0,1 0-1,-2 0 1,-1 0 166,3 0 0,-2 0 0,0 0 1,-1 0-1,1 1 0,0-1 0,2 0-140,-3 1 1,2-1 0,1 1 0,0-1 0,-1 1 0,-1 0 0,-2-1 0,-3 1 115,8 0 1,-3 0 0,-2 0-1,-2 0 1,1 0 88,8-1 0,-1 1 0,0 0 0,1 1-109,-8-1 1,2 1-1,0 1 1,-2-1-1,-4 0-85,6 0 1,-5 0 0,5 1-1000,-6 0 0,6 1 0,1 0 0,-3-1 0,-9 1 1089,7 2 0,-7 0 0,-2-1 0,-6 0 0,-6 1 0</inkml:trace>
  <inkml:trace contextRef="#ctx0" brushRef="#br0" timeOffset="21226">17272 7797 11555,'43'-41'2039,"-1"0"0,1 0 0,0 0 0,-5 5-1562,-11 8 0,-10 9 173,-14 15-345,-25 26 1,-15 17-2235,1-3 1,-4 2 1954,6-3 0,-3 2 0,-4 3-5,5-6 0,-5 2 1,-1 2-1,0-1 0,2-1-363,-1 2 1,0-1 0,1-1 0,-2 2 335,3-3 1,-1 1-1,-1 1 1,0 0-1,1 0-309,0 1 1,-1 0 0,1 1 0,1-1 0,2 0 89,-3 2 1,3-1 0,1 1 0,-2 2-284,2-3 1,0 1 0,-1 1 0,1 0 0,1 0-1081,-4 6 0,0 0 0,2-1 0,1 0 212,5-6 0,1-1 0,2 0 0,1-3 1376,-2 4 0,1-2 0,4-4 0,3-3 0,3-5 0,-1 0 0</inkml:trace>
  <inkml:trace contextRef="#ctx0" brushRef="#br0" timeOffset="21443">15998 8129 22065,'45'1'181,"0"0"0,0 0 1,2 5-1,-1 4 1,-2 7-162,-2 14 1,-5 9-1,2 1-1158,5 0 1,1 2-1,2 0 1131,-11-10 0,1 0 0,1 1 0,-1-2-38,2 0 0,-1 0 1,1-1-1,0 0-243,12 8 1,-1 0 0,-1-1-2158,-3-2 1,0 0 0,-4-2 2444,-7-5 0,-1-1 0,-5-3 0,16 15 0,-32-27 0</inkml:trace>
  <inkml:trace contextRef="#ctx0" brushRef="#br0" timeOffset="26599">3340 3299 8976,'-7'-3'354,"26"2"-332,42 0-1038,-18 0 0,3 1 1139,5 0 0,3 0 254,-4-1 0,4 1 0,0 0-669,-2 0 1,0-1-1,0 1 449,0 0 0,1 0 0,1 0 76,6-1 1,2 1-1,-1 1-80,-5 0 0,-1 0 1,2 1-41,-2-1 0,3 0 1,1 1-1,-1-1-403,3 2 1,0 0 0,1 0 0,0 0 298,-11-1 0,0 0 0,0 0 0,1 1 0,0-1-19,0 1 0,1-1 0,0 1 0,0-1 0,0 1-277,0-1 0,1 0 0,-1 0 0,1 0 0,-1 0 298,2 0 0,-1 0 0,1 0 0,0-1 1,0 1-148,1-1 1,0 0-1,0 0 1,0-1-1,1 1 184,1 0 0,1-1 1,0 1-1,1-1 0,-1 0-53,3 0 0,-1-1 0,1 0 1,1 1-1,0-1 46,-10 0 0,1 1 0,1-1 0,-1 1 0,1-1 0,-1 0-4,2 1 0,0-1 1,0 0-1,1 0 1,-1 0-1,0 0-5,1 1 1,0-1 0,0 1 0,1-1 0,-1 1 0,0-1-9,0 1 1,1-1 0,-1 1 0,0 0-1,1 0 1,-1 0-9,0 0 1,0 1 0,0 0 0,0-1 0,-1 1 0,1 0 41,-1 0 1,-1 0-1,0 0 1,0 0 0,2 0-1,0 0-58,-2 1 0,2 0 0,2 0 0,-1 1 0,-1-1 0,-2 0 0,-2 0-5,2 1 1,-3-1-1,-1 0 1,0 0 0,3 1-20,3-1 1,3 1 0,2-1-1,-1 1 1,-2 0 0,-4-1 0,3 0 1,-4 0 0,-1-1-1,3 1-140,-2-1 1,2 1 0,1-1 0,0 0-1,-1-1-174,-2 0 0,0-1 0,-1 0 0,2-1 0,0 1-748,8-2 1,3 1-1,-1-1 1,-1 0 0,-6-1 1084,-6 1 0,-4 0 0,-2 0 0,-1-1 0,15 0 0,-2 0 0,-32 2 0,-34 2 0</inkml:trace>
  <inkml:trace contextRef="#ctx0" brushRef="#br0" timeOffset="45293">8565 6552 14617,'-30'-43'2163,"1"0"1,6 6 0,4 9-2757,4 18 380,13 17 291,2 4 6,0 21-50,2 5 25,10 6-1,2 0-2,1 1 34,4-7 0,2-6 38,-3-21 208,16-2 101,26-26-358,-7-1-892,-15 0 0,8-7 0,0-1 0,-5 3 824,2-1 0,0-1-9,8-5 0,6-3 0,-3 2-254,-15 10 0,-3 2 0,2-2 235,11-5 0,2-2 1,1 1-104,-1 0 1,1 1 0,0 0-655,3-1 0,1 0 0,-4 3-2327,5 0 1,-6 5 2752,-11 5 1,-4 3 0,5 0 0,-23 8-1</inkml:trace>
  <inkml:trace contextRef="#ctx0" brushRef="#br0" timeOffset="45993">9082 8032 10931,'-5'-7'2820,"-8"-28"1,-1-6-1326,5 3-1033,-5-8 1,0 0 528,8 11-95,2 9-376,0 11-430,2 7-381,2 6-443,0 2 281,0 7 565,3 12-45,1 4-20,1 6 1,1 4 3,3 19-208,-3-14 0,0 0 162,3 18-130,-1-13 131,-2-15 139,6-6 91,-5-15 912,19-3-672,5-22-373,-3 2 1,1-2-102,-4 0 1,1-3 40,7-4 0,5-4 0,-2 1-24,6-5 1,1 0-17,-1 2 1,3-1 0,-2 0-409,-7 7 0,0 0 1,-2 2 210,17-9 1,-2 1-306,-5 4 1,-1 2-1013,-7 6 1,-3 3-882,11-4 2363,-14 15 0,-22 5 1,-1 3-1</inkml:trace>
  <inkml:trace contextRef="#ctx0" brushRef="#br0" timeOffset="46549">8514 9250 19714,'9'0'2498,"-3"0"-2095,-6 0-151,0 0-464,0 5 223,0 3 73,2 22-62,1-11 51,8 24-17,0-22 67,9 6 112,4-13 101,6-6-28,10-9-89,11-12-147,-20 2 1,1-3-372,4-4 1,1-3 351,4-3 0,1-2-22,4-3 0,1-1-551,1-2 1,1-1 446,1 1 0,-1 0-230,-3 3 1,-2 1-608,-8 6 0,-2 2-3291,10-4-263,-23 15 3760,-19 14 1,-4-2-1,-2 3 1</inkml:trace>
  <inkml:trace contextRef="#ctx0" brushRef="#br0" timeOffset="46949">8774 10548 13435,'-3'-2'5125,"1"0"-4408,-2-31 0,3-11 252,4 0-619,-4-8 0,2 0 104,11 4-56,0 10 44,-2 12-89,-5 11-269,-2 10-403,-3 4 27,0 8 309,-1 11-6,0 13-22,-1 6 11,8 0 17,4-6 28,9-9 72,3-7 186,0-8 50,2-9-129,6-13-140,11-14-62,-15 6 0,3-2-865,6-6 0,0-1 832,-5 5 0,2-1-105,2-2 0,5-3 1,-2 4-535,4-2 1,2 1-2052,-4 2 0,3-1 1,-3 4 2700,4 0 0,-5 5 0,9-3 0,-23 13 0</inkml:trace>
  <inkml:trace contextRef="#ctx0" brushRef="#br0" timeOffset="69724">1315 13309 20552,'57'1'28,"0"0"0,0-1 0,0-1 0,4-2 0,0-1 0,-6-2-45,-6-1 0,-4-2 1,4-1-1408,1 1 1,4-1 0,-1 0-1,-4 0 1394,-4 2 0,-4-1 1,1 1 8,7-4 1,1 0-1,-8 1 1505,15-5-1364,-19 3 1,-10-1-37,-27 6 269,-56-7-168,8 11-5,-8 0 1,-3 0 205,14 3 1,-1-1 204,-16-2 0,0 1-429,19 0 1,3 1 67,-24-4 2617,48 4-2808,23 2 17,19 0-45,24 5-17,-17-1 1,3 2 435,5 2 0,2 2-464,3 3 1,-1 0 2,-10-1 1,0 2-94,4 4 1,-4 4-423,-12 5 0,-5 2-964,-3 2 1,-6 1 936,-12 11 1,-7-2 0,-5-2 0,-12-4 0</inkml:trace>
  <inkml:trace contextRef="#ctx0" brushRef="#br0" timeOffset="70401">4049 13453 20190,'-13'-55'1491,"0"1"1,0 4 0,1 10-1296,3 20-90,1 8-44,5 11-62,-1 19 17,3 10-6,-1 26-11,2-22 0,0 1-227,0 3 0,1 1 229,-1 1 1,0-1 3,-1 0 0,0 0 2,-1-4 0,-1 0-8,-5 21 23,-2-15 122,2-16-83,3-13 95,-2-25-61,2-14-35,-3-29-39,6 22 1,0-2-74,2-7 0,3-2 59,2-2 1,2-1-1,4-1 0,1 2 12,4 2 0,3 2-15,1 4 1,2 3-12,0 5 1,2 2 5,0 4 0,1 3 0,14-7-14,-6 17 0,1 5-26,21 12 9,-14 4 1,0 4-24,-4 9 1,-3 5-37,1 6 0,-3 5-67,-2 4 1,-4 5-141,-5 2 0,-4 3-249,-4 0 0,-6 1-577,-3-2 0,-5-1-1961,-3-4 1,-2-3 3083,0-8 0,-1-3 0,-4 4 0,5-18 0</inkml:trace>
  <inkml:trace contextRef="#ctx0" brushRef="#br0" timeOffset="71001">4153 13633 20800,'40'-32'-59,"0"1"1,0 0 0,0 2 0,0 1 0,1 6-57,15 6 1,0 5-2166,-1-2 0,0 0 2171,-5 2 0,-1-2 27,-5 2 1,-3-1 531,-6 2 1,-2-1-305,20-8 1112,-17 2-592,-18 4-50,-14 2 62,-14 0 2373,-6 1-2430,-6 1 141,0 3-331,3 2-241,6 3-212,7 1-6,4 0 50,4 4 23,5 4 6,7 6-29,10 8-33,10 6 11,8 5-23,6 5-13,-15-12 0,-1 0-43,13 10-245,-14-10 1,-3 1-69,-2 5-140,-6 8-386,-24-6-1009,-25-8 342,-6-9-1852,-2-11 1,-2-5 753,-14-11 2509,17 1 1,1-3 397,-5-25 627,16-8 2784,14-17-2061,8 20 1689,10-10-1050,1 29-780,1-1-603,-3 9-427,-2 6-280,-3 5-67,0 6 95,-2 7 12,0 12-119,-1 32-116,-2-9-231,-1-4 1,0 0-1883,-5 21 1506,4-20 1,1-2 0,-1 4-1,3-7 1</inkml:trace>
  <inkml:trace contextRef="#ctx0" brushRef="#br0" timeOffset="71434">5357 13380 24396,'21'8'73,"1"10"-135,2 34-78,3 1-44,-1-3 44,1-10 100,5-11 80,-10-15 55,8-14 45,-8-17 67,4-15 28,-2-12 28,-4-6 68,-6-1 67,-4 5 28,-3 7-23,-3 10-78,-2 8-40,0 9-257,-1 6-28,0 3-89,-1 4 44,0 7 84,0 13 6,0 20-17,-3 22-545,-1-22 1,0 2 438,-3 6 0,0 2-191,-3 4 0,1 0-563,1 1 0,1 1 832,2 1 0,2-4 0,0 9 0,5-16 0</inkml:trace>
  <inkml:trace contextRef="#ctx0" brushRef="#br0" timeOffset="72700">6209 13407 24519,'-5'-19'118,"7"34"-110,5 13 1,1 6 10,-1 7 1,-2 2-537,-3-5 0,-2-2 523,-4 22 27,-6 2 344,-1-26-254,1-1 752,3-17-489,6-20-296,4-8 78,6-26-12,6-8-97,-2 15 0,0-3-28,4-1 0,1 0-1,7-5 1,2 1-25,9-12-1,-10 22 1,1 3-157,24 3 95,-14 6-79,14 13 51,-33 12-397,17 24 218,-18-9-1937,3 10 1,-2 2 1359,-2-2-658,4 4 0,3 0-591,10-4 874,-6-11 0,0-4 211,14-3 39,9-10 1239,-9-14 608,-11-1 1,0-4 847,17-17-1055,-22 10 0,-2-1 64,2-10 1243,3-17-1399,-17 23 1065,7-23-1239,-14 31 552,-2-9-771,-4 19 316,-12 1-494,2 9 3337,-18 12-3377,-12 25 11,20-15 1,0 3-294,-5 9 1,2 1 247,-5 19-58,16-21 0,3 1-301,7 0 1,5-1 238,4-1 0,4-1-40,7 1 1,7-5-84,7-11 0,4-6-59,26 2 39,-19-11 0,3-7 14,2-8 0,1-6 235,0 0 1,-1-4 100,6-9 0,-4-5-798,-13-1 0,-5-2 834,-7 7 1,-2-2 129,0-12 0,-2-2-193,-3-3 0,-2 0 288,-2 1 0,0 0 16,-2-4 0,-3 3-11,-4 17 1,-2 3-29,0-12 682,-1 8-598,0 20 24,-1 2-455,1 11 1787,0 11-1670,0 16-38,0 23 2,1-14 0,-2 3 154,1 7 1,-2 3-156,-2-6 0,-1 2 1,0 0-975,-1 12 0,0-2 975,-3 0 0,1-4-2,1 14-515,6-11 503,3-23 34,4 9 39,1-33-1987,8-14 1937,-2-8 1342,12-22-1247,7-15-62,-16 26 0,1-1 166,1-3 0,0 2-138,9-12-50,-4 11-6,-1 12 3303,2 9-3348,3 8-44,7 9-68,4 8-156,5 11-315,-1 7-531,0 6-986,-2 1-1679,-3-2-6018,5-1 9722,-13-13 0,-4-8 0,-16-13 0</inkml:trace>
  <inkml:trace contextRef="#ctx0" brushRef="#br0" timeOffset="73350">8413 13675 21797,'4'-53'1286,"-1"1"1,0 5 0,-1 7-682,-3 12-253,0 10-217,0 7-180,0 6-61,3 3 27,8 7-72,17 19 101,-4-2-18,-2 3 1,-1 2-196,7 23-248,-12-17 1,0 2 352,-2-1 1,-1 1 84,-2-3 1,-1-1 72,3 19 67,-11-20-45,-7-15 225,-17-19-34,4-15 22,-5-15-22,15-10-106,11-5-85,7 10-17,8 9 1,5 2-6,20-8 15,-9 11 0,4 1-38,-3 7 1,0 2 2,2 2 1,0 1-1,0 3 0,0 0 9,-3 2 0,0 1 33,23-2 1,-14 3 27,-16 2 45,-15 3-16,-10 0-34,-8 3 538,-9 3-538,-8 8-23,-5 5-5,0 8 5,3 7-16,8 7-12,8 6-5,14 3-6,14 0-340,17-2 340,13-8 14,-19-23 0,1-3 9,18 4 27,-14-14 1,-1-4 56,6-13 27,11-12 46,-24-27-124,-13 12 0,-9 7 0,-4-3-192,-7-14 226,-4-11 22,-6 9-16,-4 12-40,-3 14-61,1 10 260,0 10-400,1 12-107,0 10-179,4 15-143,6 11-876,9 7-2520,13-18 0,3 0 419,9 10 3568,21 4 0,-27-33 0,0-2 0</inkml:trace>
  <inkml:trace contextRef="#ctx0" brushRef="#br0" timeOffset="73707">9706 13601 13821,'2'-6'7982,"-1"2"-4246,-1 4-3769,14-59-7,-10 46 18,10-36 72,-16 80-38,0-4 4,-3 28 1,0-12-11,1 10-6,0-3 0,2-9-3381,2-8 3426,0-15 196,0-7 67,0-11-118,1-8-67,0-6 23,0-9-17,0-3 3369,0 1-3431,1 3-44,0 4-35,0 5-49,0 5-180,-1 3-1193,1 4 95,1 0-8492,2 4 8932,-1-1 1,0 1-1,-3-1 1</inkml:trace>
  <inkml:trace contextRef="#ctx0" brushRef="#br0" timeOffset="75185">9632 13676 16157,'3'-3'6162,"-1"0"-5115,-2 3-325,62-62-1100,-41 43 644,15-17 0,-2 5 282,-25 26-447,-2 0 117,-5 16-67,-2 11-106,-1 6 27,-5 23 1,-3-2-1699,3-11 1,0 0 1653,-3 12-1029,4-15 1,1-5 989,2-9 78,-1 5 163,3-22 61,1-4-168,4-13-67,13-27-6,6-10 1694,3-6-1725,-11 24 1,2 1-6,2 1 0,0 1-25,14-20-51,-6 16 1,1 3 50,4 7-6,6-4-22,-4 17-68,6 11 90,-6 2-100,18 15-79,-15 8-84,10 15 53,-24-18 0,0 2-244,4 5 1,1 1 148,-4-6 0,0-2 9,5 3 0,-1-3 83,9 0 2910,5-10-2809,-10-14 373,7-9-127,0-11 286,3-20-11,-10 1 79,-2-6-208,-16 19 482,-6 4 382,-7 15-880,-5-1-203,-6 12-21,-7 5-29,1 4 1,-11 22-29,11-3-11,-2 18 6,15-7-23,14-2 40,4-11-23,25-1 79,-9-18-6,7 0 50,0-27 34,-15-5-50,4-10-3213,-9-25 3240,-12 23-19,-3 0 0,-1-2 176,-5-21-78,-5 5-39,-6 5-90,-3 29 6,-10 10-45,-2 9-45,-16 19-11,9 10-84,3 18-179,19 2 84,12-9-386,20 8-66,4-26 1,6-2 171,2 0 0,2-2 75,10 0 0,2-5 179,-6-6 1,-1-5 215,-1-5 0,-2-3 123,-3-2 1,-3-3 302,21-20 521,-7-15-571,-19 12-1911,1-13 1944,-16 27 2649,1-7-2127,-7 12-478,-5 3-385,-1 5-23,-8 8-6,-1 10 3398,-1 1-3431,-9 27 17,11-7-6,-1 18 5,15-10 12,4-10 11,17 1 34,15-12-12,2-4 23,12-15 5,-11-16-33,-9-4 75,-8-6 1,-1-2-37,1-8-39,8-15-40,-17 12-128,-6 11-403,2-2-819,-1 9 175,-2 9 350,12 9 0,-14 1 0,7 4 0</inkml:trace>
  <inkml:trace contextRef="#ctx0" brushRef="#br0" timeOffset="75623">12197 13577 18638,'1'-4'5557,"-1"1"-3681,0 3-1926,-16-50 22,11 38 0,-14-31 45,14 57 11,0 10-28,0 8-6,5 5-11,8 5-22,10 1-17,10 0 6,-2-10-102,19 7-21,-20-18-108,8 5 24,-22-17 38,-10-5-22,-13-8 85,-11-10 105,-8-11 68,-3-21 28,14 11 128,6-18 163,18 20 152,3-5 95,4 9-7,-3 9-94,-3 10-180,-4 6-195,-1 2-118,-2 4 44,-6 6 40,-11 15-51,-16 21-182,-1-1 1,-2 2-610,9-10 1,-2 1 768,-7 6 0,-3 5 0,6-9 0,0 2 0,8-11 0,-1 0 0</inkml:trace>
  <inkml:trace contextRef="#ctx0" brushRef="#br0" timeOffset="77198">12273 13625 6563,'-7'-1'1629,"2"0"-1254,5 1 903,0 0 452,-21-4 662,15 2 5,-15-2-285,20 4-510,1 0-639,-3 0-229,0 0-101,-1 0-101,1 0-67,0 0 392,2 0-840,3 4 111,0 6-27,3 11-34,4 9-5,7 9 5,12 6-36,-8-19 0,2-2-15,5 2 1,1-1-254,3-1 0,0 0 220,-1-3 0,-2 1-67,11 16-487,-38 2 571,-27-15 0,-8-2 0,-1 2 0,5-11 0,0 0 0</inkml:trace>
  <inkml:trace contextRef="#ctx0" brushRef="#br0" timeOffset="80575">4027 14433 10203,'-9'-1'-157,"2"0"180,7 1 139,-47-61-1732,33 36 1749,-11-9 0,1 1 2158,15 10-713,1 9 127,-5-3-1280,6 8-96,-2 3-958,7 4 1360,3 2-312,11 5 61,14 2-302,3 1 73,9 0 0,4-1-166,-5-2 1,2-1-622,22 3 1,3 0 547,-1-3 1,0-1-929,-16-1 1,1-1-1,-1 0 917,11 0 1,1 0 75,-8-1 0,3-1 1,0 1-278,-6-1 1,-1-1 0,5 1 288,-5 0 1,4-1-1,2 1 1,1-1-1,-2 0-56,8 0 1,-1 0 0,1 0 0,3 0-372,-4 0 0,3 0 0,1 0 0,-2 0 0,-4 0 332,-4 1 1,-3-1-1,-1 1 1,5-1 22,-2 1 1,4 0-1,3-1 1,0 1-1,-3 0 1,-6 0-191,11 0 1,-6 0 0,8 0 150,-12 0 1,7 1 0,4-1 0,2 1 0,-1-1 0,-2 1-1,-6-1-33,12 1 1,-7 0 0,1 0-1,4 0 26,-7-1 1,3 1 0,2 0 0,1 0 0,-1 0 0,-3 0-2,2 0 1,-1 0 0,-1 0 0,-1 0 0,1 0-120,0 0 1,1 0 0,-1 1 0,0-1 0,0 0 126,1 1 1,-1-1 0,1 0 0,0 1-1,-1-1 10,1 1 1,0 0 0,0 0 0,0-1 0,0 1 1,0 0 0,1 0 0,0 0 0,0 0 0,0 0-69,0 0 1,0 0-1,0 0 1,0 1 0,1-1 75,-1 0 1,2 0 0,-1 1-1,-1-1 1,-2 1-14,2-1 1,-3 1 0,0-1 0,2 1 8,-6-1 0,2 1 1,1 0-1,-1 0 0,1 0 22,-1 0 1,0 0 0,-1 0 0,1 0-1,0 0-34,1 0 0,-1 0 0,1 0 0,0 0 0,1-1 11,-6 1 1,1 0-1,0 0 1,0 0 0,-2-1-1,-1 1-30,12 0 1,-2-1-1,-2 1 1,-2-1-8,4 1 1,-3-1 0,1 1-6,-9-1 0,1 0 0,1 0 0,-2-1-98,13 1 0,-2-1 0,0 1-2456,-1-1 0,-1 1 0,-1 0 2558,-1-1 0,-2 0 0,-8 0 0,-10 1 0,-8-1 0,1 0 0</inkml:trace>
  <inkml:trace contextRef="#ctx0" brushRef="#br0" timeOffset="85529">10240 15015 17563,'13'-58'2206,"0"1"1,-4 17 0,-1 5-2011,-3 0-100,-5 33-130,0 3 135,0 11 106,-1 16-17,-5 23-109,0-16 1,-2 3-521,-3 7 1,-2 2 455,-1 3 0,-1 1 2,0 1 1,1-1-20,2-2 0,2-2-17,2-3 0,4-3-182,5-5 1,2-3 175,7 12-183,34-8 105,0-26 8,-8-8 1,2-4-359,0-7 1,0-4 312,4-6 1,0-3 53,2-4 0,-2-1 61,-1-3 1,-3 0 50,-4 0 0,-3 0 50,-7 4 1,-3-1 1050,6-17-787,-15 12 311,-12 8-372,-7 7-10,-2 8 65,-2 1 491,6 6-849,0 0 5,3 8 17,0 6-22,0 9-34,0 5-118,3 3-263,4 0-571,3-2 22,1-7 986,7 1 0,-11-15 0,4 1 0</inkml:trace>
  <inkml:trace contextRef="#ctx0" brushRef="#br0" timeOffset="85695">10926 14930 18016,'-5'-6'5148,"2"1"-4073,3 5-1903,0 0-646,-29-33 1474,34 38 0,-30-35 0,37 43 0</inkml:trace>
  <inkml:trace contextRef="#ctx0" brushRef="#br0" timeOffset="86586">11130 15194 19703,'0'-5'4632,"-1"1"-3377,1 4-1334,-5-43 79,9 45 11,-2-24 6,7 63-11,0 8-17,-5 3 33,-2-3-16,-2-9 38,0-14 208,-1-13 84,2-11-117,1-14-96,4-11-39,4-13 34,4-9-51,4-3-11,2 3 0,3 8-73,0 11-22,1 9-40,1 8-44,6 8-39,5 9-79,3 8-50,1 10-84,-6 4-52,-4 0 41,-5-1 67,-4-7 78,4-7 219,-8-8 38,8-12 74,-6-7 44,4-9 118,-1-3 185,-4 2-314,-9 9 12,-2 5-158,-6 6-94,-1 2 33,0 5 78,2 5 6,2 7-5,6 1 10,7-1 29,7-6-6,6-6 17,4-9 118,9-14-57,-15 0 146,3-14 67,-20 7-22,-4-7 50,-10-5-229,-1 14 117,-8-2-50,3 17-68,0 1-139,3 5 16,-3 8 6,-3 10-140,-12 26 62,6-6-121,6-6 0,3 3-937,4 15-1184,7-17 1,2 1 2319,8 21 0,0-20 0,-3-15 0</inkml:trace>
  <inkml:trace contextRef="#ctx0" brushRef="#br0" timeOffset="87080">12774 15283 24598,'40'-17'-83,"0"1"1,-2 2 0,2 2-708,17 3 1,0 3-1365,-17 2 1,-1 1 2153,4 0 0,-6 1 0,-6 1 0,-3 0 0</inkml:trace>
  <inkml:trace contextRef="#ctx0" brushRef="#br0" timeOffset="87296">13902 15032 23075,'-5'-4'3411,"2"0"-2975,3 4-441,-23-2-34,20 36-40,-18-6-2652,19 25 1,6 7 2077,-5-28 1,-1 2 652,-2 12 0,-1 7 0,1-9 0,-2-1 0,1-11 0,0 0 0</inkml:trace>
  <inkml:trace contextRef="#ctx0" brushRef="#br0" timeOffset="88079">10243 16475 20789,'8'-49'1196,"-1"-1"1,0 8 0,-2 8-788,-4 21-319,-1 10-264,0 1 40,0 9 207,-4 13 33,-5 21-22,-11 18-473,6-23 1,-2 1 402,-3 2 0,0 0-23,1-1 1,0 0-39,5-3 1,2 0-156,1 27 34,13-19-762,35 4-201,9-29 212,-7-7 1,3-4-1085,3-9 1,2-5-1740,6-2 1,-1-2 3673,-3-1 1,-4 0 0,14-4 0,-28 6-1</inkml:trace>
  <inkml:trace contextRef="#ctx0" brushRef="#br0" timeOffset="88262">10916 16676 25959,'-9'-23'-101,"1"8"73,3 28 28,-1 10-123,-2 12-370,1 7-610,3 2-1267,8-3-6698,7-8 9068,3-9 0,-2-12 0,-6-6 0</inkml:trace>
  <inkml:trace contextRef="#ctx0" brushRef="#br0" timeOffset="88429">11120 16422 22263,'-39'-13'-1990,"11"6"0,39 32 0,-3-10 0</inkml:trace>
  <inkml:trace contextRef="#ctx0" brushRef="#br0" timeOffset="88796">11272 16697 18476,'1'-3'5237,"0"1"-3327,-1 2-1994,6-20 123,-5 34 1,5-4-60,-5 21 0,-2 5 4,0 13-4,0-14 0,-1-1 9,-1 2 17,1 1 50,0-16 224,2-11 0,3-16-157,5-13 11,8-15 6,9-13 12,8-6-353,3 2 280,0 6-34,-3 11-62,-3 12-17,-1 9-5,2 9-17,-4 8-392,23 22-342,-11 9-171,-11-7 1,0 2 960,-4 3 0,-3-2 0,3 5 0,-5-3 0</inkml:trace>
  <inkml:trace contextRef="#ctx0" brushRef="#br0" timeOffset="89229">12100 16741 24335,'-13'18'11,"8"4"0,19-4-11,10 1 11,10-5 45,5-6 45,0-8 78,-6-8 308,-8-15-330,-13 4 247,-6-25-264,-8 22 162,-7-19 29,-5 16-51,-9-1-90,-3 6-22,-8 8-151,10 6-11,-5 9-23,11 10 11,-9 24-11,9-7-53,7 6 0,3 1-42,3 0-560,8 7 0,4 0-943,7-4 1615,10-1 0,1-3 0,-6-15 0,13 6 0</inkml:trace>
  <inkml:trace contextRef="#ctx0" brushRef="#br0" timeOffset="89503">12851 16797 10853,'-4'-1'7975,"1"0"-4031,3 1-4151,-14-4-835,35 0 95,-13-2-3969,31 1 1,8 3 3999,-5-2 1,19 0 0,-50 3-1</inkml:trace>
  <inkml:trace contextRef="#ctx0" brushRef="#br0" timeOffset="89847">13532 16631 18459,'-1'-3'4459,"0"0"-2046,1 3-2396,16-58-17,-5 43 19,6-16 1,4 4-59,14 31-106,19 16 55,-14 7 23,-21 1 0,-5 3 27,-8 10-1659,-13-8 1,-5-1 1687,-9 1-710,-13 2 1,-3-1 776,2-4-41,-1-3 1,2 0-5,11-7-11,4-2 0,10-2 2655,19-2-2661,3-3-221,27-4 1,13-3-403,-12-3 0,3-2 0,2 0-1047,13 1 1,4-1-1,-1-1 1676,-2 1 0,-1-2 0,-5 1 0,-4 0 0,-7 0 0,8 0 0</inkml:trace>
  <inkml:trace contextRef="#ctx0" brushRef="#br0" timeOffset="90654">9907 17727 15300,'3'-7'6575,"-1"1"-5956,13-24 1,3-4-161,-8 16-134,8-18 0,-3 6-337,-14 28-156,-2 4 163,-5 10 89,-6 18-51,-8 22-27,-1-1-57,3-3 1,0 0-212,0 4 164,3 3 0,3 0-131,12-1 97,4-17 0,5-3-125,25 4 72,21-15 118,-19-18 0,2-6-299,6-5 0,0-5 413,3-3 1,-2-4-571,-2-5 0,-2-1 570,-11 6 1,-3-3-1208,6-9 1,-4 0 1316,-4 1 91,-5 2 1,-2 1-37,-10 9 631,-2-6-765,-10 19 716,-6 2-811,-6 11 3233,-5 8-3284,-2 8 434,4 5-601,7 0-135,6 0-173,9-3-358,4-3-1161,5-5-6547,3-7 8609,-1-6 0,-5-5 0,-4-1 0</inkml:trace>
  <inkml:trace contextRef="#ctx0" brushRef="#br0" timeOffset="90837">10699 17633 17238,'-2'-5'5545,"1"1"-4962,1 4-1535,-16-32-348,12 30-2268,-10-17 3568,22 45 0,-4-10 0,3 1 0</inkml:trace>
  <inkml:trace contextRef="#ctx0" brushRef="#br0" timeOffset="91212">10898 17812 18481,'1'-4'5562,"-1"0"-4576,0 4-1104,1-20 96,0 30-12,-1-7-10,-1 39-1,-4 6 0,-1-1 28,-3-6 73,1-12 90,4-14 291,2-10 78,11-21-453,0 2 72,21-28 6,3 5-84,-10 13 0,2 0 3,1 2 0,0 2 19,24-13-44,-5 11-40,-6 9-38,-6 10-52,-4 11-111,-4 12-241,0 13-510,-3 12-1495,0 6 2453,-2 7 0,-8-27 0,-2-4 0</inkml:trace>
  <inkml:trace contextRef="#ctx0" brushRef="#br0" timeOffset="91438">11793 17966 23735,'-19'-26'-1456,"19"7"-1731,57 17 3187,-20 1 0,-3 2 0,5-1 0,-3 0 0</inkml:trace>
  <inkml:trace contextRef="#ctx0" brushRef="#br0" timeOffset="92128">11914 17904 23265,'-6'11'370,"6"-1"-270,39-2-16,-11-2 163,5-4 16,-8-4-50,5-5 162,4-12-95,-10-4-134,-2-2 313,-13-14-319,-6 17 73,-9-19 45,-9 15-3549,-7 2 3324,0 7 29,-6 12 11,2 11-34,-10 5-90,-10 18 7,9 3-184,-3 14 189,18-12 0,2 14 3293,10-6-3391,6-11 0,3 1-395,11 23-228,4-24 1,4-3-1276,19 7 2035,2-16 0,0-4 0,-10-4 0,19 1 0</inkml:trace>
  <inkml:trace contextRef="#ctx0" brushRef="#br0" timeOffset="92380">12719 17956 16560,'-7'0'4520,"1"0"-4346,6 0 111,0 0-604,68-12-90,-30 7-2868,8-1 0,11-2 0,-9 2 1378,2 1 1,-7 0 0,-6 1-1,-27 3 1</inkml:trace>
  <inkml:trace contextRef="#ctx0" brushRef="#br0" timeOffset="92853">13417 17863 24631,'11'-42'129,"1"1"0,0 3 0,3 10-118,9 21-22,21 5-6,-19 5-36,6 5 0,0 4-149,4 12 90,-10-4 0,-1 1-6,0 11-307,-9 26 240,-24-16 118,-11 17 128,-14-18 23,0-10 101,5-11 190,7-9-156,9-7 363,2-5-284,6-4-69,0-2-94,3 1-135,3 3 16,0 3-49,14 6 5,8 7 11,16 15-56,5 11 50,-22-16 1,-1 1 0,11 15-40,-15-9 1,-4-1-1,-3 0-132,-17 2 1,-10 0-392,-10-12 0,-7-5-4331,-21 10 1,-2-3 4221,10-7 1,3-3-1,5-2 1,6-3-1,12-2 1</inkml:trace>
  <inkml:trace contextRef="#ctx0" brushRef="#br0" timeOffset="94863">15208 15264 20918,'-51'-16'773,"24"4"-566,72 9-163,-8 2 1,5 0-23,14-2 1,4 1-623,-15 0 1,2 0 0,0 0 608,3 0 1,0 0-1,-2-1 0,-2 1 1,-2 0 0,-1-1 77,10-1 0,-3-1 438,-15 2 0,-5-2 18,1-8-526,-26-5-62,-24-9 118,-20-7 25,13 15 0,-3 0-80,-2 0 1,-1 0 180,1 2 0,0 1 254,-20-12 1301,16 9-1580,16 8-219,11 7-163,8 2 68,10 4 168,17 9-5,24 9-35,-16-4 1,2 3-169,5 3 0,0 2 157,-2 2 1,-2 2-32,-4 0 1,-6 3-42,-6-2 0,-7 3-327,-10 0 0,-7 0-396,-11 1 0,-7-1-4098,-10 0 1,-2-3 3951,4-6 0,1-4 0,-15 8 0,29-20 1</inkml:trace>
  <inkml:trace contextRef="#ctx0" brushRef="#br0" timeOffset="95396">17103 15142 12729,'4'-4'7903,"-1"0"-6660,-3 4-407,-14-65-265,-12 36-375,5-11 0,-5 2 117,-30 18-133,-1 7-169,9 8-118,15 5 23,16 8 73,15 10 11,17 11 23,17 9-297,-8-16 0,4-1 282,4 3 0,3-2-5,2 2 0,1-1-51,-1 0 1,-1-1-4,-4-1 1,-3 0 22,10 16 62,-23-7 16,-30-2-16,-27-6-15,9-12 1,-3-2-307,-5-2 0,0-1 261,-2-2 1,0-3-73,4-2 0,2-2-747,-24-8-3536,19-10 4381,18 1 0,13 7 0,9 5 0</inkml:trace>
  <inkml:trace contextRef="#ctx0" brushRef="#br0" timeOffset="95829">17426 15149 24116,'26'25'51,"-9"-10"-40,9 17-34,-11-15-44,2 0 28,-7-7 140,-2-4 224,-1-11-258,-2-2 196,7-23-162,-5 10 106,4-22 28,-3 14 40,-1-6 0,-1 6-29,-2 7-95,-2 8-106,-2 5-151,1 6-208,-1 1-89,0 5 319,0 1-225,0 9-55,1 0 0,-1 5-84,0-4-409,-3-2-633,1-4-8341,-2-4 8618,3-3 1,1-2 0,0 0 0</inkml:trace>
  <inkml:trace contextRef="#ctx0" brushRef="#br0" timeOffset="96503">16834 15333 12371,'1'-8'2985,"2"-27"0,-2-8-722,-3-3-1448,2-4 1,-1-2 864,-5-7-633,1 18-834,2 11-101,2 17-163,0 11-218,0 3 113,-1 8 206,-1 14 23,-6 32-62,0-9-278,-1-7 1,-1 1 277,-10 16-3,1-10 1,0 0-9,6-16 0,1-1 11,-2 2 0,1-4 39,4-9 522,7-12-314,1-5 89,3-24-308,4-12-17,2-5 1,2-2-1,6-18-321,-5 21 0,2 0 327,-1 6 0,0-1 8,5-11 1,0-1 10,1 3 1,0 0-1,2-2 1,0 4 14,11-5-103,3 16 29,-10 16 12,5 10 494,12 26-494,0 11 6,-9-3 0,-1 2-384,-8-5 0,-3 1 372,3 11 1,-2 4-51,-6 5 0,-2 2-11,-2 0 0,0 0-99,-3 6 1,-3-1-143,-3-14 0,0-4-90,0 18-238,5-2-5044,3-19 5680,-1-8 0,-1-10 0,-4-14 0</inkml:trace>
  <inkml:trace contextRef="#ctx0" brushRef="#br0" timeOffset="97019">16949 15036 15944,'-3'-5'5131,"1"1"-2779,2 4-1792,-32-60-683,23 44-45,-25-33 230,32 61 33,-6 27-67,2-9 42,-3 11 0,-1 2-25,-3 6-16,1-6 1,-2 7 0,1-7-30,-5 12-169,1-1 1,1-3 151,5-12 45,3 0 353,4-19 689,3-10-169,3-18-716,3-15-146,7-19-25,-4 12 0,0-2-3,3-5 1,-1-1-283,2-5 0,-1-1 265,1-3 1,0 0 7,0-2 1,0 1 19,0 3 1,0 3-18,-3 10 1,0 2 11,13-22-22,-2 23-23,0 5-17,5 11-11,2 23 45,8 14 5,-3 7-5,-7 5 0,-1 3 107,-7-7 0,-2 0-189,7 16 1,-2 3-157,-5-9 0,-3 0-253,0-1 0,-1 0-326,6 20-4088,-5-17 1,1-3 2569,-3-9 1,3 12 0,-13-46 0</inkml:trace>
  <inkml:trace contextRef="#ctx0" brushRef="#br0" timeOffset="97235">16935 15307 22714,'-26'-45'302,"1"-1"1,6 5 0,14 6-259,51 14-30,-15 12 0,2 1-17,4 1 1,0 2-21,1 1 1,0 1-141,-2 1 1,-1 1-362,-2 2 1,0 1-2362,29 4 2885,-28-1 0,-3 1 0,5 0 0,-5 0 0</inkml:trace>
  <inkml:trace contextRef="#ctx0" brushRef="#br0" timeOffset="97603">17749 15071 15210,'-2'-3'7187,"0"2"-3810,2 1-3293,-17-19-11,11 15-62,-13-14 1,10 20-7,-3 4-33,-2 1-11,3 2 45,5 2-12,5 4 17,9 6 12,10 7-7,15 7-16,10 6-5,1 1-1,-11-9-44,-7 9-57,-22-16-161,-12 13-315,-16-10-599,-14-4-1518,-6-8-6094,-2-10 8794,8-11 0,15 0 0,10-1 0</inkml:trace>
  <inkml:trace contextRef="#ctx0" brushRef="#br0" timeOffset="97771">17503 15153 11928,'0'-7'9830,"0"2"-7769,0 5-1993,0 0-7,24-44 29,-15 52 27,16-21-38,-24 71-82,-5-23 0,-2 1-162,-2 4 0,-2 1-446,-3 2 1,-2 0-3249,1 0 1,0 0 3858,2-7 0,1-3 0,-1 10 0,7-23 0</inkml:trace>
  <inkml:trace contextRef="#ctx0" brushRef="#br0" timeOffset="98221">18063 15076 20369,'-2'-4'4346,"1"1"-4413,1 3 90,-3 6-18,11 13-5,3 10-11,14 11-79,6 0-145,2-4-90,0-6 68,-6-8 201,-8-10 224,-5-12 73,-2-11 39,0-11 95,0-11 39,2-5 52,-1 0 88,-1 5-22,-3 9-157,-4 9-252,-3 8-251,-1 5-24,-3 9 152,-5 12 56,-7 21-50,-8 17-444,8-21 0,-2 1 404,-2 4 1,-1 1-189,-1 5 1,0 0-477,0 2 1,1 2-1740,2 2 1,2-1 2436,4-7 0,2-3 0,-1 12 0,7-26 0</inkml:trace>
  <inkml:trace contextRef="#ctx0" brushRef="#br0" timeOffset="99355">18744 15198 24570,'0'-37'-79,"0"1"1,0-22-96,0 58 40,0 0 168,0 3 33,0-2 1132,0 2-1199,-1-11 22,3-2-16,-2-3 16,4-2 17,-2 7 34,1 2-34,-2 2-139,0 3-80,-2 9 202,0 2 12,-8 20-22,-5 8 38,-8 16-258,9-25 1,-1 0 198,1 0 1,0 0-85,0 3 1,1-2 86,-2 8 1,4 1 50,8-27 201,2-1 544,7-14-165,6-11-602,5-3 181,13-19-148,-2 0-1722,-6 6 1,1 0 1660,7-11-284,-5 11 1,-2 2 299,-4 9 12,13-5-51,-18 20 5,4 4 1,0 10-51,8 18 34,-8-3-95,12 19-124,-9-7-212,9 10-376,-12-19 0,1-1-1462,17 14-2128,11-2 370,-13-24 4370,7-8 0,-25-7 0,0 0 0</inkml:trace>
  <inkml:trace contextRef="#ctx0" brushRef="#br0" timeOffset="100628">19639 15195 18744,'15'-53'1193,"0"-1"1,-2 8-1,-3 9-386,-9 17-415,-4 13-292,-11 3-66,-9 14 16,-16 13-66,-8 17 10,6-1 6,9-2 0,2 2-11,0 5-37,0 7 1,4 3-279,16-23 0,2-1 124,-1 14 1,3-1-40,11 6-336,25-4-199,0-33 0,5-3-148,22 8-1294,3-18 0,2-7 1503,-22-2 1,-2-3 551,9-2 1,-1-3 184,-5-5 1,-5-5 576,-4-7 1,-3-4 33,1-2 0,-1-4 84,0-10 0,-3-3 8,-6 6 1,-3 0-388,-4 11 1,0 0 504,4-16 0,-2 2-378,-6 21 0,-1 1-28,3-12 0,-1 2 313,0-6-217,-6 18 37,-2 16-626,-2 9-117,0 8 144,-3 23 74,-2 15-37,1-5 1,-2 3 243,-1 5 0,-1 2-275,-2 7 1,-2 0-548,-1 5 1,-1 0 557,-1 1 1,0-2-3,1-2 0,1-2-184,2-7 1,2-3 191,3-9 1,2-2 11,0 5 151,4-15 106,3-19 428,14-28-641,7-12-19,-5 5 0,1 0 859,12-18-840,-11 18 1,1 0 27,0 4 1,-1 1-45,15-18 221,-12 20 0,-3 4-327,-3 10-74,5-1 73,-11 15-246,11 14-57,-3 5 410,6 5-891,13 12 134,-7-14-240,16 8-258,-9-15 202,-8-7 436,-13-10 488,-11-11 644,-10-10-96,-1 0 662,-6-12 593,6-2-1187,0 5 728,3-9-728,2 21-341,0 0 116,1 8-268,2 5-56,0 1-11,11 3 11,9 10-56,16 9-28,10 14 70,-23-10 0,-1 0-14,15 17-48,-17-9 1,-5 2-59,-3 9 32,0 16 108,-19-27 67,-17-2 62,2-19 77,-9-4-27,10-17-56,7-13-67,4-1 5,16-28-28,9 10-200,-2 12 0,3 0 194,3 5 1,3 3 2,4 1 1,2 1-26,2 2 0,2 2-5,1 2 0,1 2-602,-1 1 1,0 2 634,17-4-38,5-1 122,-36 9 17,3 0-101,-22 5 280,-9 2-285,-9 2 1272,-10 5-1267,-11 7 83,-4 8-94,2 7-61,5 6-1,8 5 62,9-7-22,12 20-18,16-16 7,14 14 5,15-19 22,9-9 29,2-12 44,-2-15 45,-8-11 28,-7-14-6,-9-13-33,-8-12-54,-12 23 1,-2-2-136,-1-1 0,-2 0 124,-3 0 1,-2 2 19,-9-22-45,-11 13-72,-5 15-85,-2 12-22,1 15-118,3 16-246,7 14-115,7 14-675,17-14 0,4 1-50,8 13-1342,5-13 1,7-3 2713,0-8 0,0-4 0,9 9 0,1-6 0</inkml:trace>
  <inkml:trace contextRef="#ctx0" brushRef="#br0" timeOffset="101422">21975 15129 13379,'2'-6'8715,"0"1"-7970,6-23 0,-1-6 252,-3 10-698,5-11 1,-2 3-221,-7 24-432,0 5 50,-3 8 287,-5 10 49,-6 15-50,-4 12 17,-3 9 6,3 2-34,4-5 11,5-6 6,4-12 185,4-14 262,1-8-161,4-14-219,6-10-5,10-14 38,8-12 40,7-8-70,-17 24 0,1-1 86,17-25-49,-2 8-46,-6 12-72,-5 12-79,-6 10 17,-2 14 45,-4 3-90,7 23 0,-5-1-129,6 16-84,-5-6-111,1-5-51,2-7-118,5-10-448,7-8-269,9-9 214,7-8 498,0-6 559,-2-4 354,-6-2 336,-3-2 229,-3 1 39,-1-1-2960,3-5 2502,-12 8 548,5-7-705,-19 16 184,1-5-195,-6 8-276,-2 3-380,0 1 3331,-2 9-2984,-4 9 217,-6 16-228,0 25 62,3-13-17,8-11 0,3 0-3393,15 17 3388,-2-9 4,16 3 46,-7-27 39,7-3 5,2-12 40,1-12 33,-1-8 3404,-3-11-3409,-5-4-51,-4-4-39,-6 1 50,1-5-55,-7 15 21,1-9 18,-7 14 28,-1-4-12,-5 6-16,-1 6-96,0 5-280,1 6-1008,2 1 353,4 15-1059,8 1-2811,7 12 4811,3-7 0,-7-9 0,-5-4 0</inkml:trace>
  <inkml:trace contextRef="#ctx0" brushRef="#br0" timeOffset="102228">23472 14946 14376,'-2'-5'7572,"0"0"-5045,2 5-2488,-1-8-45,-2 7 68,-10-2 16,-9 14-5,-25 15-45,-1 3-39,1 1-40,7 9 40,25-18 0,-2 18 61,23-14 34,16 7-31,4-15 1,4-2-9,29 4-29,-28-10 1,1-4 67,23-8 56,-16-9 79,5-10 72,-6-20-201,-16 11 50,-5-20-39,-14 14-17,-4-7-45,-7 4-5,-8 6-46,-8 10-88,-9 8 32,9 8-100,-5 8-28,14 9-163,1 14-16,10 6-174,15 10 180,7-10-589,25 7-291,7-10 313,-7-9 1,3-2 703,-8-4 0,1-3-50,5-1 0,-3-4 511,5-6 483,-6-11 167,-17-4 12,1-7 324,-7-8-487,-7 7-409,-5 2 760,-4 12-1028,-1 9-130,-8 4 85,1 5-17,-22 20-29,7 2 24,-4 7 44,11 14-51,16-13-10,11 14 10,14-16 40,9-9 0,-5-12 44,15-16 35,-11-12 16,13-13 67,-11-12-83,-9 4 77,-2-17-78,-10 4-101,-5 12 1,-1-1-23,3-12-286,4-11-492,-10 43 173,2-2-1120,-3 19-2549,1 11 4302,4 9 0,-5-6 0,1 1 0</inkml:trace>
  <inkml:trace contextRef="#ctx0" brushRef="#br0" timeOffset="102603">24483 14920 14062,'0'-2'6940,"0"-1"-3059,0 3-3830,-9-28-6,16 25 11,4-14-40,26 40 1,13 12-37,-23-14 1,-1 2-88,3 5 1,-3 2-219,8 18 101,-9-4-336,-29-11-78,-17-13-129,-18-3-472,-13-11-866,-6-16 805,14-2-4604,-2-20 2163,28 9 3136,-2-12 2162,19 5 1518,6-5 572,6-5-438,5 1-706,4 5-693,-4 8-808,-5 11-895,-6 7-191,-4 6-62,-12 22-72,-9 14-614,1-2 1,-2 3 152,0 0 1,1-2-1,-9 15 1,10-18 0</inkml:trace>
  <inkml:trace contextRef="#ctx0" brushRef="#br0" timeOffset="107121">8554 15645 17344,'-6'-7'1549,"-11"-25"0,-2-4-177,6 11-1070,-5-11 1,1 4-241,11 21-533,4 8 124,2 11 464,2 12 40,2 20-84,3 16-76,-3-24 0,0 0-2,4 16 38,17 2 136,3-31 161,23-1-196,-20-24 1,1-7-472,9-8 1,0-5 369,-5 1 1,0-3 18,3-8 0,2-7 1,-3 3-6,2-4 1,0-1-386,-4 2 0,2-2 1,-3 2 345,3-6 1,-3 3-54,-4 5 0,-3 2-168,-4 7 0,-2 3-1266,11-11-8352,-13 20 8876,-9 11 0,-6 9 0,-4 0 0</inkml:trace>
  <inkml:trace contextRef="#ctx0" brushRef="#br0" timeOffset="108936">9491 16332 12130,'0'4'3590,"0"-1"-2918,0-3-470,-48 34-129,13-7-255,-4 1 0,-4 2 204,1-3 1,0-2-847,2-2 1,0 0 857,-1-2 0,1-1 72,2-2 0,0-2-510,1-4 1,1-2 543,0 1 0,0-2-354,-3-2 1,2-2 297,-6-2 258,-1-3-191,13-1 1461,-7-1-1365,4-1 1503,5-1-1577,6 2 567,11 0-925,4 2-17,7 4 269,-2 6 107,-7 25-84,-3 10-48,1-10 0,0 2 22,-1 5 1,-1 1-295,3-7 0,-1 3 301,-2 6 0,-1 7 0,2-3-859,-3 8 1,2 0 818,0-1 1,-1 4 0,2-5-18,1 0 0,2-1 14,3-3 0,0 2 0,2-3-1343,0 4 0,2-1 1315,0-11 0,1 1 0,0 2 0,-1 10 0,1 2 0,0-5-280,1-7 0,-1 1 245,-1 4 0,0 8 0,0 1 0,0-10 43,0-3 1,0-2 4,-1 5 0,1 4 0,0-7 24,1-12 0,2-3-82,-1 3 0,2 1 502,4 0 1,3-2-424,11 15-185,13-4-29,-5-24-2234,33-11 2414,-28-12 0,-1-3 0,21 3 0,-9-8 0</inkml:trace>
  <inkml:trace contextRef="#ctx0" brushRef="#br0" timeOffset="112278">10069 15826 8466,'-6'-7'5775,"1"2"-3965,5 5 727,0 0-1366,-59-28-253,41 21-644,-15-9 1,5 3-264,25 13-285,2-1 313,10 1 34,4 3-1,18 1 35,15 1-54,-11-3 0,4-1-845,13 0 1,7-2 809,-10 0 1,4-2 0,2 0-586,-4 0 1,1 0-1,1 0 1,-1 0 567,9-1 1,-2 0 0,7-1-13,-15 3 1,5-2 0,3 1 0,1 0 0,-1 1 0,-4 0-421,-2 0 0,-2 1 0,-1 0 0,1 0 0,4 0 413,-4-1 1,4 1-1,1 0 1,1 0-1,0-1 1,-2 1-1,-1 1 2,10-1 0,-1 1 1,-1 0-1,-1 0 1,0 0-19,-1 0 0,0-1 1,-1 1-1,0-1 1,0 1-206,-3-1 0,-1 1 0,0-1 0,0 0 1,2 0 18,6-1 0,2 0 1,1-1-1,-3 1 1,-3 0-62,-5 0 0,-4 0 0,-1 0 1,4 0-789,2 0 0,3-1 1,2 0-1,-4 1 1,-5 0 1036,1 0 0,-5 0 1,-1 0-1,18 0 0,-7 0 1,-24 1-1,0 0 0</inkml:trace>
  <inkml:trace contextRef="#ctx0" brushRef="#br0" timeOffset="113611">7177 17458 13905,'-20'-41'1246,"1"0"1,-1 1-1,-9-20 1,4 13-687,13 28 409,-5-3-566,9 14-851,1 2-314,4 9 622,-1 15 297,-1 5-121,-1 13 1,0 3-26,-1 8-34,1 3 1,2 0-11,8-2 38,7 11 130,9-29 290,4-14 219,4-11-196,7-20-269,17-18-837,-16 6 1,1-2 651,-5 4 1,2-2-70,3-2 0,4-3 1,-4 3 4,-8 7 0,1 0-451,10-7 0,6-1 0,-7 5-437,2 3-1565,-5 5 0,-4 8 2523,-17 16 0,-3-2 0,-8 2 0</inkml:trace>
  <inkml:trace contextRef="#ctx0" brushRef="#br0" timeOffset="114012">7167 18628 13911,'-24'-55'1712,"-1"1"0,3 5 1,3 7-577,4 5-385,4 14-891,5 12-471,3 11 432,2 5 235,1 19-56,0 9-78,4 26 55,0-17-16,10 13 246,8-25 314,8-7-157,2-9 302,16-28-470,-19-2 0,1-5-1791,15-12 1,4-4 1616,-10 5 0,1-2 1,1-1-38,5-4 0,0-2 0,1 1-508,1-1 1,0 0-1,0 0 170,-4 3 0,0 1 1,-1 1 352,-3 3 0,-2 1 0,-3 4 0,-4 2 0,-4 3 0,12-9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5:07:10.9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3122 3437 13889,'4'-43'1447,"0"0"1,0 0 0,2-15 0,-2 8-154,-1 15-432,-2 6-363,0 2-353,-1 12-398,0 9 336,1 33-34,-1 11-25,-1-4 1,-1 4-268,-2 1 0,-2 1 258,-3 2 1,-1 0-6,-2-1 1,-1-2 4,1-4 1,0-2 28,-8 16 263,7-19 431,7-17-167,4-21-388,2-20-55,5-25-79,-3 16 1,2-2-33,0-7 0,1-2 10,1-2 0,-1-1 2,3-8 1,0 2-20,-2 18 1,0 3 18,3-7 1,0 4 31,3 7-29,1 2-21,1 15-1,4 11 0,11 16 6,13 12-12,-16-3 1,0 2-108,3 6 0,-1 3 82,1 5 0,-3 3-44,0 3 0,-3 3-337,-2 14 1,-2 0 117,-7-19 0,-1 0-647,-2 15 0,-2-2-3504,-3 5 4434,-2-24 0,-1-2 0,0 3 0,-1-13 0</inkml:trace>
  <inkml:trace contextRef="#ctx0" brushRef="#br0" timeOffset="177">3268 3508 14505,'-7'-3'5853,"1"1"-4616,6 2-721,0 0-556,17-61-279,27 40-2980,2-16 0,5 3 2246,-12 27 0,3 4 1053,2-1 0,3 0 0,-9 1 0,0 1 0,15-1 0</inkml:trace>
  <inkml:trace contextRef="#ctx0" brushRef="#br0" timeOffset="768">4242 3155 22699,'-39'-2'-15,"1"1"0,1 2 1,5 9 5,9 20 1,6 6-31,-13 13-713,9-12 0,-2 0-111,-12 13-59,12-19 1,-1 0-9,0-4 0,0-3 253,-20 12 1022,10-16-294,11-24 528,11-15 133,7-21-60,6 8 1,3-3 282,3-27-692,-3 30 1,2 1 978,8-29-892,-6 33 809,3-15-921,-4 27-184,3 3-34,7 10-11,9 15 11,13 12 0,-10 0 0,1 4 0,-3-3 0,-1 1-551,6 7 1,-3-1 533,7 9-31,-13-15 1,-1-3-3,1-2-79,22 9-56,0-25 151,6-11 51,9-13 11,-22-5 62,4-14 55,-14 1 104,-10 5 1,-3-2 119,2-11-161,-5-1-1,-11 26 207,-4 9-162,1 3 843,-2 2-1223,1 8 122,1 11 6,1 3-17,0 19 17,4 2-173,6 25-281,3-9-1454,7 2 1001,-4-25-2846,7-7 3753,-1-15 0,-8-1 0,0-7 0</inkml:trace>
  <inkml:trace contextRef="#ctx0" brushRef="#br0" timeOffset="934">4749 3101 19652,'-36'-48'366,"0"1"0,1 0 0,13 19-797,21 28 263,6 6-2779,23 27-6884,1 2 8359,4 5 1,-14-17 0,-13-16 0</inkml:trace>
  <inkml:trace contextRef="#ctx0" brushRef="#br0" timeOffset="1317">5076 3263 23618,'-42'0'24,"-1"0"0,5 2 1,7 9-20,15 42 1,15 2-6,20-6 5,19-6 7,2-16-7,-2-15 1,2-3 22,16-6-9,-22-1 1,-1-4 81,17-14 67,-17-22-101,-9 5 67,-6-26 23,-26-4-112,2 31 0,-2 1-23,-6-6 1,-2 3 5,-19-13 0,-6 11-40,-4 13-16,2 9-50,6 11 5,13 7-341,7 25-633,16 4-1911,14 20 2731,6-24 1,3-3 0,3 4 0,7-3 0</inkml:trace>
  <inkml:trace contextRef="#ctx0" brushRef="#br0" timeOffset="1634">5988 3167 22677,'-34'-42'582,"0"0"1,2 4-1,2 9-425,-7 22-101,4 5-34,7 10-27,11 7 16,14 20-5,6-9-1,11 11 1,30 3-23,1-4 6,-11-10 0,2 0-201,-6-4 0,-1-1 201,-3-1 0,-1 0 5,12 12-11,-11 13 23,-23-13-28,-14 13-292,-35-3-11,6-14-477,4-12 1,-1-2-2650,-15-6 3451,17-9 0,2-1 0,-4 0 0,8-7 0</inkml:trace>
  <inkml:trace contextRef="#ctx0" brushRef="#br0" timeOffset="1785">5945 3079 14639,'0'-4'4896,"0"0"-3816,0 4-1024,-19 45-330,-8 5-1650,3-3 1,-5 5 1923,-5 3 0,0-4 0,14-20 0,1-3 0,-1 1 0,0-1 0</inkml:trace>
  <inkml:trace contextRef="#ctx0" brushRef="#br0" timeOffset="2118">2669 4152 15860,'-40'9'1515,"0"-1"1,-5 7-183,97-11-902,-1-2 0,9-2-1911,-5-1 0,6-2 1,3-1 1526,-16 2 0,1-1 0,2 1 0,1-1 0,2 0-271,-3-1 0,1 1 0,1-1 0,1 0 1,1 1-1,0-1 247,5 0 0,1 1 1,1-1-1,0 0 1,1 1-1,0-1-77,-6 1 0,1 0 0,-1 0 0,2 0 0,-1 0 0,0 0 0,1 1 74,0-1 1,1 0 0,0 0 0,0 1 0,0-1 0,0 0 0,0 1-166,-1-1 1,0 1 0,0-1 0,0 1 0,0-1-1,-1 0 1,0 1 146,-2 0 1,-1-1-1,0 1 1,0 0-1,-1-1 1,0 1-1,-1 0-30,5-1 1,-1 1-1,-1 0 1,-1 0 0,0-1-1,-1 2 30,3-1 0,0 0 1,-1 0-1,-2 1 0,0-1 115,3 1 1,-1 0-1,-2 0 1,-1 0-483,5 1 1,-1 0 0,-3 1 364,-8 1 0,-1 1 0,-5-1 0,-5 0 0,-5 0 0,14 5 0</inkml:trace>
  <inkml:trace contextRef="#ctx0" brushRef="#br0" timeOffset="2909">7389 2949 22907,'20'-17'39,"16"2"-39,-1 13 0,3 2-454,2-1 1,1 1 391,-2 2 1,-1 2-135,23 8 339,-24 13-154,-38 11 39,-40 10-23,3-18 1,-7-2-663,-8 3 1,-4-1 687,16-9 1,0-1 0,0 0 32,-18 7 1,3-2-259,7-3 1,5-1 201,11-5 1,5 0 407,-4 3-259,37-7-11,33-9-110,-1-5 0,5-3-601,12-3 0,4-3 574,-15 3 1,2-2-1,0-1 8,0-1 0,1 0 0,-2-2 332,-3 1 1,-2-1 0,-1-2-233,13-13 1,-6-1-76,-16 12 0,-5-2 28,-3-7 0,-9 1 509,-19-5-467,-13-6 140,-17 7 134,-5 6-16,5 9-168,13 7-214,13 6 1433,8 4-1398,9 10 380,8 8-386,14 14 0,14 11-222,-17-17 0,1 2 165,1 2 1,-2 3-527,-2 2 1,-4 3 565,-9 8 0,-3-1 0,2 4 0,-16 0 0</inkml:trace>
  <inkml:trace contextRef="#ctx0" brushRef="#br0" timeOffset="5401">6793 5391 15076,'-14'-43'1373,"-1"-1"1,1 1 0,-4-16 0,-2 10-484,-11 19-296,-5 5-230,-12 3-168,1 11-112,0 17-50,-1 16-297,23-3 1,-1 4 301,-1 6 0,1 3-416,-1 4 0,1 2 399,2 2 1,3 0-20,4-1 0,4-1 36,5-3 0,5-2-6,14 23 34,16-13 118,15-18 67,10-16-50,7-27-118,-26 2 0,-1-7 16,11-17 1,-2-5-540,-12 13 1,-2-3 494,-2-2 0,-1-4 0,-3 0-12,-3-6 1,-4-1-306,-1 8 1,-1-3 0,-1 1 288,3-20 0,-1 2 31,-2 4 0,-1 2 137,-2 8 0,-1 2-107,-2 9 1,-1 3 291,0-15-291,-3 20 791,-1 14-959,0 13 1283,-1 17-1205,0 21 14,0-7 0,0 2-227,0 9 1,0 2 212,-1 6 0,0 1-6,1 2 0,0 0 6,2-1 0,2-1-6,1-3 1,3-2-12,2-7 1,3-2 7,0-6 1,5-4-3,30 9 11,-12-20-12,3-22 1,0-6 11,0-8-255,0-5 0,-1-4 272,7-16 2,-19 17 1,-1-1 896,9-21-860,-15 12 11,-11 12-33,-7 11-40,-4 8-11,-4 8 569,-3 9-569,-1 18 12,4-5-1,2 16 6,11-14-11,5 4 17,7-6 16,2-9 23,2-7 16,2-15-10,5-10 11,-1-15 0,-3-10-1,-7-6-10,-9-3-1,-6 3 6,-6 7-17,-5 10-56,-8 12 40,-9 12-23,1 15 0,0 4-6,2 20-16,5 7-6,0 15 19,10-16 1,3 2-6,2-6 0,2-1 3,1 0 0,3 0-113,8 0 1,4-3-51,7-1-70,3-5 1,3-4-491,26-8 370,-18-8 0,2-2-27,2-6 0,0-4 279,-1-2 0,-1-4 104,-2-2 0,-2-4 69,-1-5 1,-3-1 145,9-18-78,-10 3 336,-20 6-297,-8 21 156,-6-8 234,-4 15-412,-5 0-62,-7 9-67,1 8-1,0 3-10,2 8-6,10 0 34,9 14-12,6-15 62,21 5-28,-7-21 39,20-3 6,-5-12 39,10-10 56,1-21-78,-15-1-74,-8 0 52,-16 0-1,-6 12 17,-13-6-95,-4 16-11,-13 7 27,-1 19-38,3 4-1,-5 17-16,7 7-4,9-3 1,1 3 9,-3 27-310,10-20 0,3-1 276,4 13-164,13 10-231,14-33 0,5-3 187,11 12 157,-6-17 1,3-6-46,-2-12 1,-2-6 139,9-2 31,-5-3 0,1-5 183,8-25 16,-24 13 0,-2-1-28,11-19 218,-17 0-207,-14 30 770,-1-5-675,-4 13-335,2 1-6,-4 13 11,1 15 28,-4 20 0,0 3-211,1-9 1,0 4 218,-4 13 1,-1 2-636,4-13 0,-1 1 0,-1 2 621,-1 9 1,-2 3-1,1 0-5,1-5 0,-1 0 0,2-2-82,-3 10 0,0-1 83,3-13 1,0 1 0,1-6 20,-4 16 45,0 5 11,9-56-55,12-53 2,0 0 0,2-6-13,-2 11 1,0-2 0,1-2-730,2-10 1,0-1 0,-1 3 727,1-5 0,-1 0-2,-1 4 0,0-3 1,-1 7 644,-3 11 1,0 0-640,2-10 0,0-6 0,0 6 1,-1 14 1,0 1-79,3-15 1,3 1 63,-1 17 1,2 2-9,3 4 0,2 2 11,5 4 1,2 2-17,20-6-48,-3 16 0,3 6 16,-13 7 1,0 5-14,14 4 0,-2 7 5,-12 7 0,-7 6 39,-6 4 1,-5 2 19,-7-6 0,-6-1 0,-10 10 1,-11-1 7,-16-1 1,-8-3 5,-1 0 0,-5-2-271,10-10 0,-3-3 0,1-3 201,-10-1 0,2-6-249,6-2 0,2-5 447,-19-11-9970,28-12 9183,18-1 0,13 3 0,1 11 0</inkml:trace>
  <inkml:trace contextRef="#ctx0" brushRef="#br0" timeOffset="6001">9227 5059 22324,'-14'47'405,"1"-1"0,3-3 0,8-6 21,25-6-68,11-6-5,7-10 17,0-8-11,0-15-68,-6-10-78,-4-15-62,-7-10-45,-9-7-5,-7 0-17,-7 4-11,-6 11-34,-5 8-28,-3 11-44,-6 8-1,6 5-5,-9 9 17,5 9-6,-5 15 0,0 10 0,6 12 0,5 7-189,8-27 1,1 1 202,4 0 0,2-1-2,10 28-24,12-9 51,11-13 6,6-11 34,5-14 5,4-13-23,6-15-269,-28 2 1,0-3 260,1-4 1,-2-2-4,-2-2 0,-1-2-5,-2 0 0,-3-1-9,0 1 1,-2 0-54,17-22 62,2 8 6,1 6 10,3 6-5,2 8-17,0 7-22,0 8-6,-2 14 394,-4 11-399,-9 18 5,-12 16-305,-12-21 0,-4 2-90,-4 3 1,-1 1-802,-1 1 0,1 1 1213,0 3 0,1-3 0,0 5 0,5-7 0</inkml:trace>
  <inkml:trace contextRef="#ctx0" brushRef="#br0" timeOffset="7834">11591 5258 25674,'15'-26'-51,"2"10"68,1 32 28,9 2 16,11-1-33,4-5 56,2-8 34,-3-9 22,-2-10 39,-6-10-100,-9-1 94,-1-23-100,-14 11-17,0-17-6,-12 16-33,-9 4-11,1 16-12,-11 4-22,4 13 28,-7 9 0,-6 9-17,-4 15 6,-1 11-17,3 8-214,18-21 1,3 0 196,-5 32 34,11 2 34,15-4-184,13-5 172,16-7-11,10-8-5,5-11 5,2-11 11,-2-10 34,-3-12 50,1-16-50,-20 3 44,3-20-33,-17 7 0,1-11-22,-2-1-23,-2 3-5,-1 3-1,3 6 466,1 6-494,3 6 168,1 4-139,0 7-17,0 3-6,1 9 28,5 8 0,1 10-22,0 10-6,3 14 17,-11-13-11,6 14 0,-8-19 11,4 4-6,-1-6 18,-2-8-1,-4-7 22,-4-5 79,-4-5-16,1-9-46,5-9-33,3-15 0,2-12 2,-8 12 1,-3 0-9,3-13 11,-4-16-5,-5 27 0,-4-5 11,-1 5-6,0 5 1,2 6-12,2 7-33,6 4-1,16 4 12,-1 4-11,21 2 10,-6 8-4,10 5-7,-4 7 18,-7 4-7,-6 3 12,-7 1-11,-2 3 6,-3 2-7,-1 4 7,0 5-6,1 13 11,-5-15 0,5 13 0,-4-20 0,5 5 5,0-4-22,9-4 12,-8-11-57,16-5-117,-2-13-129,13-7 36,-15-4 1,1-2 47,20-15 193,-24 10 0,-1-1 31,1-6 23,-6-1-1,-14 7 6,-2-5 67,-4-3-5,-2 3-45,0 1 83,0 1 1,-2 4-11,-2-3-73,1 6 89,-6-3-117,5 11 16,-4-3 18,7 10 106,-1-1-101,2 1 0,0 0 22,0-2-72,-2 0 5,0-4 22,-3 1-21,2-1 10,-2 2 12,2 0-1,0 0 23,2 1-28,1 2 34,0 0-213,-1 2 117,-1 8 79,0 13-51,1 8 12,2 14-17,4-2-1,5 3 7,1-11-6,18 8-1,-3-19 29,14 6 73,-3-16-45,-2-8-23,-9-7 17,1-9 12,-10-7 21,2-22-60,-8-3 21,-5-12-10,-8 19 5,-7-1 33,-17 9-61,3 6-28,-28-2 11,18 18 6,-7-1-45,12 10-39,8 12 56,6-1-639,0 31-828,11-5-1306,8 23 193,3-17 2619,22 9 0,-18-35 0,8 5 0</inkml:trace>
  <inkml:trace contextRef="#ctx0" brushRef="#br0" timeOffset="8176">13915 5297 20856,'-4'-51'1508,"1"0"1,0 9 0,0 5-439,0-2-840,2 23 190,-1-8-392,2 19-101,-1-1-39,3 9 89,18 24-10,9 11-614,-6-4 0,0 1 638,-4-7 1,-1 2-26,4 17 1,-1 2-176,-9-18 1,-1-1 191,3 11 1,-2-2-20,-2 1 69,-13-18 40,-6-17-17,-4-19 1201,4-15-1212,5-19-6,14-14-141,-3 28 1,4-1 115,3 1 0,3 0-9,2 3 1,2 2-15,1 4 1,2 2-59,28-11-118,-10 14-1465,-7 13 1,2 4 1649,21 9 0,-6-4 0,-19 6 0</inkml:trace>
  <inkml:trace contextRef="#ctx0" brushRef="#br0" timeOffset="10400">15459 5473 20744,'7'-41'585,"0"-1"1,1 0-1,3-19 1,1 2-211,0 12 0,1 3-394,-1 2 1,1 1 250,-3 5 1,1 3 19,7-14 34,-7 22-286,-4 20 134,-4 12-117,2 27 0,0 8-17,1 8-278,-1-10 1,1 7 0,0-2 277,0 5 0,0 1-240,0-9 0,-1 3 0,0-1 240,0-2 0,0 1 0,-1-1 5,1 16 1,0-3-6,-2-14 0,0-3 17,-1 4 0,-1-5 106,-2-4 163,-2 3-51,1-37-151,3-36-67,4 1-18,1-1 1,3-1 5,4-6 12,6 0 0,4-2 400,-5 18 0,1 0-423,9-10 1,2 2-4,-4 14 1,1 3-37,26-7 6,2 13 5,0 12-5,0 12 22,-2 10 0,-1 6 6,-3 3 6,-2-1-7,-2-7 1,-1-6-11,-1-9 27,0-13 29,-5-9-28,-4-12 10,-9-6 898,-10-3-892,-8 1 280,-12 6-302,-9 8 11,-13 8 12,-11 9-23,-8 11 11,-2 7-11,7 9-22,11 5 5,12 5 11,10 1 1,9 1-18,11-5 29,10-6 16,13-9 12,5-9 16,4-14 1,-2-11 21,-7-12-16,-8-8 12,-8-6 27,-7-2-11,-5 0 50,-2 3 12,-2 8-40,-1 9-22,0 12-84,-2 9-78,0 8 72,0 5 1,0 15 5,2 10-17,2 13 6,5 6 22,3-1-50,3-1-12,4-5-5,0-11-5,1-12 44,0-13-6,0-16 35,2-8 10,-2-14-11,0-5 23,-4-5-12,0 0-22,-1 5 17,-2 7 11,-3 10-34,-2 9-22,-2 5 6,4 6 22,5 7 0,4 8-6,3 8-10,0 5 21,2 6 1,-9-12-17,3 2 27,-11-18 1,2-1-6,-2-10 12,3-6-6,2-7-17,2-1-12,2 2-4,2 5-12,3 6-6,3 9 0,7 5-38,3 8-40,4 4-62,3 2-61,3 0 64,-13-12 0,1-2 98,13 3 37,-12-7 0,1-3 36,13-6 5,9-9 23,-7-8 45,-5-20-51,-18 9 68,-3-18 22,-17 16-28,-6-3-34,-15 9-5,-25 14-22,-9 17-217,-6 6 202,23 3 1,2 3 2,-15 14-22,-3 10-3319,18 6 3325,19-15-1,18 5 6,16-21-2234,27-1 2239,-11-10 12,23-14-92,-22-12 108,6-17-11,-25 15 1,-2-4 2,-2-5 0,-3-3 17,-2-5 0,-2-2 47,-2-17 1,-2-1-65,-1 19 1,-2 0 37,-2-2 1,-1-2-1,-1 6 16,-2-9-7,0 9 1,-1 2 2219,-3 7-2208,-2 0-106,4 17-152,1 12 3384,4 11-3238,2 42 210,2-13-213,4 20 0,2 7-599,-2-17 1,1 1 449,-1-1 1,2 4 0,-2-4-23,1 3 1,1-2-231,2 9 1,3-2-35,0-18 1,3-2 294,10 9 0,3-2 160,-6-16 0,2-4 41,3-3 1,0-7 31,5-9 106,8-15 84,-6-8 121,-11 2 1,1-3-43,14-19-180,-19 14 0,-3-1 749,10-24-799,-9 8-29,-10 12 1,0-2-1486,1-11 1,0-1 1426,-3 8 0,1-2 14,5-22 0,0-2-329,-4 15 0,1 1 309,2-13 1,-1-2 7,-1 4 1,-2 1-160,-2 1 0,-2 3 179,-4 16 1,-2 2 247,-7-21-289,-8 37-6,1 8 2854,-10 21-2859,-3 14 10,4 9 0,1 7-159,3 2 1,2 3 152,4-3 1,1 2 0,3-1 5,1 6 1,4 0-1,4-7 1,3 2-1,3 0 0,4 0 1,4-1-1,2-1 8,0 1 0,3-1 0,2-1-12,5 3 1,3-1 0,0-5 3,1-4 1,4-6 10,16 3 1,1-8 121,-17-12 0,0-5-110,12 0 0,1-7-12,-14-10 1,-3-5 13,-3-8 1,-2-4-6,-3-4 0,-3-3 3,-3-2 0,-3 0 16,3-21 45,-11 20 1,-3 3 28,-6-2-12,-4-7-67,-2 27 1258,2 8-1286,4 7 399,0 9-405,0 8-5,-2 30 16,2 5-16,2 5 0,6 5 14,6-30 0,1 0-43,7 20-198,5-13 0,4-3-590,9-4 203,-9-11 0,1-3-1150,14-5 632,-10-12-4827,-1-30 5970,-20-15 0,2 9 0,-12 2 0</inkml:trace>
  <inkml:trace contextRef="#ctx0" brushRef="#br0" timeOffset="10550">19246 5153 16180,'-18'-47'2365,"1"0"1,-2-5-1,2 7-1418,6 15-673,-1-5-11,9 20-308,3 12-11,7 8-89,9 15-410,10 17-889,9 13-593,-16-20 0,0 0-2879,1 0 1,-1-2 3658,6 14 0,-8-17 0,-13-18 0</inkml:trace>
  <inkml:trace contextRef="#ctx0" brushRef="#br0" timeOffset="11251">19509 5256 16023,'1'-3'6990,"0"0"-4728,-1 3-2267,7-32 10,-5 29 7,5-1-7,-7 27-5,2 8 0,0 1 6,2-2-6,7 26 22,2-11-11,-3-14 29,1 1 184,-9-27 17,2-8-146,6-20-28,1-8 6,7-18 11,2 2 0,2 2-33,2 7-35,2 10-16,1 12-11,3 13-28,1 15 33,-6 4-27,11 27-1,-11-7 3,-6-10 1,1 2-99,15 16-1214,5-3 1287,-4-10-371,-6-15 1,3-3 370,17-1-114,-13-6 0,1-2 175,23-10 12,-7-10 5,-17-3 12,-6-13 50,-17-7-17,-10 0-16,-16-2 1049,-19 19-1066,-11 8-29,5 8-10,-17 17 5,27-2-3,0 11 0,2 3 9,11-3 784,-8 27-784,22-29-2994,19 16 3011,-3-18-296,34 6 324,-24-17-21,32-17 60,-34 1 374,23-30-122,-25 12-68,6-11 3104,-13 14-3205,-5 10 434,-5 8-607,-4 12 238,0 18-238,0 25-11,0-11 0,0 4-584,1 10 0,0 4 591,1-13 0,0 2 0,0 1-11,1 5 0,0 2 1,0-2 5,3 12 1,0 3-121,-2-15 0,0 5 0,-1 1 1,-1-3-423,-2-1 0,-1-1 1,-3 2-1195,-1 1 1,-2 5 0,-2-1-1,-2-5 1745,-5-1 0,-1-3 0,-2-5 0,-2 3 0,-1-7 0,-10 1 0</inkml:trace>
  <inkml:trace contextRef="#ctx0" brushRef="#br0" timeOffset="12711">22557 5388 18091,'8'-54'1504,"0"-1"1,-3 5 0,-6 7-861,-15 1 44,-12 15-576,-8 12 69,-5 13-158,-6 16-23,-2 13 11,2 14-192,9 5 186,15 2 12,12-6 221,18-8-177,10-9 62,13-11 12,8-11-29,10-15-11,5-13-300,-25 7 1,-1-2 254,0-2 0,-1-2-9,-3 0 1,-1 0 115,15-21 73,-12 11-34,-10 14-129,-9 11-123,-5 6 447,-1 6-419,-2 9 343,-4 12-310,-2 13-5,-1 9 0,3 4 0,4-4 0,6-6 12,1-10 10,3-10 68,-2-11-12,4-14-39,6-12 0,6-14 1,5-11 16,3-6-28,-2 0-12,1 6 18,4 6-34,-10 18-6,8 5 12,-10 14-6,6 9 6,0 11-12,-4 14-11,-5 8 17,-8 5-11,-4-3 11,-3-6 0,0-10 11,0-11 79,1-9 22,4-11-62,9-10-11,9-10 23,13-19-56,-12 11 38,6-11 1,-18 20-17,-1 1-33,-5 8-12,-4 8 0,2 5 17,5 9-17,8 8-11,3 8 28,3 6-5,1 0-1,3 0 0,21-2-10,-13-12 16,-6-9 0,2-3 11,15-5 11,12-8-36,-28-3 0,-1-2 31,15-17 5,-7-4 6,-15-5-11,-11 1 22,-4-7-5,-5 4-28,-10 10-12,-5 12-11,-11 9-5,-7 13-17,-7 10 22,-5 12 6,1 17 22,13-4-22,8 0-1,16-7-4,12-10 4,9 1-16,20-10 34,2-15 5,0-6 12,0-22 27,-14-10-188,-10 11 0,-2-5 182,1-18 1,-3-1-568,-4 14 0,0-1 562,2-20 0,0 0 6,-4 21 0,-1 1-194,2-7 1,-1 0 229,-2 8 0,0 1 160,2-25-174,-5 27 28,0 10-134,-2 20 224,0 4-225,-2 17 35,-2 44-18,1-23 1,1 5-139,0-2 0,-1 4 0,1-2 102,0 7 1,0 2-699,0 6 1,0 6 0,0-6-317,0-9 1,2 0 1072,2 14 0,2 7 0,-1-13 0,1-4 0,2-17 0,1 0 0</inkml:trace>
  <inkml:trace contextRef="#ctx0" brushRef="#br0" timeOffset="13877">25696 5136 20414,'-8'-44'1211,"0"1"1,0 1 0,3 12-1178,6 24-29,2 9 23,1 6 6,6 39-6,-3 1-694,-2-10 0,-1 2 683,-1 16 8,-5-15 0,-1-2-13,-4 7 21,-3 12 113,3-35 61,4-14-106,10-20-51,9-15-28,4-5 17,1-5 1,1-1-12,3-8 240,4-8 1,2-1-255,-12 22 0,0 1-3,9-11 1,-1 2-7,7-2-234,9 8 224,-22 22-7,25 0 12,-25 13-33,27 15 10,-20 7 18,11 19 5,-17 4 0,-11 4-17,-11 1 6,-6-7 16,-4-7 18,1-13 928,4-12-878,3-10 206,7-13-262,4-11 0,8-9 0,8-7-6,3 1 0,3 4-11,0 6 0,-1 10 0,-2 8-22,-4 10 16,-7 3 6,6 20 11,-6-1 0,9 15-11,0-6 6,1-4 16,5-6 23,4-8 34,2-11-6,4-12 22,0-12 12,-1-11-57,-12 2 51,5-23-56,-17 15 39,3-10 11,-12 19-73,-5 14-16,-3 7-12,-11 14 12,-4 8 11,-9 14-23,6-2-5,0 24 11,13-25-23,12 33 29,11-29 0,17 9-1,4-19 12,3-10 45,-2-14 27,-3-12 1,-9-13 16,-9-12-33,-10-9-45,-16-4 22,-10 1-27,-13 7-12,-6 11 11,-5 9-38,13 14-7,2 7-10,16 15-85,3 7-319,3 14-583,13 9-895,11 3-2067,19 1-319,-1-11 4301,12-2 0,-29-20 0,0-1 0</inkml:trace>
  <inkml:trace contextRef="#ctx0" brushRef="#br0" timeOffset="14183">27433 5144 17949,'0'-7'5070,"1"2"-4415,-1-31 0,1-9 202,1 5-625,0-11 1,1 1-3,4 17-174,5 11-90,8 10 12,8 15-6,8 15 17,5 19 11,-20-11 0,-1 1-12,10 22-2,-13-9 0,-3 2-449,-4 12 460,-5-16 1,-4-3 13,-14 5 17,-15-17 11,-9-23-5,1-18-6,12-6 33,16-32-55,23 10-193,-2 12 1,6 1 121,5 7 1,4 3-149,4 2 0,0 4-213,22-7-834,-13 17 0,0 2-2117,14 5-46,-16 2 0,0 2 3423,9 6 0,-25-4 0,-15-4 0</inkml:trace>
  <inkml:trace contextRef="#ctx0" brushRef="#br0" timeOffset="14495">28123 5031 13054,'-3'0'7886,"0"0"-4038,3 0-3428,-30 10-145,39-3-146,-11 7-90,37-8 14,-2-4 1,3-3 7,11-6-16,-13 1 0,-1-2 50,10-17-22,-11-7-17,-11-9 17,-12 0-34,-13 2-17,-20 4-5,3 15-11,-17 3 5,14 17 0,-5 9-17,4 13 18,8 17-18,7 15-3,11-21 1,4 0-349,2 4 1,4 1 132,6 2 0,4 0-1350,4 0 1,5-1 1573,9 1 0,0-4 0,6 6 0,0-11 0</inkml:trace>
  <inkml:trace contextRef="#ctx0" brushRef="#br0" timeOffset="16310">6184 7396 16566,'-15'-46'1324,"0"-1"0,0 1 0,-2 1 0,-2 1 1,-1 14-1135,-14 20-128,-17 6-46,15 13-4,-9 22-29,23-3 0,3 2 0,-14 21-3,14 2 1,6 1-491,8-2 493,6-3 1,6 1-267,2-19 1,5-1 282,6 4 0,3-1 5,4-5 1,5-5 10,12-5 1,3-6-11,-3-8 0,-1-4 2,1-1 0,-2-4 12,0-9 0,-2-6 13,-4-3 1,-1-2 16,-2 0 1,0-2 10,-2-3 1,-4-1 83,1-17 79,-13 5-95,-9 12 520,-7 3-560,-2 18-83,-4 1-45,2 11 268,-12 23-212,4 7-22,-8 21 10,11-2 1,9 0-17,14-7 11,11-9 5,4-12 18,27-7-7,-24-12 315,3-9 0,0-5-247,1-12 28,11-20-28,-23 9 134,-9-26-167,-12 27 52,-6-5 1,-4 0-42,-4 5 47,-9-1 0,-3 3-64,1 10-28,-26-10-28,24 27-45,-1 5 11,7 9 34,5 13-28,7 13-129,4 11-376,12 8-1005,10 2 767,-3-30 1,3-2-93,3-1 0,4-4 76,2-3 0,1-4 198,21 3-44,11-16 723,-5-22 408,-5-6-64,-25 6 0,-4-3 652,2-22-249,-13 15 0,-2 0-293,3-12 414,2-13-102,-7 30 245,0-1-849,-4 14-353,-2 7-34,-1 12 152,-2 15 5,1 4 0,-3 38 17,3-14-192,1-14 0,-1 0 164,1 4 6,2-1 83,0-24 259,2 1-1,1-21-252,6-13-67,0-5 11,4-3 1,2-2 21,9-13-39,-6 12 1,0 1 356,13-8-373,-5 11-12,-7 11-28,3 6 12,-11 8-34,18 16 6,-12 8-79,9 17-202,-7 5-308,-3 4-156,2-3 95,6-8 129,10-13 157,14-13 118,-18-14 1,1-3 255,4-2 1,0-3 50,2-5 1,0-2 50,-2-1 0,-2-1 50,-3-1 0,-1-2 70,-5 1 0,-2-1 316,12-24 68,-14-2-141,-16 15 1,-4-1-174,-5-14-34,-3 11 1,-3-1-26,-10-16 19,8 21 1,-1 0 151,-9-21-89,6 17-124,4 17 190,6 12-447,1 7 44,2 10 51,-2 13 241,1 5-227,0 6 0,0 3-3,0-5 0,1 2-421,-1 17 0,1 3 407,0-3 0,2-1-62,4 4 1,1 0-320,2 0 0,4-1-490,3-1 0,4-2-740,2-3 1,2-2 1624,3-2 0,0-4 0,3 4 0,-4-12 0</inkml:trace>
  <inkml:trace contextRef="#ctx0" brushRef="#br0" timeOffset="17717">7859 7431 10461,'-5'-2'8973,"1"1"-4548,4 1-3821,-39-36-217,29 27-202,-30-27-157,40 36-56,4 0 33,13-2-27,21-2-62,-7 0 0,4 0-436,9-2 0,2 0 248,3-1 0,1 0-61,-1 0 0,-2 0 36,-7 0 0,-2 0-78,18-6 213,-23 1 15,-17 1 58,-19 2 212,-9 0 623,-9 0-349,6 3 1170,-1-2-783,13 5-156,0-1-164,3 1-514,0 2 11,8 6 39,8 9 5,15 16-5,7 14-3,-16-15 1,0 1-197,-2 4 1,-1 1 195,-2 1 1,-1 1-15,-4-2 0,-2 0-5,2 24 22,-10-14 39,-19-15-5,3-15 38,-13-14-10,11-16 0,2-14 412,6-13-412,11-8-56,12-2-23,16 2-246,-10 26 0,3 2 254,4 2 1,2 1-1,3 2 1,0 1 5,3 3 1,0 1 2,0 1 0,0 2-77,-1 2 1,-1 0 81,26-1 1,-14 2-3162,-19 4 3162,-15 1 10,-9 1-4,-16 5 344,0 3-334,-10 8 82,6 2-104,4 13 3380,6-8-3368,3 18 10,10-10 0,16 18-10,0-18 16,6-8 0,2-3-6,2-6 11,-1-4 1,0-3 67,9-5 33,6-11 34,-11-8-3364,-11-24 3230,-12 9-44,-9-24 66,-11 14-1151,-2 9 1,-1 1 1128,-7-11 11,-14-5-29,9 30 2195,-5 2-2278,2 11 72,4 14-61,3 12 3151,3 26-3845,7 6 190,6 2-712,14 5 261,8-29 0,4-3 232,14 21-170,9-15 0,3-4 652,-2-8 196,-4-4 0,-1-1 275,-1-1 515,0 1 576,-18-5 875,-13-4-824,-6-3-761,-2-2 375,0-3-236,1 0-324,7-8-241,19-20-90,6-7-6,5-8-8,-18 16 1,-1 0-275,-4 0 0,-1-2 265,3-10 1,-1-3 5,-2-4 1,-2-2-5,-4 6 1,-2-2 0,-1 1-570,1-14 1,-1 2 569,-1 2 1,-2 2 10,-2 9 1,-3 4 42,-5-7 73,-2 0-113,-1 23-122,3 11 456,3 10-529,1 8 1355,-3 15-1210,0 11 0,1 5 12,-1 22-909,5-15 1,2 8 0,1-6 902,1-10 0,1 0-137,4 18 1,2 7 0,0-4-1762,1-2 1,0-2-1369,0-3 0,1 2 0,-1-5 2767,-1-3 1,-1-5 0,6 12-1,-12-38 1</inkml:trace>
  <inkml:trace contextRef="#ctx0" brushRef="#br0" timeOffset="19476">11868 7448 19440,'1'-58'1441,"0"0"0,0 5 0,-3 11-729,-5 23-393,-4 6-246,-10 5-57,-11 20-10,-16 19-9,18-5 0,-1 3-482,-3 7 1,2 1 475,2 3 1,2 1-9,7-2 1,3 0 2,7-5 0,5 0 14,15 20 45,23-18 33,20-17-229,-18-17 1,2-6 189,3-5 1,0-4-293,-1-6 0,-1-4 353,-3-2 1,-4-4 25,-6-3 1,-4 0-9,5-19 44,-20 11 0,-7-1 1,-13-15-105,2 17 1,-4 1 403,-2 10 1,-2 4-424,-21-14-28,4 15-72,7 14 377,8 16-327,4 17 691,4 17-730,5 14-118,14 6-269,4-30 1,4-1 186,5 0 1,6-3-48,4-2 1,4-4-52,3-2 1,3-5 56,1-3 0,2-4 181,-1-3 1,-1-3 117,-1-5 1,-1-4 47,-4-2 0,-2-2 168,20-21 90,-14-3 39,-14-2-1,-10 2 18,-7 4 39,-3 9-140,-1 10 296,-1 7-638,-1 8 40,-1 3 55,-7 22-16,-1 6-29,-8 19 18,1-2 16,0-1-11,2-7-11,4-10 106,5-14 179,5-11-44,10-16-152,13-15 6,17-21-34,-14 16 1,2 0-282,4-4 0,0 1 303,0 1 1,0 2-25,-3 4 0,1 1-1607,0 4 0,-1 3 1564,6-2 12,3 8-56,-16 16-2182,9 20 2187,-10-2-64,5 28-1011,-12-2-560,-5-16 0,0 2 1669,1 6 0,-1-1 0,0 4 0,0-2 0</inkml:trace>
  <inkml:trace contextRef="#ctx0" brushRef="#br0" timeOffset="31988">14616 7630 18688,'6'-43'1012,"0"1"1,-1-1 0,4-14 0,-4 10-291,-7 24-308,-2 8-397,0 3-202,1 10 124,2 16 78,-1 15-1,-2 19-8,0-11 1,-1 1-3,-3 14 8,-1-10 0,-1-4-3,0-9 90,-9 13 252,9-30 33,0-4-212,3-15-18,1-26-83,3 1-12,4-2 1,4-2-401,2 3 0,3-1 367,4-10 0,2-4 1,0 9 1,0-1 0,1 2-10,0-2 0,0 1 19,7-11 1,0 4-161,4 0 143,9-3-16,5 16-12,7 14-14,-13 21 1,0 5 2,15 7-1546,-7 15 1,-4 5 1539,-7 5 3,-4 2 1,-4 4-253,-15-11 0,-4 0-14,2 10 1,-5 3-1202,-9 11 0,-5-2 353,4-18 0,-2-1 1134,-9 17 0,1-7 0,6-21 0,-2 9 0</inkml:trace>
  <inkml:trace contextRef="#ctx0" brushRef="#br0" timeOffset="32614">14671 7620 15070,'-4'-3'5142,"1"0"-3013,3 3-1776,22-78-297,17 46-337,-16-13 0,5 3 289,12 25 1,4 8-439,-4 0 0,1 1 323,12-1 1,2-1-99,-1 3 1,1 0-267,8-1 1,-1 1 178,-10 0 1,-3 0 204,-4 1 1,-1-1-208,-9-1 1,-3-1 360,10-8 678,12-14-414,-26 11 420,-2-7-376,-22 19 706,2-4-824,-4 7 408,0 1-654,-2 5 1009,2 19-976,0 11-32,0 9-7,2 21 17,-3-12 1,1 0-20,-1-13 0,1 0-427,0 24 0,0-2 424,-1-11 0,0-10 0,0 1-146,0 15 185,-1 4 235,-1-17 202,-2-21-212,-6-23-197,-5-22-33,-1-7 11,-1-14 0,0-3-12,3-4 209,1-6 1,3-2-235,8 20 1,2 1-1,3-12 0,2 0-2,-2 12 0,4-1-4,8-15 1,4 2-6,-4 20 1,2 1-10,7-13 1,3 2-9,-2 15 1,0 5-3,17-8 101,12 9-185,1 23 33,-3 10 16,-1 22-608,-29 17 654,-10-4-34,-19-7 0,-8 0-56,-19 13 53,12-20 1,-3-1-328,-13-1 0,0-3-1330,-10 2-1255,17-11 0,2-2 2960,3-4 0,15-7 0,9-3 0</inkml:trace>
  <inkml:trace contextRef="#ctx0" brushRef="#br0" timeOffset="32814">16422 7096 21304,'40'-24'-89,"-1"1"1,1 0 0,16-10 0,-4 9-422,-20 17 1,-2 4-2392,24-2-4576,-15 7 7477,-15 3 0,-13-1 0,-7-1 0</inkml:trace>
  <inkml:trace contextRef="#ctx0" brushRef="#br0" timeOffset="33121">16681 7099 8455,'-9'8'7366,"2"0"-4510,7-8-694,0 0-1938,-49 75-829,37-34 619,-13 10 0,5 3-109,31 0-325,9 6 0,-8-28 0,1 0-127,-1 0 1,0 1 187,-3-2 1,0-1 469,1 22 202,-11-14 202,-12-13 220,-15-9 267,-11-7 174,-6-4 681,3-3-597,10-4-493,15-2-532,15-7-196,23-5-39,25-5-31,-11 8 1,3 1-796,8-1 0,3-1 92,4 1 0,2 0-2865,4-1 1,-1 1 3598,-5 1 0,-5 1 0,-15 4 0,-3 0 0,4-1 0</inkml:trace>
  <inkml:trace contextRef="#ctx0" brushRef="#br0" timeOffset="34572">18773 7562 11340,'8'-9'3682,"18"-26"1,2-8-1800,-9-1-1195,8-5 1,-4-1 157,-22 2-409,-16 11-246,-14 10-119,-19 14-21,-12 17-147,24 6 1,1 4 83,-1 5 1,2 4-914,1 5 1,4 3 921,7-7 0,4 3-5,0 17 0,7 2-234,8-14 0,3 1 163,3 14 1,6-1-85,6-11 1,5-4-129,7-1 0,5-3-88,5-4 1,4-4 47,4-4 1,2-5-212,1-3 0,2-5 508,-1-7 1,-1-4 58,-2-4 1,-3-3-174,-3-4 0,-4-3 204,-4-2 0,-4-3 583,-5 0 1,-2-2-511,-4-1 0,-3-1 661,6-27-207,-8 8 793,-9 16-1102,-8 15 518,-9 12-680,-19 22-79,7-3 506,-18 22-534,16-5-38,-1 12 27,11 0 23,10-3 58,16-4 15,9-7-1,13-8-50,-2-8 118,20-8-67,-14-8 11,14-8 27,-16-5 63,-10-3 22,-8 0 27,-9 4-77,-3 7-186,-2 5-10,-2 7 38,-3 8 12,0 6-6,0 7-27,5 0 21,8-1 6,9-6 62,20-5-28,-7-5 22,24-11 17,-13-8 11,10-14-286,-5-10 286,-9-12-81,-21 19 1,-3-3 1,-1-5 1,-2-1-392,-1-6 1,-1-2 388,-2-3 0,-1-1 22,-1-2 0,-1 0-11,-1 3 1,0 0 44,-2 0 0,0 3 8,-3-10 51,-1 8-123,1 40-219,0 3 56,-1 14 168,-1 18 268,-2 4-268,0 12 1,-1 5-15,2-9 0,0 2-11,-2 19 0,-1 3 11,4 2 0,1-3 260,1-18 1,3-1-261,2 13 1,6-3-26,16 7 25,-6-26 0,4-1 8,5-4 1,3-4-3,3-5 0,2-4 14,2-4 0,1-6-1,1-6 1,-2-5-14,0-4 0,-2-5 8,-2-5 0,-4-5-380,-1-6 1,-4-4 373,-3-4 1,-3-5 9,-7 4 0,-2-3 0,-1 3-7,0-4 1,-2 0 8,-1-19 0,-4 2 13,-4 24 1,-2 3 28,-1-6 0,-1 2 64,-9-20-22,1 22-101,6 19-179,6 10 50,1 16 414,2 15-285,0 25 0,1-15 0,-2 4-1316,0 16 1,-2 1 1318,2-16 0,-1 0-9,-2 17 1,1-2-161,1-19 1,1-2 162,2 6 1,2 0-4,2-5 0,4-2 6,7-2 0,2-3 0,10 5-53,21-7 81,-9-23-1066,-8-9 0,0-3 1050,12-7-7,-13-2 1,-4-5 2089,3-15-2045,-1 1 458,-7-17-334,-14 28 111,-1-8-95,-7 22 3165,-1 8-3562,0 3 292,1 33-80,-1-12-10,3 36 10,5-16-55,1 2-331,13 7-532,7-9-874,14 5-2277,-13-23 1,1-4 4063,13 4 0,-7-8 0,-24-11 0</inkml:trace>
  <inkml:trace contextRef="#ctx0" brushRef="#br0" timeOffset="34738">20826 7073 22077,'-21'-41'76,"0"0"1,0 1 0,10 16 288,11 24-841,16 26-1305,7 10-720,-4-7 0,0 1 1516,14 20 0,-12-18 1,-9-14-1</inkml:trace>
  <inkml:trace contextRef="#ctx0" brushRef="#br0" timeOffset="35537">21190 7291 25343,'4'-31'-12,"2"18"7,-2 68 61,-1-6-5,0 4-51,-3-19 0,0-13 162,-1-8 107,1-10-263,-1-22-12,7-5 23,0-12-12,15-9 1,-1 21 0,3 0-18,1 2 1,1 1 0,6-2 0,0 5-34,16 4-11,-8 11 6,-10 12 27,-10 3-22,0 13-61,-1 9-96,6 3 28,-1 0-263,13-5-123,3-9 244,-4-9 0,2-2-14,-4-3 1,1-2 287,7-1 0,0-2 33,-8-5 1,-2-1 14,16-4 106,8-17 33,-24 0 96,7-13 22,-21 2-33,-10 1-34,-14 2-23,-9 7-21,-8 8-74,-2 9-39,0 8-33,3 5 417,6 2-451,-4 13 28,9-3-5,-2 8 5,8-7 28,3-5 33,3-5 578,4-6-415,0-2 219,15-11-236,0 0-5,9-7-51,-5 3-101,-7 6 1,2 2-46,-5 10 6,6 10-5,-1 19 11,0 23-494,-9-18 1,-1 3 456,0 9 1,-1 3 7,-1 9 1,-2 1 7,-1-16 1,-1 1-1,0 0-677,0 5 1,-1 0 0,-2 0 663,-2 3 0,-1 0 1,-2 0-27,-3 0 0,-1-1 0,-3-1 2,-3-4 0,-2-2 0,-1-3 38,-2 10 0,-8-15 28,-32-30 1,1-23-192,36-7 1,4-8-369,-11-9 0,-2-6 0,10-3 534,17 2 0,10-2 0,-1 4 0,-2 2 0,0 3 0,4 2 0,0 1 0</inkml:trace>
  <inkml:trace contextRef="#ctx0" brushRef="#br0" timeOffset="39553">6058 6261 7968,'-43'0'663,"0"0"1,0 0 0,-20 0 0,11 0-249,24 0-147,4 0 80,24-2 116,11-3 237,13-5-40,25-3-384,-10 4 0,4 1-836,-3 1 1,2 0-1,4 0 701,11-2 0,3-1 0,4 0-714,-7 2 1,1 0 0,3 0-1,1-1 645,-6 2 0,2 0 0,0-1 0,1 1 0,1 0-27,-5 1 1,0-1 0,1 2 0,0-1-1,1 0 1,0 1-315,3 0 0,1 0 0,0 0 0,0 0 0,1 0 1,-1 1 281,2 0 1,-1 0 0,1 0 0,0 1 0,0-1 0,0 1-211,-1 0 1,0 1 0,0-1-1,0 1 1,-1 0 0,0 0 199,-2 0 1,-1 0 0,0 1-1,0-1 1,-1 1 0,0 0-1,7-1 1,0 1-1,-1 0 1,0 0-1,-2 0 2,-3 0 1,0 0 0,-1 0 0,-1 0 0,-3 0 25,-1 0 0,-3 1 0,0-1 0,2 0-205,1 1 0,3-1 1,1 1-1,-4-1 0,-5 1-453,-2 0 1,-5-1 0,3 1 625,8 0 0,5 0 0,-3 0 0,-10 0 0,12 0 0,-3 0 0</inkml:trace>
  <inkml:trace contextRef="#ctx0" brushRef="#br0" timeOffset="40731">11506 6234 9866,'50'-6'473,"0"1"1,0-1 0,5 0 0,1 0 0,1 2-358,2 1 0,1 1 0,2 0-1275,-8 0 1,1 1 0,1-1 0,1 1 1182,5 0 0,1 0 0,1 1 0,0-1-308,-9 1 0,0-1 1,0 1-1,1 0 0,0 0 303,2 0 0,1 0 0,-1 0 0,1 0 1,0 0 14,1 0 1,2 0 0,-1 0-1,-1 0 1,-2 1-21,2-1 0,-3 0 0,0 0 0,5 0 62,-7 0 1,4 0-1,2 0 1,0 0 0,-1-1-1,-4 1-287,8-1 0,-3 1 1,-1-1-1,5 0 286,-6 1 1,4-1 0,1 0-1,1 0 1,-3 0 0,-4 0 10,4 0 0,-4 0 0,-1-1 0,5 1-40,-4 0 1,4-1 0,2 0 0,1 1-1,-3-1 1,-2 1-27,-5-1 0,-3 1 0,-1 0 1,1 0-1,4 0-13,-5 0 0,4 0 0,1 0 1,1 0-1,-1 0 0,0 0 0,-3 1-81,9-1 1,-2 0-1,-1 1 1,0-1-1,-1 1 74,-1-1 0,-1 1 0,0 0 0,0 0 0,-1-1-3,-2 1 1,1-1 0,-2 1 0,0-1 0,-3 1 2,1-1 0,-3 1 0,0-1 0,4 1 37,1-2 0,3 1 0,2-1 0,-2 0 0,-3 0 17,-2 0 1,-3 0-1,-1 0 1,5 0-8,3-1 0,4 1 0,2-1 0,0 0 1,-3 0 26,8 0 0,-2 0 1,-1 0-1,2 1-34,-11-1 0,0 1 0,0 0 0,1 0 0,-1 1-4,1-1 1,-1 1-1,1 0 1,-1 0 0,-1 0 184,12-1 0,-1 2 1,-1-1-1,0 0-151,-5 0 1,0 0 0,-2 1 0,-3-1 10,1 0 1,-3 0-1,2 0 116,10-2 1,2 0 0,-5 0-2,-1 0 0,-2 0 270,-5 0 0,3 0 1,-2 0-376,7 0 0,-3 1-5,-1 0 0,-2 0 36,-2 1 1,-2 0 46,-3-1 1,-3 1-15,-5-1 1,-3 1 959,19-2-857,-20 1 2487,-18 0-2628,-10 1-1091,-6 0 961,-13-1 0,9 1 0,-8 0 0</inkml:trace>
  <inkml:trace contextRef="#ctx0" brushRef="#br0" timeOffset="47744">5018 1838 19642,'1'-44'1737,"-1"0"1,1 0 0,0-16 0,0 13-1685,-1 34-238,0 5-50,0 3 32,0 21 32,0 13 42,-4 29-105,-1-21 1,0 0 180,-1-5 1,-1 0 22,-3 9 0,-1 0 33,-1-4 1,0-2 7,-7 24 161,7-25 1,1-5 684,5-15-312,-2 2-78,8-30-476,5-14 79,4-26-56,-2 19 0,1-2-458,1-5 0,-1-2 457,0-3 1,-1 1-8,1 0 0,-2 1-5,1 4 1,-1 2-116,4-18 112,6 0-116,-2 30 24,12-4 78,-5 21-283,29 15-160,-7 15 64,-10-3 0,-1 4 233,-4 4 1,-2 4 0,-2 3 0,-2 1-31,-5-6 1,-1 1-339,2 18 1,-3-2-233,-1 2-239,-3 4 0,-3-1-1373,-6-3-2379,-5 14 4793,-10-29 0,4-16 1,-2-7-1</inkml:trace>
  <inkml:trace contextRef="#ctx0" brushRef="#br0" timeOffset="48100">5076 1992 28200,'22'-49'-97,"1"0"0,3 2 0,6 8 511,14 16 1,4 6-1188,-1-2 0,-1 0 746,-3-1 1,-2 0-24,-3 0 0,-1-2 53,-4 1 0,-2-2-63,-4 0 0,-2-1-108,-3 1 1,-3-1 273,9-21-614,-14 4-151,-10 11 413,-8-7-340,-2 16 699,-2-6-617,2 13 689,0 7-672,1 6 104,-3 24 92,2-2 68,-4 36 70,3 1 16,3-21 1,0 3 102,2 0 1,0 1-616,3 0 1,1-2 413,4 20-525,3-21 1,3-3-1687,7 4-3115,11 9 5571,-10-28 1,-9-10 0,-7-8-1</inkml:trace>
  <inkml:trace contextRef="#ctx0" brushRef="#br0" timeOffset="48251">5705 1754 12156,'-7'-3'7327,"2"0"-5783,5 3-474,-61-53-1428,53 26 126,-21-5 0,8 3-647,55 4-206,15 11-1002,-14 4 0,2 1 1298,-2 2 0,-2 2 0,2-2 1,-23 6-1</inkml:trace>
  <inkml:trace contextRef="#ctx0" brushRef="#br0" timeOffset="49211">6195 1497 21871,'-13'-41'400,"1"0"1,1 4-1,3 7-280,7 19-9,1 2-18,0 3-25,-1 2-21,1 1-39,-1 1-424,1 1 399,0 6 6,3 2-6,-1 4 6,2-2-1,-1-2 29,-2-3 101,0-3 223,-1-1-279,0-5-51,0-3 6,0-7 17,1-2-6,1 0 28,1 0 39,1 2 28,-2 1-11,0 2 17,-2 2-17,0 2-39,0 1-23,0 4-28,0 1 264,-1 2-146,-1-1-67,1 0-28,-2-2-17,1-1-6,0 0-11,0 2 6,1 0-67,1 2 83,-2-3-22,1 0-5,-2-5 5,-2-3-11,1 1 0,1 2-5,1 2-18,2 5-442,-1-2 387,4 7-84,3 1 16,2 4 17,1-1 34,-2 0 50,-3-4 17,-2-1 17,-2-1-381,0-2-213,2 1-2895,4 3 3500,2 1 0,-2 0 0,-1-1 0</inkml:trace>
  <inkml:trace contextRef="#ctx0" brushRef="#br0" timeOffset="49777">5690 2040 25428,'24'-56'350,"-1"1"0,-2 9 1,-4 5-205,-8 1 193,-5 3-225,-1-15-194,-5 13 0,-2-1-21,0 2 0,0 0 7,-2-1 0,0 1-46,0-4 1,-1 3-73,-3-24-333,4 25 0,0 1 270,-6-24 117,-4 8 49,6 23 467,-4 3-535,8 21 10,1 1 147,0 15 98,2 14-87,-2 27 73,2-3-28,1-8 0,2 8 1,-1-6-890,1-9 1,1 1 888,0 12 1,1 7 0,0-7 5,3 12-320,4-3 0,2 0 131,1-2 28,1-7 0,4 0-231,2-18 1,1-4-714,24 21 117,-15-26 1,1-5-1901,25-9 883,-10-11 2075,-14-7 1,-3-1-1,-7 2 1,9-8 0</inkml:trace>
  <inkml:trace contextRef="#ctx0" brushRef="#br0" timeOffset="50026">6140 1405 17118,'-5'-55'1942,"0"-1"1,-1 7-1,1 4-6690,-3-1 5063,1 16 1762,-1 5-2096,3 17 708,0 3-691,2 23 58,1 4-122,0 33 12,0-12 0,-1 3 1415,1-9 1,0 3-1330,0 9 0,-1 6 0,1-6 12,0-13 0,1-1-90,1 14 1,0 5-1,1-7-117,5 11-544,3-4 0,3-3-1161,7-10-1290,7 6-3671,-8-31 6829,-4-12 1,-8-4 0,-2-1-1</inkml:trace>
  <inkml:trace contextRef="#ctx0" brushRef="#br0" timeOffset="50767">6065 1586 22892,'10'-34'-124,"1"0"0,2 3 0,7 6 215,20 17 0,6 7-267,-10-2 1,0 0-702,4 1 0,-2 1 373,5 0 124,-11 0 643,1-1-617,-15 0 1064,11-3-1039,-23 1 509,-3-2-241,-8 2 1370,-4-2-988,-4 1 184,0 1-119,2 3-234,1 0-124,4 3 22,1 9-39,4 2 0,0 6 23,5 2 50,10-2 17,5-2 16,9-4 63,4-12-124,-10-4 50,8-12 17,-14-4-5,0-11-45,-8-3-12,-9-1-22,-10 2-27,-2 10 16,-16-1-17,5 15 6,-13 0-6,5 16 6,-1 10-6,9 2-39,-6 25 39,17-7 6,-2 19-17,12-5 0,10 1 0,4-3 5,10-3 40,9-9-6,7-11-5,7-13 16,4-12-10,0-14 44,-2-10 16,-6-10 56,-7-8-100,-7-6-5,-5-4-34,-5 10 61,6-14-5,-7 24-12,5-8-33,-7 21-116,-4 9 71,1 7 17,3 11-6,5 8-61,2 13-213,3 9-694,-2 8-1480,-3 5-3836,-2 3 5762,-3-10 1,-6-18-1,-4-14 1</inkml:trace>
  <inkml:trace contextRef="#ctx0" brushRef="#br0" timeOffset="51850">7302 1486 20683,'-8'-41'834,"0"-1"1,1 4 0,2 10-735,5 21-111,0 4 28,3 12 22,3 10 12,3 14-12,0 13 0,-4 8-17,-4 4-5,-5 2 6,-3-5-18,-2-10 74,1-16 251,4-14 84,3-11-218,1-12-123,4-12-34,4-15-11,8-10 0,7-5-39,5 3-28,5 5 28,0 9 5,2 10-16,-1 10-1,1 13-10,1 11 10,0 12-16,-2 8-62,-6 6-67,-4 1-89,-2-1-40,2-3 39,4-9 29,5-10 61,5-12 130,4-14 95,6-11 47,-1-12-263,-2-6 243,-10-4 67,-9-1 140,-12 0-196,-8 16-7,-13 1-83,-8 20-25,-13 2-29,-8 13 325,-3 9-265,2 9 0,7 6 11,10 0-5,8 0-6,6-3 1,7-5 32,12-3-16,-1-10 28,15-6-11,-2-14-6,10-7 34,1-8 39,-6-2 39,-9 2 34,-9 4 0,-5 8-62,-6 6-134,0 4 11,-1 14 17,0 2 0,1 11-12,7 0 18,6-1 5,13-4-17,22-6-11,-11-6 11,0-8 0,1-4-11,7-10 0,9-5-11,-14-14 33,-16-3-405,0-18 405,-17 23 1,-2-1-7,-1-4 1,-3-1 0,-2-3 0,-1 0 2,-1 0 1,0-1 8,-2 3 1,0 1 27,0 5 0,0 3 134,-4-15 68,2 18-247,2 15 0,2 10 12,1 18-18,1 18 0,2 14 1,0 7-14,-1-8 0,1 1-265,1 12 1,0-1 236,-1-19 0,1 0-194,0 1 0,1 1-288,2 1 0,2-1-314,2 9 0,2-1-518,2-7 1,3-2 1349,5-2 0,-1-5 0,2 2 0,3-8 0</inkml:trace>
  <inkml:trace contextRef="#ctx0" brushRef="#br0" timeOffset="52211">8483 1578 21310,'-2'-45'379,"0"0"0,3 3 0,8 10-345,28 18-34,-5 9 0,2 1-17,-2 2 0,0 0-444,1 1 1,-2 0 404,27 1 286,-18 0-274,12-3 55,-11-9 0,-10 1 161,-11-5-94,-11 0 113,-1 0 167,-1-2 1046,-4-3-1085,-1 9 230,-2-3-146,0 9-224,0 0-173,0 3-17,-4 15 5,1-2 17,-5 25-27,4 1-130,0 15-271,6-18 0,4 0-1118,9 22 246,5-5 1289,22-8 0,-28-29 0,13 6 0</inkml:trace>
  <inkml:trace contextRef="#ctx0" brushRef="#br0" timeOffset="52393">9114 1148 18119,'21'-9'-1409,"-2"5"0,-7 28 1,-6-9-1</inkml:trace>
  <inkml:trace contextRef="#ctx0" brushRef="#br0" timeOffset="52700">9318 1392 24239,'29'-22'101,"-6"5"-78,-13 64 10,6-11-5,12 19-11,6-16 5,4-9 51,6-12-45,-15-9 62,3-15 11,-21-12-40,0-13-16,-7-9-23,-4-5-27,-1 9-12,4-16-22,2 31-191,14-10-33,-3 26-2101,39 7 897,-21 2-3449,11 5 1,3 1 4231,1 3 0,8 1 0,-36-8 0</inkml:trace>
  <inkml:trace contextRef="#ctx0" brushRef="#br0" timeOffset="53010">10198 1413 24777,'-29'14'165,"-1"1"0,-7 9-58,59-22-57,15-2 12,6-8-12,-2-8-10,-7-10-18,-14-8-27,-12-6 5,-14-1 11,-8 6 6,-9 11-12,-3 13-16,-1 10 22,4 11-5,2 19 0,9-4 5,2 22-11,10-8-62,9 15-734,13 4-1243,-2-27 1,4-2 2038,0-3 0,0-2 0,12 8 0,-13-16 0</inkml:trace>
  <inkml:trace contextRef="#ctx0" brushRef="#br0" timeOffset="53617">11893 1587 27946,'29'-56'1062,"0"1"0,-10 12 0,-1 0 0,-5 5-1801,-7-14 45,-4-8 466,-27 18-567,-3 24 497,-18 1-27,0 25-932,-5 16 756,23-3 0,2 3 399,-2 6 1,2 2 19,0 1 0,3 3 134,3-1 1,2 1 50,6-3 0,2-2-260,2 22 120,23-17-270,22-16 123,26-22-162,-23-7 0,2-5 439,3-5 0,0-4-161,-3-3 1,-2-4 1,-7 0 1,-4-2 19,-8 1 0,-5-2-95,-6 2 0,-4-1 181,-7-14-155,-24-10-221,-3 28 372,-17-4-130,7 21 72,3 18-51,7 11 557,11 18-1273,9 12-964,16 10 67,0-28 1,4 0-2220,5 0 1,3-2 3904,19 17 0,-12-20 0,-10-13 0</inkml:trace>
  <inkml:trace contextRef="#ctx0" brushRef="#br0" timeOffset="53927">12633 1250 13110,'0'-8'8653,"0"3"-8019,0 5 251,0 0-812,-26 14 11,16 36-40,-5-10 1,0 5-583,10-5 1,3 4 0,1 1 529,-2 4 1,0 1-1,0 0-80,-1 4 1,1 1-1,-1 0-287,1 2 0,0 1 0,-1-1-570,-1 2 0,0 0 0,-1-1-312,0-2 1,-2-1-1,0-1 600,-1-6 0,-1-2 0,-2-3 818,-4 6 0,-2-6 1284,-14-2 460,11-54-73,12-41-1149,12 10 0,4-4-729,4-9 1,3-3 203,-2 17 1,2-1 0,1 1-118,2-1 1,1-1-1,1 2-43,0 0 0,2 2 1,0 0-154,0 3 0,2 1 0,0 2-2069,10-13 1,1 5 2223,-5 8 0,-2 5 0,7-4 0,-17 18 0</inkml:trace>
  <inkml:trace contextRef="#ctx0" brushRef="#br0" timeOffset="54644">13977 1426 23806,'13'-46'1565,"0"0"1,-2 7 0,-3 7-1639,-5 12-449,-3 14 83,0 11 130,-3 18 117,-3 24 42,-2 1-2271,-2 3 1,0 0 2025,0 9 181,2-14 0,-1 8 0,1-7 287,3-13 1,1 0-878,-1 13 0,0 7 0,1-9-236,2 11-138,3-11 0,2-4-1464,6-19-254,3-8 454,2-43 2444,-6-19 168,-3-12 164,-7 18 1,-4 0-31,0 2 0,-1-1 534,-2-10 1,0-3 135,4 11 0,0-1 0,0 0-257,1-11 1,1 2-490,2 2 1,2 2 67,3 5 0,3 3 1052,3 9 1,2 0-1339,4-7 1,5 1-1353,10-2 1,3 4 1264,-10 12 0,2 3-284,23-3 0,0 8-271,-4 11 77,-4 7 0,-3 8-1416,-5 25-1995,-17 2 1,-5 5 3965,-6-9 0,-4 0 0,-3 28 0,-4-36 0</inkml:trace>
  <inkml:trace contextRef="#ctx0" brushRef="#br0" timeOffset="55393">13967 1620 20778,'29'-38'-499,"1"-1"1,1 10-1,5 1 1,-2 8-46,25 2-515,-18 8 1,6-2 0,-5 2-1625,-8 3 1,0 1 259,13-3 1,-1 1 2662,3 2-240,-6-1 157,-22 3 2845,-5-2-1266,-10 3 3759,-10-3-3966,1 3 1317,-4-1-1391,4 2-328,-1 2-903,3-1-219,-1 1 23,2 5 68,6 5-57,2 1 34,6 2 39,4-7 5,4-5-55,-4-4 156,13-12-61,-15-4-73,5-3 258,-15-15-270,-7 20-21,-3-12 134,-10 12-57,2 7-88,-4-1 4,3 9-38,3 10 0,0 3 5,1 15 6,4 15-12,1 4 1,2 1-12,7 6 1,0-27-1,13 17 23,19-20 5,-4-7-8,-3-8 0,4-5 19,1-9 1,1-5 2,0 2 1,1-4 52,10-15 1,-4-2-22,3-12-258,-20 9 1,-5-4 329,-3-21-67,-3 0 36,-10 10 1,-3 2-54,-4-1 3,0 6 0,-3 1 288,-8-2-118,2 7-201,0 13-285,6 17 134,4 7 11,-2 26 117,3 16-5,-2 1 0,1 4-18,1-15 1,0 0-37,0 18 1,-2-1-70,1-15 0,-2-1 30,1 0 0,0 0-162,-1 5 1,1 0-583,3-6 0,1-1-1056,6 28-3725,13-10 2055,-5-32 3563,5-8 0,-15-10 0,-1 0 0</inkml:trace>
  <inkml:trace contextRef="#ctx0" brushRef="#br0" timeOffset="55551">15137 1469 21959,'-35'-41'385,"1"0"0,1 3 0,17 9-604,35 21-145,21 1-359,21 1-494,-23 5 0,0 0-732,3 2 0,-1 1-2967,-2 0 1,-3 0 4733,14 4 0,-20-2 0,-21-3 1</inkml:trace>
  <inkml:trace contextRef="#ctx0" brushRef="#br0" timeOffset="55767">15659 1294 23220,'-34'-11'-67,"-1"0"0,-27 2 11,28 36 11,6 6-45,9 6-139,9 1-152,15 2-230,13-2-884,19-4-491,-10-20 1,3-1 1712,11-2 0,-2-2 0,8 2 0,0-6 0</inkml:trace>
  <inkml:trace contextRef="#ctx0" brushRef="#br0" timeOffset="56126">16119 1351 15956,'12'-58'2212,"1"1"0,-2 3 1,0 3-1690,-4 17 1,0 2 238,3-23-197,-4 14-217,-3 16-264,-2 14-101,-1 13 40,-3 20 10,-3 20-19,1-10 0,-2 3-463,-2 7 0,-1 3 471,-3 4 1,-1 2 5,-2 3 0,-1 0-14,0 0 0,1-2-6,3-4 1,1-1-4,3-7 1,3-2-34,0 22 39,7-16 68,7-17 77,8-14-16,16-18-28,17-17-56,-17 5 0,2-3-569,6-4 0,2-2 549,3 0 1,1 0-9,0 1 0,0 2 184,-3 3 1,-1 3-208,-6 5 1,-1 3-6,22 2-148,-10 20 58,-6 20-588,-21-6 1,-3 4 677,-2 14 0,-2-2 0,3 8 0,-9 2 0</inkml:trace>
  <inkml:trace contextRef="#ctx0" brushRef="#br0" timeOffset="59209">9227 3184 21752,'22'-40'131,"0"0"0,10 0 0,5 9-142,-1 21 0,3 5-918,12-4 1,1 1 732,1 1 0,0 2-714,5 0 0,-1 3-1138,-15 1 1,-2 1-2869,-2 3 1,-6 1 4174,-6 4 1,-15-1-1,-10-5 1</inkml:trace>
  <inkml:trace contextRef="#ctx0" brushRef="#br0" timeOffset="59467">9604 3119 10511,'-10'0'9713,"3"0"-8521,7 0-805,0 0-253,-27 5-7,42 17-159,-16 9 21,21-6 1,7 1 23,8 13-20,-11-2 0,-3 0-9,-2 4 1,-4 8 0,-7 2-38,-20 8 13,-1-17 1,-5-1-403,-8-12 1,-3-5 442,-23 11-5,17-20 1,-2-5-66,4-5 0,2-5-1337,-25-12-177,14-4-1791,36-15 3385,18 5 1,-3 12 0,2 0 0</inkml:trace>
  <inkml:trace contextRef="#ctx0" brushRef="#br0" timeOffset="59800">10518 3131 15788,'-1'-3'2505,"-24"-11"0,-12-2-1052,-17 7-1293,13-6 1,-1 2 54,-9 11 26,17 14-169,16-2 32,-7 28-18,21-7-46,6 18-40,4-15-2,14 10-9,15 2-42,7 0-308,-14-20 0,2-3 322,-3-4 0,-1-2-8,15 7 45,-4 8 12,-25-16 42,-27 17 21,-24-17-47,3-6 0,-3-2-22,7-3 0,-1-2-560,-21-4 0,0-2-4360,20-1 1,1-1 4105,-6 1 0,2-1 0,6-4 1,24 7-1</inkml:trace>
  <inkml:trace contextRef="#ctx0" brushRef="#br0" timeOffset="60700">11735 3814 15642,'-5'0'4794,"2"1"-1231,3-1-3278,-4-39-173,8 18 56,2-16 0,1-5 23,10-8-270,-7 21 1,0-2 131,-3-14 0,-1-1-365,-2 10 0,0-2 326,2-18 0,-1-1 5,0 9 1,-1 2 25,0 4 0,0 1 11,-1 7 1,-1 3 88,1-11-55,-3 19-101,0 14-112,-2 13 348,-2 17-214,-4 22-5,1-9 0,0 1 144,1-3 1,0 2-143,-7 26 1,1 2-554,5-16 0,0 0 547,1-4 0,0 3 0,3-2 3,2 7 1,5-2-15,6 2 1,4-4 8,9 13 0,-4-27 0,3-5 6,10-8 27,10-4-5,2-22 0,0-15 17,0-19-14,-25 16 0,-2-2-1,-2-2 1,-2-1 31,3-29 27,-9 5 7,-4 13 4,-6 13-32,0 12 255,-1 10-340,2 4 1144,0 17-1133,2 6 12,0 19-23,5 5-39,5 2-112,8-2-286,7-6-644,6-5 34,-5-11 1064,17-4 0,-28-13 0,10 0 0</inkml:trace>
  <inkml:trace contextRef="#ctx0" brushRef="#br0" timeOffset="60876">12233 3326 21119,'-7'-23'-1238,"4"8"0,17 36 1,-5-8-1</inkml:trace>
  <inkml:trace contextRef="#ctx0" brushRef="#br0" timeOffset="61334">12550 3245 15950,'-1'-6'5757,"0"0"-4434,-10-56-612,6 40-627,0-13 0,-1 5-123,4 26 50,8 19-17,-1 4 3,5 10 1,0 5 19,5 25-425,-4-14 0,-2 2 416,-2-7 0,-2 0-2,-1-1 0,0 0-93,-3-4 0,1-2 109,-1 22-11,-3-17 146,1-15 246,-1-14-44,2-14 671,0-15-823,2-17 62,9-24-140,5 8 117,2 2-185,6 18-50,-4 17 1,10 3-35,5 9 18,6 14 10,13 20-16,-17-4 0,-13-3 0,-5 2-1,-5 12 24,-10 10-1,-24-2 6,-24-7-15,13-20 1,-5-4-54,-12-2 1,-1-4-40,9-3 1,2-3-26,1 0 0,4-5-1016,0-13-2157,26-7 3288,17-16 0,-3 18 0,9-2 0</inkml:trace>
  <inkml:trace contextRef="#ctx0" brushRef="#br0" timeOffset="63110">13114 3260 22358,'23'52'128,"-3"-19"1,1-3-117,2-6-1,22 20 0,-24-18 67,1 5 6,-12-12 163,-14-2 16,-9-14-11,-11-3-157,2-5 297,-9-21-224,19 7-95,-5-8 22,21 5-56,11 3-39,16-5-16,15 2-38,-10 11 1,0 2-20,16-2-28,-14 6 1,-1 1-163,11 2-45,14 1-243,-1 1 343,-3-2 141,-7-1 146,-12-2 94,-15-1 6,-12-1 6,-15-3-112,-4 3 213,-21-3 85,12 7-186,-16-1-90,13 6-50,-5 9-39,9 0 16,-3 19-3403,13-5 3381,-1 4 6,10 0 16,4-9 1,7 2 94,9-8-44,-7-6 84,8-8 3386,-6-10-3397,3-8-3309,2-18 3231,-10 8 67,2-15 44,-8 15 50,-1-3 96,-3 8-241,-2 10-140,-2 6 3319,0 7-3274,-3 24 6,1-1 5,-1 13-62,7 8-78,5-13 28,2 5-95,12-7 16,4-13 34,10-2 34,11-15 134,-12-9 17,-5-4 34,-15-7 106,-9-5-33,-2 1 16,-2-3-6,-2 13-83,-1 7-12,0 4-139,0 3 50,-1 6 78,0 7-45,0 10-11,3 5 23,2-5 33,15 8-33,-5-17 16,30 8-11,-21-16 45,35-2-33,-34-7 94,27-13-66,-33 6 66,10-19-61,-20 9-22,-1-10-28,-6 9-6,-1-5 44,-2-2-21,0 0 10,-1-4-5,0 11-5,1 7 16,-3 3-33,2 8 10,-8-2-38,2 5 0,-4-1 22,1 3 16,3 0 7,3 0 5,3 1 50,1-2-128,2 0 11,0 3 39,-1-1 28,12 9-62,-3-7 56,17 7 12,-3-8-34,7-1 0,-6-1-11,8-1 44,-13 0-33,5 0 28,-6 0-22,-8-1-40,4 0 46,-7 0 4,0 1 18,-2-4 0,1-2 10,0-5 46,-2-2-56,-1 1 83,-2-6-27,-1 7-12,0-3-33,-1 7-67,2 5-29,-1 2 40,1 8 0,4 7 5,2 14-11,5 10-39,1 7 6,-1-8-171,-3-6 0,1 0-440,8 12 84,-4-11 0,1-2-1260,18 12-1300,5-11-1787,4-16 466,-2-11 2923,-4-16 2337,-8-10 161,-10-1 3921,-6-25-1450,-8 8-982,-1-16-760,-5 13-527,-3 7-465,-1 10-381,0 9-263,4 7-89,1 8 38,9 9 7,8 6-1,12 7-6,11 0-16,5-3 17,4-7 5,0-5 23,-3-10 11,-5-8 5,-8-10-5,-12 2 207,2-16 146,-10 13 95,3-9 5,-8 14-414,-2 9-39,-3 7-17,-5 16-17,-4 14-5,-6 23-1,4-16 1,0 3-492,-2 7 1,0 4 151,0 7 1,1 4-1396,3-14 1,0 1-1,1 0 1729,1-3 0,1 0 0,0-2 0,0 3 0,1-5 0,0 10 0</inkml:trace>
  <inkml:trace contextRef="#ctx0" brushRef="#br0" timeOffset="72593">2143 9285 16208,'-38'10'1181,"-1"0"1,-9 14-806,63-18 195,36 4-397,-6-13-1268,3-3 1,5-4 1132,-1-3 1,4-2-36,-12 3 0,3-2 0,1 0 0,-3 1-4,-1 0 0,-3 1 0,3-2 18,3-1 0,4-1 1,-2-1-1,-8 4 77,-7 1 1,-4 1 245,19-7 1,-8-2 1005,-26 2-1196,-21-7 296,-30-2-313,-5 9 1,-3 0-26,12 5 1,0 1 54,-15-5 0,2 1 441,3-1 1030,3-1-1478,19 8-420,13 5 201,9 5 45,13 10 34,16 9-12,0 2 1,2 2-9,-1 0 1,0 2-43,11 14 0,-2 2 122,-18-16 0,-4 1-601,4 14 1,-6 0-744,-9 1-3649,-7 2 1,-2-1 2675,-4-4 1,-2 12 0,4-41-1</inkml:trace>
  <inkml:trace contextRef="#ctx0" brushRef="#br0" timeOffset="73044">4450 9064 17904,'-7'-11'1435,"1"3"-677,-32-7 1,-12 3-272,19 8 1,-3 1-949,-11-6 1,-8-2 0,5 5 656,-4 8 0,5 3-140,8-2 0,1 2 133,-2 3 1,5 3-196,-3 9 391,4 10-396,20 4-11,25 16 22,2-15 0,3-9 0,6-1 19,11 0 1,2-2-3,16 12 231,-5-10 1,2-4-272,11-2 318,-1-1-363,-2-1 7,-29-5 128,-12 3 56,-30 5-39,-34 6-59,10-10 1,-3-1-19,5-2 0,-3 1 9,-3-2 1,-4 1 0,3-2-6,0 0 1,0 0-4,-19 3 1,4-1-138,4-2-1053,19-5-218,34-6 1400,21 1 0,-12 0 0,12-1 0</inkml:trace>
  <inkml:trace contextRef="#ctx0" brushRef="#br0" timeOffset="73243">4807 9312 24172,'-29'21'-112,"5"7"-885,14 17-3579,5 6 4576,7-8 0,-1-15 0,2-13 0</inkml:trace>
  <inkml:trace contextRef="#ctx0" brushRef="#br0" timeOffset="73417">4912 9081 12662,'-1'7'0,"0"-2"0</inkml:trace>
  <inkml:trace contextRef="#ctx0" brushRef="#br0" timeOffset="73967">5278 9412 22856,'-2'33'51,"0"-1"-40,3-7-28,0-5 73,-1-8 258,1-6 1035,-1-4-1002,-2-11-207,-2-3-22,-4-13 0,0-5-56,3-2-91,6 1-27,8 5 0,12 6 28,1 8-33,39 5 49,-9 8-236,-13 2 1,1 4 210,-8 1 1,-2 3-31,23 18 5,-15 5 12,-14 2 39,-12 1 5,-12-4 0,-6-5 152,-2-9 269,2-10-56,4-11 203,2-11-472,-1-10-12,1-9-44,6-4-34,7 2-17,8 5 6,6 8-23,5 10 1,6 6-18,5 11-111,5 9-191,1 15-620,-3 9-287,-8 11-1295,-10 4-2850,-5 6 5405,-8-9 0,-5-20 0,-5-13 0</inkml:trace>
  <inkml:trace contextRef="#ctx0" brushRef="#br0" timeOffset="74409">6438 9794 15289,'5'-4'7651,"-1"0"-6150,-4 4-1092,0 0-420,35-14 33,-23 31-28,26 0 6,-32 41 20,-4-23 0,-1 2-496,-3 7 1,-3 1 427,-2 6 1,-2 1-60,-3 4 1,-2-2-37,1-1 0,-1-3-104,3-8 1,0-5 296,-2 10 90,6-30-123,3-30-6,-3-25-3,2 7 1,0-3-436,-3-10 0,0-2 421,-2-9 0,2-1 20,-1-6 0,2-2-1,2 21 0,1-2 1,2 1-233,0 0 1,1 0 0,2 1 229,3-20 1,4 1-10,2 3 1,4 2-107,4 5 0,4 2 84,1 5 1,4 4-18,2 5 1,3 5-1,0 6 1,3 4-20,0 6 0,2 5-65,4 9 1,0 6 25,-9 7 0,-2 5 36,-2 0 0,-4 5-84,-8 10 1,-8 5-4,-7-3 1,-7 2-9,-7 11 0,-7 0-526,-11 2 1,-6-3 553,6-15 1,-2-3 0,-2-1 31,-1-2 1,-1-2 0,0-2-334,-15 5 0,2-5-1881,7-6 1,4-5 2307,-14-2 0,26-8 0,17-3 0</inkml:trace>
  <inkml:trace contextRef="#ctx0" brushRef="#br0" timeOffset="75125">7045 9697 25780,'31'-54'125,"0"1"0,-2 1 0,-3-1-86,-11 11 0,-2-3 1,-1 4-2859,1-1 0,-2 1 2830,3-18 0,-3 0 6,-5 20 0,-3 2 506,0 2 1,-1 1-505,1-6 1,-2 3 973,-5-17-892,-1 22-330,-4 19 145,4 12 3260,2 10-3143,0 24-10,-2 20-37,1-12 0,1 4 17,-1 7 1,1 5-21,1-6 0,1 4 0,1-4-784,-2 5 0,3-1 610,1-4 1,2 2 0,2-5-323,5-7 1,4-3-410,4 5 1,5-2 19,3-11 0,3-5 3,3-8 0,3-6 224,2-6 0,2-7 420,2-5 0,0-6 322,1-4 1,-2-5 214,-1-5 1,-3-2 303,-4-2 0,-3-2 800,-2-4 0,-5 1-479,4-12 499,-9 1-572,-21 31-22,-8 3-767,-4 8 1445,-5 9-1501,6 6 449,3 3-427,6 7 12,11-1 89,20 7-62,11-9 0,19-4-5,-13-12 202,12-20-147,-31 3 18,8-27 11,-29-9-90,-10-4-17,-6 3 23,-14 14-11,-2 18-17,-9 3-17,-3 10 5,-6 24-16,7 10-6,4 11 8,20-10 1,2 3-262,-5 30 197,8-9 0,3 3-927,3-6 0,4 0-642,7 10 1,4-3-642,0-19 1,3-3 1686,7 3 1,2-6-1,-4-7 1,1-2 0</inkml:trace>
  <inkml:trace contextRef="#ctx0" brushRef="#br0" timeOffset="75893">2264 11594 18128,'-58'4'1193,"0"1"0,7-2 0,10 0-941,25-4-291,20 1 112,23 0-6,33-2-44,3 0-789,-16 0 0,7-2 0,-2-1 758,-9 1 0,-2 0 1,3-1 0,2 1 0,3-1 0,0-1 0,-3 1 8,4-1 1,-3-1 0,-2 1 109,12-3 1,-6 0 50,-14 2 1,-7 0 67,-2-6-264,-36 0 68,-29-2 139,-23-1-133,26 6 0,0-1 234,2 1 1,3-2 1820,-12-12-1854,20 2 338,16 2-528,13 6-34,13 5-6,28 10-17,-9 6 45,-5 3 0,-1 5-50,8 20-15,-20-9 1,-4 4-185,-6 6 0,-7 4-2078,-9 6 1,-6 1 2287,-4-1 0,-1-3 0,2-12 0,0-4 0,-5 7 0</inkml:trace>
  <inkml:trace contextRef="#ctx0" brushRef="#br0" timeOffset="81517">4821 11585 18196,'-17'-51'1250,"0"0"1,1 4 0,-3 7-707,-15 4-185,-2 8-169,-4 11-95,-4 15-22,-5 20-706,19 1 0,-1 4 647,-4 9 0,0 4 2,-5 8 1,2 2-30,11-12 0,2 0 0,1 1-7,-9 16 1,4-1 13,7-6 1,6-1 185,7-10 0,6-3-79,18 8 11,18-24-23,4-26 1,2-9-440,-9 6 1,-1-3 369,6-8 1,2-5 0,-3-1 40,6-7 1,-2-3 3,-2-2 1,2-5-1,-4 3-71,2-3 0,-4-1 34,-6 3 0,-1-3 0,-4 2 8,-5 0 1,-4 0 6,-1 5 0,0-2 0,-1 3-18,-1 0 0,-2 3 73,0-3 0,-2 5 126,-4 14-190,0 4-275,-2 12-5,0 15 251,-6 16 46,-7 29-168,5-13 0,-1 4 122,-2 11 1,1 3-10,4-15 1,0 0-1,1 1-6,1 0 1,1 1 0,2 0-1,1-2 1,2 0 0,2-2-25,5 16 1,4-3 10,5-7 1,4-4 429,3-8 0,4-5-441,1-9 1,3-4-18,2-8 1,1-5-1,2-9 1,1-7 22,12-13 0,-2-5-289,-14 8 1,-1-3 330,13-16 0,-2-2 8,-19 14 1,-3-1-9,4-6 0,-1-1 39,-7 4 0,-3 1 1093,3-21-962,-20 12-156,-15 21-16,-17 15 16,2 12-28,-17 20-28,11 6-136,15-11 0,1 2 102,-13 27 40,15 0 44,11-4-16,16-7 687,9-7-659,13-13-12,9-11-22,10-17 0,5-16 19,-25 7 1,0-3-1596,-1-7 1,-1 0 1642,7-9-1773,-7-14 1812,-21 34 84,-2-4-117,-4 16-134,-1 2-7,-3 7 2298,-7 17-2247,3-3 3364,-6 19-3364,11-12 28,4 3-16,12-6 27,8-7-11,13-8-11,10-17-11,10-13 0,-24 3 0,0-3-122,1-3 1,0-3 146,3-10 0,-2-4 17,-5 2 0,-2 0-9,-2 0 1,-2-1-7,-3-4 1,-1 1-378,-3 6 0,-1 1 409,4-7 0,-1 1 25,-1 7 0,0 3 106,6-10-235,-9 23-22,-6 14-57,-8 14 362,-3 14-213,-3 15 0,-1 3-25,-2 14-224,0 0 1,2 0 228,4-3-28,2-6 1,1 1-415,2 9-27,1-12 1,2 8 0,2-5-302,1-5 1,1-1 240,0 16 0,2-2-2400,12 3-437,-7-32 482,0-5 678,-9-30 2251,-5-4 980,-11-27 1037,-6 3 453,-6-10-341,-1 2 626,2 7-1601,1 7 153,1 7-315,1 5-795,7 9-18,4 3-442,11 5 168,4 2-11,38-1 5,-9 1-22,7 1 0,3-1-37,-8 1 1,1-1-380,8 0 1,2 0 353,-5-1 1,1-1-7,0-2 1,-1-1 168,18-6 61,-11-2 214,-23 0 498,-17-2-605,-4 6 72,-10-3-117,-9 11 51,-20 14-113,6-1-16,-12 13 741,5 5-781,-1 12-28,7-6-16,7 13 22,19-32 123,17 7-50,-2-19 129,36-18-85,-9-11-2,-10 3 0,-1-1 58,10-15 236,-2-8 67,-17 10 270,-3-9-270,-9 16-180,-5 8-234,-3 16-112,-1 5-79,-2 7 90,-6 12 39,-6 16-82,4-5 1,1 2-160,-4 16-1599,7 0 1,4 1 1839,7 4 0,-1 5 0,2-34 0</inkml:trace>
  <inkml:trace contextRef="#ctx0" brushRef="#br0" timeOffset="82500">8662 11557 16068,'12'-54'2238,"0"1"1,-2 3-1,-6 4-1146,-16-9-481,-13 12-314,-14 17-146,-12 15-95,-10 21-970,28 2 1,1 3 907,-19 17 9,22-5 0,1 3-15,8-3 1,2 2 11,-6 17 0,2 3-20,8-9 1,3 1 211,1 3 1,6-1-232,16 13 22,16-18 12,4-18 5,4-18 0,2-6 5,6-9 26,10-11 0,1-7-51,-22 8 1,-3-4 69,13-11 1,-3-3 7,-15 8 1,-4 0 22,-5 3 1,-4-1 109,2-20 38,-9 12-44,-6 14 779,-1 12-1048,-4 8 122,-1 16-27,-6 14-5,-5 20-17,-2 14 8,11-25 0,1-1 504,-2 19-523,7-16 0,3-1-23,7 5-95,14 17 89,-1-35-21,20-8 44,1-24 28,-12 1 0,1-4-343,3-4 0,0-4 360,0-1 0,-2-2 11,-3 0 0,-2 1 73,12-19 55,-14 13-21,-13 11-96,-7 11-67,-8 10 17,-8 11 719,-7 13-725,-5 13-11,4 5 5,7 0-10,11-4 22,11-6-12,10-8 12,13-11 33,11-10-5,7-18 11,3-12-211,-27 6 0,-2-3 219,-2-2 1,-2-3 58,11-27-71,-10-3 105,-10 4-12,-7 7 91,-9 5-343,2 18 6,-4 6-330,6 22-835,12 15 308,-2-2-2449,19 18 3435,5-12 0,-12-7 0,3-3 0</inkml:trace>
  <inkml:trace contextRef="#ctx0" brushRef="#br0" timeOffset="82725">9981 11224 18593,'16'-59'2072,"0"1"1,-3 7 0,-3 5-1115,-1 5-471,-7 18-498,-4 12-118,-4 18 112,-7 20 12,-9 23 2,8-14 0,0 3-740,-1 5 0,1 3 595,2 5 0,0 1-292,2 3 0,2 0-709,0 2 1,1 1-2088,3-12 1,1 0-1,0-2 648,0 0 0,2-1 2588,4 11 0,2-7 0,-2-24 0,7 2 0</inkml:trace>
  <inkml:trace contextRef="#ctx0" brushRef="#br0" timeOffset="83152">9939 11800 16863,'-18'-48'1960,"0"0"1,3 4-1,0 5-6282,-6-5 4541,10 17 1329,1 0-1615,16 12 804,16-5-950,25-2 47,-12 11 1,4 0-441,7 0 1,2-1 476,4 0 0,1 0 62,-2-1 0,0 0 1300,-4 0 0,-2 0-1183,-7 2 1,-3-1 168,14-4 178,-22 6-5,-19 7-190,-45 22 156,-16 13-322,23-14 1,0 2 480,-4 6 0,3 2-478,0 13 6,1 13-39,17-1 33,21-4 6,17-8-17,19-10-12,14-15-8,-26-14 1,1-3 38,1-4 1,-1-4 19,-1-5 1,-3-3 105,17-25 91,-16-12-40,-18-2-11,-17-1 22,-10 4-2747,-20 3 2563,9 22-18,-11 4-77,16 20-63,-6 10-380,5 12-2028,3 17 2515,6 2 0,7-12 0,4-9 0</inkml:trace>
  <inkml:trace contextRef="#ctx0" brushRef="#br0" timeOffset="84560">12374 11385 20985,'-11'-57'1249,"0"0"0,2 11 0,-5 6-1058,-16 10 16,-9 19-95,5 14-73,-22 19-45,19 1 14,7 8 1,4 3-3,5 3-231,4 0 1,4 1 213,7 16-6,7-21 0,7 1-42,20 8 1,8-2 27,-3-12 0,6-4 18,4-3 0,5-2 0,-3-5 18,-5-5 1,-1-4 19,14-1 1,-1-7 119,7-17-3149,-7-7 3083,-16-6 100,-21-4 22,-11 5 124,-5-12-112,-5 14 100,-3 6-257,-12 18 3342,6 10-3381,-24 17-17,15 0 0,2 5-12,-1 0 1,2 2-9,-1 7 1,4-1-3,2 10-46,18 1 12,13-18-16,15-1 16,14-12 50,19-19 45,-9-13-11,-4-7 34,-15-14 22,-16 2 0,-9 1 0,-2-1-23,0-7 31,-7 6 1,-4 3-37,0 14-17,-5-8 29,-1 17-91,3 7-122,-5 2 61,2 15-90,-4 11-5,2 4-499,0 13-582,8-4-661,12 6-3031,26-4-996,13-17 2504,6-7 655,9-22 2789,-16-7 3865,6-12 3623,-10-15-4205,-20 2-2079,-8 2 1255,-10-5-1468,-4 18-262,0-6-472,-1 15 96,0 9-588,0 4 502,0 10-250,3 11 28,-1 30-39,1 2-9,-3-16 0,0-1-8,-1 10 0,-2 10 22,3-29 73,1 4 61,6-26-38,7-17-18,9-14 18,5-12-6,3-5-51,-7 9 45,8-8-84,-10 20-16,5-2-79,4 14 39,-14 9-84,25 13-22,-17 6-79,13 16 85,-15-6-303,5 9-326,-1-8-329,12 3 257,-9-17 1,2-4 239,27 1 542,-22-11 0,-1-3 299,18-12 359,-9-10 224,-12-3 27,-13 0 35,-7 7-113,-9 7-509,-2 9-185,-3 5-118,-3 15 62,0 6 0,0 18-17,4 4-6,3-7-33,15 10 39,3-20 11,11 5 34,-3-20-17,-9-8 45,7-19-29,-8-7-27,8-18-17,-5-2-117,2 0-158,2 4 11,-4 12-1354,18 2-981,-14 18-3898,12 0 6497,-17 13 0,-10-2 0,-6 2 0</inkml:trace>
  <inkml:trace contextRef="#ctx0" brushRef="#br0" timeOffset="85310">14417 11596 24351,'47'0'218,"1"0"1,3-5 0,-7-5-29,-17-12 68,10-12-51,-16 3 118,-8-6-190,-7 12 89,-10-3-84,-6 17-84,-9 1 0,-3 5-12,-3 4-44,2 7 12,0 6-24,3 10 1,2 10 11,5 7-11,5 7 0,12 2-17,12 1-45,14-6 0,13-8 6,9-10 22,6-10 17,4-8 14,-25-10 0,-2-2 53,13-3 57,10-15-12,-28 0 0,4-9 28,-7-2 33,-2 3-55,-3 3-45,4 7-1,5 3-44,8 5 12,5 6-12,5 9 0,0 12 5,-6 12 1,-8 14-6,-10 7-11,-10 2-1,-2-2 24,0-6-35,7-8 23,7-10 23,12-10-23,11-14 8,-13-8 0,-1-4-2,16-8-114,-16-1 1,-3-4 129,1-23-331,-13 14 0,-3-4 331,-2-5 0,-4-3 12,-3-5 0,-2-1 38,-2-2 1,-3 1 16,-4 1 1,-2 1-3,-1 6 0,-2 3 30,-1 8 1,-2 3 117,-7-12-83,5 21-136,6 13-94,3 9 22,2 10 39,-1 18 12,0 28-229,2-14 1,-1 1 230,0-4 0,1 3-46,3 3 1,0 5 0,2-2-148,2 5 0,2 1-370,0-4 0,1 4 0,2-2-191,6 8 1,2-2-863,0-6 1,2-2 1618,0-5 0,-2-5 0,5 4 0,-9-15 0</inkml:trace>
  <inkml:trace contextRef="#ctx0" brushRef="#br0" timeOffset="85494">15880 11586 18660,'-5'-5'5327,"0"0"-4599,5 5-576,-27-66-136,41 40-50,-13-13 1,6 2-57,23 26 1,8 7-163,5-1 0,1 2-999,6 1 1,1 1 132,0 2 1,0 2-2126,-4 0 0,-3 2 3243,-8 0 0,-4 0 0,5 1 0,-21-2 0</inkml:trace>
  <inkml:trace contextRef="#ctx0" brushRef="#br0" timeOffset="85834">16498 11442 13273,'0'6'8154,"1"-2"-4222,-1-4-3864,-36 19 22,29-6 16,-19 17-33,43-12-11,12-4 5,8-5-39,3-6 28,-1-11 17,-4-8-23,-6-11 40,-9-7 22,-8-4 0,-10 1-6,-10 6 0,-10 7-22,-10 9-22,-20 9-62,14 7 11,-17 11-50,23 9 22,-1 14 6,11 13-107,11 13-484,12-24 0,4 0 216,4 3 0,6 0-402,8 1 1,6-1-664,7-2 1,5-3-1861,6-3 1,3-4 2792,-3-6 0,-3-4 1,-15-6-1,-3-3 1,6-1-1</inkml:trace>
  <inkml:trace contextRef="#ctx0" brushRef="#br0" timeOffset="86236">17398 11837 20109,'18'-44'1180,"-1"0"1,0-1-1,7-15 1,-9 3-716,-19 18 0,-5 5-314,-7-11-48,-6 21 1,-6 4 31,-24 9-436,16 6 0,-2 4 320,0 6 1,1 4-17,0 4 0,2 5-3,3 4 0,3 4-9,4 4 1,3 2-12,6 1 1,5 1-12,6-1 0,6 0-97,21 26 58,-1-33 0,4-5 16,7-3 1,4-5 30,3-4 1,1-5 42,2-7 0,0-5 185,-2-4 1,-2-6-111,1-15 0,-4-5-285,-11 11 0,-3-3 274,2-20 0,-4-3 16,-8 9 1,-3-2 19,2-14 1,0-4-420,-4 20 1,-1-1 0,0 0 425,0 1 0,-2 1 0,1 0 77,-1-15 0,-1 2-107,0 9 1,-2 4-98,0-7 0,-1 18 0,0 27 534,0 7-534,-2 18 0,1 16 0,0 5 0,1-7 0,-1 2-134,0 11 0,0 6 0,0 0 134,0-8 0,1-1 0,-1 3 0,0 12 0,1 3 0,-1 3-415,2-7 1,0 3-1,0 0 1,1-2-2044,0-9 0,0-2 1,1 0-1,0-1 1622,0 14 1,1-1 0,-1-10 0,4 6 0,-7-61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5:17:57.8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4124 2224 18554,'-4'-48'1318,"0"0"0,1 6 1,0 9-1162,0 21-163,2 13 118,2 18 17,2 21-42,-2 5 0,0 5-45,-1 0 0,-1 2-674,-1 4 0,-1 0 649,-2 4 0,-1 0 2,-1-12 1,0 0 2,-1 11 1,-1 0-6,0-6 0,-1-2-1473,1-1 0,-1-4 1478,-2 11 73,1-7 465,9-37 387,1-4-404,1-19 437,4-18-885,4-23-65,-1 16 1,2-2 1265,1-4 1,2-1-1280,2-2 0,0 1 2,1 4 1,1 1-44,-1 5 1,0 2 45,12-14-11,0 15 1,-1 15-3111,12 17 3105,-12 6 549,16 21-566,-8 18 11,-7-6-85,-9-8 0,-3 1 107,0 13-11,1 9-11,-2-6-16,-1-5 21,-4-19-38,6 4 33,-8-22 3250,6 4-3990,1-10-206,0-2-4913,14-9 5105,-7-1 0,-4 1 0,-6 3 0</inkml:trace>
  <inkml:trace contextRef="#ctx0" brushRef="#br0" timeOffset="465">4892 2943 15541,'-2'5'2783,"1"-1"1676,1-4-3988,24-81-1864,-14 47 1639,6-21 1,-1-4 139,-6 4-252,-5 5 1,-3-3-62,-2 5 0,-2-1-381,-2-10 1,-1 3 349,1 19 0,-2 3 70,0-1 0,-2 3 365,-12-17-399,8 15 572,-5 4-656,14 27-11,2 1-27,1 13 100,3 31-45,-2-3 160,2 3 0,-1 4-177,0 7 1,0 0 2,0-8 1,0 1-6,0-2 1,1 3-1,0-3-12,2 0 1,1 0-222,7 18 0,2 0-311,0-16 1,2-1-831,5 1 1,1-4-853,10 0 2234,7-5 0,-26-26 0,5 2 0</inkml:trace>
  <inkml:trace contextRef="#ctx0" brushRef="#br0" timeOffset="659">4781 2750 22582,'-20'-44'261,"1"-1"0,4 3 1,10 8-273,26 17-157,24-2-580,-11 11 0,4 2-1344,0 0 0,3 2 2092,14 1 0,-3 3 0,-2 1 0,-7 3 0</inkml:trace>
  <inkml:trace contextRef="#ctx0" brushRef="#br0" timeOffset="1026">5394 2892 15457,'-2'3'5338,"0"0"-1154,2-3-4011,19-33-50,-2-1-70,-1 0 1,1-3-9,-5 3 0,-1-2-17,-2-5 0,-1-2-1055,-1-5 0,0 1 1038,-2 9 0,-1-1-84,0-22 1,0 2 162,-2 0-54,-1 17 1,-2 4 47,-4 11 157,-6 11-174,1 8-50,-2 1-12,-3 27 6,2 14 1,-3 12-836,9 1 0,1 1 824,1 7 0,6-12 0,1 6 0,2-4-22,3-4 0,2 0 5,5 17 0,2-2-11,-4-21 0,3-3-109,3 3 0,3-3-729,1-6 0,0-2-2326,22 21-6639,-1-11 9292,-23-21 0,-10-8 0,-8-5 0</inkml:trace>
  <inkml:trace contextRef="#ctx0" brushRef="#br0" timeOffset="1175">5281 2762 22156,'42'-35'-1776,"1"1"1,0-1-1,-8 4 1,-1 2-1,-1 7 1776,6 11 0,-5 6 0,-5-1 0,-1 0 0</inkml:trace>
  <inkml:trace contextRef="#ctx0" brushRef="#br0" timeOffset="1675">6077 2552 26049,'-4'38'20,"-1"0"1,3 4-1,1 1-12,2 5 1,2 0-937,0 5 1,0 2 913,1 0 0,-1 0 6,2-2 0,-1-2 24,1-5 1,-1-2-26,0-3 1,-1-3 8,2 7 661,-3-5-364,-2-32 261,-4-7-524,0-10-6,-7-21-23,0-13-5,3 0 0,2-6-1182,0-11 0,2-2 1182,1 8 0,0 0 3,1 7 1,1-1 0,0 6-189,-1 9 0,1 1 182,-1-19 0,0-3 8,1 7 1,1 1-17,2 0 0,2 1 8,2-1 0,3 3-25,16-13-5,-4 21-29,17 5 29,-9 20-18,17 10 1,-5 21-1,-2 19 40,-12 15 19,-17-23 1,-6 0 1380,-8 2 1,-5 0-1396,-7-1 1,-5-2-4,-7-1 1,-5-3-107,-4-1 0,0-4-132,6-4 1,0-3-1883,-6-1 1,1-3 2128,-6-2 0,6-2 0,19-7 0</inkml:trace>
  <inkml:trace contextRef="#ctx0" brushRef="#br0" timeOffset="3250">21248 2989 20554,'-3'-48'832,"-1"1"1,0-2 0,2 1-489,3 13 1,2 1-1570,-2-6 1,1-1 1258,1-1 0,0-2 14,0 3 1,-1-4-1,1 4-31,-1 6 0,1-1-1,0-8 1,0-5 0,1 3 47,2-7 1,-1 1 22,0 4 0,0 0 19,0 2 0,0 5 881,-1 0-948,-2 18 383,-2 14-433,1 23 22,0 15-5,0 11-4,-5 8 1,-2 7-747,-1-6 0,0 0 755,-3 11 1,0 3 1,1-18 0,-1 2 0,1-1-540,1 1 0,0 0 1,0 0 533,1-1 1,0-1-1,1 1-2,0 2 1,1 0 0,1-5-12,2-6 1,1-3 19,1 4 0,0-4 8,0-2 163,0 4 107,1-28 1012,4-22-1248,6-18-39,1-5-1,3-5 1,3-2-9,-1 9 1,0-1 1277,8-15 0,3 0-1286,-4 12 0,1 3 5,-1 6 1,0 3 11,18-10-23,-6 18-11,1 12 23,4 17-6,6 10-296,1 15 296,-24-14 0,-1 3 0,-1 1 0,-2 1 0,-2 1 0,0 1-6,15 21-24,-4-8 36,2-10-6,-1-12 22,-5-9 814,19-22-763,-10-11-51,-8 1 1,-1-4-308,-4-6 0,-2-4 318,-1-7 1,-2-2-34,-4 7 0,-1-2 20,-3-4 1,0-3 0,-1 2-5,-2-2 1,-1 0-8,0 3 1,0-1-1,-1 2 8,-3-2 0,-2 4 2,-1 6 1,-3 2 364,-7-16-322,-1 18-47,3 15-54,4 13 34,2 19 5,-3 20-12,1 25 6,3-21 1,1 2-174,0 6 0,2 1 170,3 4 1,1-2 16,-2-10 1,3 1-39,5 2 0,2 3 0,0-4-23,2-4 0,0-2-23,4 16 1,2-2-250,-3-20 0,1-4-1216,9 8-2066,3 0-6224,-6-15 9120,-10-11 0,-6-6 0,-6-3 0</inkml:trace>
  <inkml:trace contextRef="#ctx0" brushRef="#br0" timeOffset="3417">22011 2564 22324,'2'-46'125,"0"0"0,5 4 0,9 9-156,20 21 1,7 8-1086,3-1 0,2 2 233,5 1 1,0 1-2535,1 5 1,-2 1 3416,-7-1 0,-3 2 0,9 3 0,-26-2 0</inkml:trace>
  <inkml:trace contextRef="#ctx0" brushRef="#br0" timeOffset="3799">22708 2716 25247,'19'-48'118,"0"1"0,-1 0 0,-1 1-82,-4 10 1,-1 0-1368,0-7 0,-3 0 1351,-2 7 0,-2-1 5,0-21 0,-2-1 20,-4 21 1,-1 1-10,-1-16 0,-4 2-2,-1 17 0,-2 4 643,-14-17-599,0 15-44,4 15-34,5 16 1357,3 18-1346,3 17-11,0 20 9,5-19 1,2 2-5,0 6 1,1 1-17,0 6 0,0 2-9,2 2 0,2 0-16,1 1 0,2 0-500,2-2 0,3-2 177,2-3 0,3-2-380,2-5 0,2-2-532,0-6 1,2-3-3664,20 14 4934,-4-19 0,-17-14 0,-7-9 0</inkml:trace>
  <inkml:trace contextRef="#ctx0" brushRef="#br0" timeOffset="4408">22779 2596 18195,'-34'-26'932,"-1"0"1,1 0 0,-11-9 0,9 4-765,23 10 62,21 4-258,25 4-42,-2 7 0,4 2-864,12 1 0,2 0 687,9 2 1,0 0-104,3 1 0,-1 1-511,-3-1 0,-3 1-91,-6 0 0,-2 1 155,-8-1 0,-2 0 500,16 0 823,-19-1 908,-20-5 397,-11 2-139,-11-5 758,1 4-1520,0 1-173,4 1-516,3 2-29,1 6 57,-1 6-28,0 13-62,1 13-72,0 14-77,0-21 1,1 2-264,0 3 0,0 1 263,2 1 1,-1 1 5,2 0 1,0 0-1616,2 5 1,0-3 1595,3 15-3,-2-23 0,-2-2 2,2-3 91,-2-2 369,-2-14-380,-3-13 343,-7-19-417,-7-15-25,1 7 0,-2-2 0,-2-7 1,-1-2 1134,-1-6 0,1-1-1132,2-5 0,2 0-3,3-1 0,4-1-1490,8-5 0,4 1 1498,-1 19 1,2 2-4,8-8 1,4 4-159,14-2 123,11-2-18,7 13 29,4 11-9,-18 16 0,-1 3 3,12 3 2,-15 6 1,-3 4-19,-4 17 27,-3 14 6,-23 7 16,-27 1-2,4-26 0,-5-2-12,-6-1 1,-2-3 5,-1-2 0,-1-4-73,3-2 1,3-2-899,-19 1-3109,25-11 4083,23-5 0,6 0 0,5 1 0</inkml:trace>
  <inkml:trace contextRef="#ctx0" brushRef="#br0" timeOffset="4759">24234 2178 18414,'-6'-2'4095,"2"0"-3804,4 2 56,-65-10-128,40 10-57,-14-3 1,2 4-29,24 10-56,4 3 118,7 4 12,10 2-68,11 7-96,4-5 1,3 0-34,13 11 0,-5-6 1,0 0-283,12 13 279,-20-15 1,-2 1-4,11 18 7,-20-5 55,-33-5-50,-3-15-57,-32 0-368,8-16-953,-9-5-6386,0-19 7747,20 0 0,9-1 0,19 12 0</inkml:trace>
  <inkml:trace contextRef="#ctx0" brushRef="#br0" timeOffset="4892">24017 2277 23321,'-33'39'-1602,"3"14"1602,23-11 0,1-7 0,1-14 0</inkml:trace>
  <inkml:trace contextRef="#ctx0" brushRef="#br0" timeOffset="6983">3643 3544 13429,'-46'-6'461,"0"0"0,3 0 1,13 2-160,27 3-240,13 0 409,20 0-197,1 0 0,7 0-56,20 0 1,6-1-1088,-7 1 0,4 0 1,3-1 924,-6 1 0,3 0 0,0 0 0,-1 0-30,-7 0 1,-3 0-1,2 1 1,7-1 11,-10 1 1,6 1-1,4-1 1,1 0-1,1 1 1,-2 0-1,-4-1 1,-5 1-651,7 0 0,-6 0 1,0 0-1,6 0 592,-7 0 0,5 1 1,4-1-1,1 1 1,1-1-1,-2 1 1,-4 0-1,-6 0-17,12 0 1,-8 1 0,-1 0 0,3 0 28,-4-1 0,2 1 0,0 0 0,0 0 0,-2-1-243,7 1 0,-1 0 0,-1 0 0,-2-1 253,10 1 0,-2 0 0,-2-1-163,-10 0 0,-1-1 0,-3 1 161,7-1 0,-5 0 1398,9 1-1269,-43 0-39,-52 3-74,-4-1 1,-7 0 322,2-1 1,-4 1 0,-3-1-335,4-1 1,-2 1 0,-2 0-1,-2-1-188,5 1 1,-1-1 0,-2 0 0,-1 0 0,0 0 185,-6 1 0,0-1 1,-2 1-1,0-1 1,-1 1-186,8-1 1,-1 1 0,0 0 0,0-1 0,0 1 0,-1 0 198,0 0 1,-1 0 0,1-1 0,-1 1 0,1 0 0,0 0-142,2 0 1,0 0-1,1 0 1,0 1-1,0-1 1,2-1 183,-6 1 1,1 0-1,0 0 1,2 0-1,2 0 21,-4-1 0,2 1 1,2-1-1,3 0 18,-2 0 0,3 0 0,4-1 440,1 0 1,6 0-14,-1-1 1362,27-3-1762,23-2 120,45-11-128,-11 7 1,5-1 472,5-1 0,6 0-538,-16 5 1,3-1 0,2 0 0,3 1-33,1 0 0,3 0 1,2 1-1,0-1 1,-3 1-80,4-1 0,-2 0 0,1 1 0,5 0 24,-6 0 0,5 0 1,2 0-1,1 1 0,-3 0 1,-4 1-763,6 0 0,-3 1 1,-2 0-1,4 0 785,-11 1 0,3-1 0,2 1 0,-1 0 1,-4 0-1,-3 0 0,13 0 0,-5 0 1,-2 0-1,-8 1 0,0 0 0,1 0 1</inkml:trace>
  <inkml:trace contextRef="#ctx0" brushRef="#br0" timeOffset="7950">22181 3422 6064,'-59'9'-65,"0"0"0,0 0 0,2-2 0,1 1 0,1-2 65,6-1 0,2-1 0,0-1 184,0 0 1,1-1-1,-1-1 675,1-1 0,0 0 0,1-1 9,-17-1 1,2-1-192,7-1 1,5 0-390,14 1 1,3-1 2196,-18-7-2037,38 3 106,16-5-369,17 4 221,19-1 0,9 2-176,-3 2 0,4 1-687,2 0 0,4 0 0,0 1 539,2 0 0,0 2 1,1 0-424,-9 1 0,1 0 0,0 0 0,-2 0 365,7 0 1,-2 1-1,5-1 18,-3 0 1,5 1 0,3 0-1,-3 0 1,-5 0-441,0-1 1,-6 1 0,9 0 417,-10 0 1,7-1 0,4 1 0,2 0 0,0 0 0,-3 0-1,-5 0-360,11 0 0,-5 0 1,-1 0-1,4-1 341,-7 1 1,3 0 0,2 0 0,0 0 0,-2 0 0,-3 0-66,-1 0 0,-1 1 0,-2-1 0,-2 1 1,-1-1 61,14 1 0,-3-1 0,0 1 285,0 1 1,0 0 0,-4 0-315,6 0 1,-5 0 323,-7 0 1,-4 0-602,14 2 2384,-78-1-2120,-21 0-12,-13-1 0,-12-2 21,16 0 1,-5 0-1,-1-1 1,-2 0 25,-4 0 1,-1-1 0,-3 1-1,-2-1-268,12 0 1,-3 0 0,-1 1 0,0-1 0,0 0 0,0 0 273,-6-1 1,-1 0 0,1 0 0,0 0-1,-1 0 9,9 1 1,0-1 0,0 1-1,-1 0 1,0 0 0,0 0-238,1 0 1,-1 0 0,-1 0-1,1 1 1,1-1 0,-1 0 251,2 1 0,0 0 1,0-1-1,1 1 1,-1 0-1,2 0 7,-9-1 0,2 1 0,-1 0 0,2 0 0,0 0 1,-7 0 1,0 0-1,3 1 1,0-1-120,9 0 1,1 1 0,1-1 0,3 1 104,-5 0 0,3 0 0,4-1 565,-5 1 0,7 0-434,-2 0 1879,48 0-1952,47-4-20,0 1 0,8 1 396,-6-1 0,5 0 0,2 1-426,-5 0 1,3 1 0,1-1 0,1 2-342,-5-1 1,1 2 0,1-1 0,1 1 0,0 0 335,5 0 0,1 1 0,1-1 0,0 1 0,1 0-287,-9 0 1,0 0 0,1 0 0,0 1-1,0-1 1,0 0 282,1 0 0,-1 1 0,1-1 0,0 0 0,0 1 0,-1-1-202,-1-1 1,1 1 0,-2 0-1,1 0 1,-1-1 0,0 1 192,7-1 1,0 0 0,-1 1-1,-1-1 1,-1 0-10,-4-1 1,-1 1 0,0-1-1,-2 1 1,-1-1-60,6 0 0,-1 0 0,-1 0 0,-2-1-765,8 1 1,-3 0-1,-3 0 828,9-1 0,-8 0 0,-20 1 0,-6 0 0,-1 0 0</inkml:trace>
  <inkml:trace contextRef="#ctx0" brushRef="#br0" timeOffset="36567">4415 4934 18369,'-2'-44'1430,"1"-1"1,0 4-1,1 10-920,1 21-387,0 5-95,1 5 45,6 24 0,1 16-51,1 11-333,-5-11 0,-2 2 347,-3 1 1,-1 2-1,-3 13 1,-2 4-15,-1-13 0,-2 1 1,0-1-1245,-4 11 0,-1-3 1227,0-4 1,1-3 5,3-12 1,1-4 10,-1 9 12,2 1 212,5-19 426,2-14 432,4-17-886,4-15 2562,8-18-2702,-2 7 1,2-1-43,-2 3 1,2 1-122,2-5 0,1 2 119,13-14-23,-8 16-11,7 3 0,-1 14-22,26 8 10,-4 17 6,-19 1 1,-2 3-6,10 14-17,0 18-95,-14-4-135,-12-15 0,1 2-949,0 4 0,2 0-2338,13 18 595,2-8 2950,11-22 0,-28-17 0,9 0 0</inkml:trace>
  <inkml:trace contextRef="#ctx0" brushRef="#br0" timeOffset="36925">5208 5578 18436,'-8'-46'1071,"0"-1"1,2 6 0,0 9 217,0 22-1144,3 6 241,2 4-375,4 13 205,1-2-216,15 27 653,-7-19-658,23 23-23,-14-21 11,12 3 6,-7-14 11,4-12 5,-5-5 18,11-13 44,-3-12 56,-2-2 96,-4-7 100,-16 11 90,-5 6-218,-4 9 61,-3 6-241,-2 10 0,-6 14-5,-7 15 22,-7 21-28,0-3-596,5 2 1,1 3 567,4-8 0,1 2-219,1 0 0,-1 4 1,2-2-241,0 3 0,3 2-2790,4-3 0,1 5 0,3-7 3035,4-8 0,1-3 1,-2 10-1,2-6 1,5-17-1</inkml:trace>
  <inkml:trace contextRef="#ctx0" brushRef="#br0" timeOffset="37402">5824 5793 20112,'4'-55'1487,"1"-1"1,-2 8 0,0 9-1185,-1 20-258,-2 13-51,2 19 40,-1 20 44,1 26-47,-4-17 0,-1 3-615,-3 7 1,-1 3 591,-3 4 0,-1 1-2,-2 0 0,1-1-12,1-5 0,1-4 0,3-13 1,1-3-12,1 25 23,8-39 0,3-8 10,6-32 1,1-24-9,-6 11 1,0-3-123,-1-9 1,-1-2 113,0-5 0,0-2-13,-1-3 0,1 0 10,0 3 1,2 0 16,-2 4 0,2 1-25,0 5 0,0 2 11,1 5 0,1 1 8,3 4 1,2 1-9,3 3 0,3 3-183,3 1 0,3 4 169,1 2 0,2 4-42,25-4 234,-5 22-211,-13 17 27,-14 22-5,-20 11 369,-11-22 1,-6-2-345,-6 3 0,-5-2-9,-7 0 1,-3-3 8,-1-2 0,-1-2 0,3-5 0,0-4-182,-16 4-946,22-16-2566,24-15-1564,13-5 5244,14-8 0,-11 14 0,2 1 0</inkml:trace>
  <inkml:trace contextRef="#ctx0" brushRef="#br0" timeOffset="37991">6617 5500 17260,'-3'2'5025,"0"0"-3916,3-2-773,-35 63-34,34-35-173,-14 10 0,6-1 140,29-16 55,2-8 18,2-6 0,6-17-286,-10 0 79,8-22-23,-13-1-45,1-14-17,-7-6-11,-5 1-16,-5 12 22,-7-3-12,-3 23-10,-9-2-18,-1 17-10,-2 11 10,-1 8 6,0 12-16,3 11-6,3 9 5,6 8 6,5 7 0,8-29 0,2-1 11,9 31-5,11-6-12,9-12 34,4-12 6,0-14-17,-1-15 16,-3-16-16,0-11-11,-3-12 33,-3-9-22,-4-6 5,0-2 0,1 1 18,3 5 16,2 8 11,2 8 11,3 7-39,3 6-11,2 7-11,0 9-11,-2 11 5,-3 10-11,-5 14-6,-10 11-16,-10 13-157,-9-25 0,-4 0-1206,-1 3 1,-2 0 1384,-3 4 0,0-4 0,-3 6 0,4-7 0</inkml:trace>
  <inkml:trace contextRef="#ctx0" brushRef="#br0" timeOffset="38484">8079 5357 18599,'0'-63'1775,"0"1"1,-1 7 0,-2 5-757,-4-11-458,-5 23-371,2 19-201,3 14 11,3 19 0,-1 23-3,0-7 0,0 4-297,-2 11 1,-1 4 293,0-2 1,-2 4-1,1-2-447,-1 4 1,0 2 377,0-3 0,-1 5 1,1-4-305,1-1 1,2-1-448,-1 8 0,3 1-2454,3-5 1,1-4-1637,1-18 1,1-3 3967,2 15 1,-3-33-1,0-10 1</inkml:trace>
  <inkml:trace contextRef="#ctx0" brushRef="#br0" timeOffset="39634">7833 5791 13497,'-2'-7'7091,"0"2"-5456,2 5-571,-21-62-487,16 42-563,-8-14 0,7 5 9,15 24-12,11 4 6,20 2-23,21 4-1002,-11-2 1,0 1 982,-13-2 0,0 1-28,15 0 0,0-2-310,5-6 360,-24 1 1,0-2 35,25-20 57,-21-1-34,-11-1 73,-18 0 67,-7 6 89,-5-2 1934,-6 6-1822,-11 5 120,-1 10-478,-1 4 7,0 11-29,7 10-6,-2 10-22,5 10 11,6 5 11,5-2 0,10-5 0,4-11 17,5-10 67,3-12-22,-4-15-39,-2-3 33,-2-20-11,-4 0 39,0-22 0,-4 6-44,-2 5 89,-5 10-17,-2 15-56,-7-1-16,-13 11-46,5 8 6,-18 14 6,7 11-11,-7 14-12,5 9-289,10 4 323,12 3-62,16-23 1,7-1-269,20 18-12,12-7-160,-11-29 1,3-4-477,-3-5 0,2-2 331,9 0 0,3-3-37,10-7 1,-1-4 478,-10 0 1,-1-3 184,6-5 1,-4-2 86,7-8 342,-2-7 592,-18 1 1,-4 1-10,-9 2-600,-15 19 179,-4 5-274,-7 8-49,-5 6-264,-10 13 726,-10 14-727,-5 11-22,5-5 5,7-5 1,1 1-1,5-7 0,0 0-888,-7 13 0,-1 0 805,-9 12-163,13-21 0,1-5 263,2-6 11,-7-1 6,20-50 17,8-14-26,2 6 1,2 0-429,10-23 482,-4 21 0,2 1 28,-1 10 0,0 0 81,6-7 0,0 1-87,6-7 1720,5 5-1792,-19 30 368,3 2-385,8 25-17,-9-2 30,3 11 1,-1 4-14,4 16-131,-6-13 1,0 0 135,10 21 537,-5-17-559,8-2 39,7-17-17,-5-5 28,31-16-39,-17-18-321,8-7 360,-26 5 0,-2-5 14,-2-9 0,-2-3-17,1-4 1,-1-1-429,2-13 1,-3 0 430,-5 5 0,-2 3-11,-2 9 0,-2 0 89,0-13 1,-2 2 156,-1-9-143,-4 19 1,0 3 109,-4-2-73,-2 15-112,2 14 214,0 5-349,1 11 948,-2 16-881,-6 26-13,3-13 0,0 3-198,-1 10 0,-1 2 206,0 5 1,2 0-4,1-11 1,1 2-172,4-4 1,1 3-1,3-4-341,4-2 0,4-2-502,3 15 1,6-2-1510,2-21 1,3-4 2542,20 9 0,-16-19 0,-13-10 0</inkml:trace>
  <inkml:trace contextRef="#ctx0" brushRef="#br0" timeOffset="39817">9381 5659 26788,'30'-40'-806,"15"8"-446,-6 30 0,3 6-1266,-8-2 1,0-1 2517,3 2 0,-4 1 0,-8-1 0,-2 0 0</inkml:trace>
  <inkml:trace contextRef="#ctx0" brushRef="#br0" timeOffset="41070">10781 5828 15759,'5'-62'1045,"-1"1"1,1-1 0,-1 0-1,0 12 1,-2 4 0,1 0-1342,1-8 0,1 0 0,-3 10 1242,-2 0 221,-2 14-988,0 5 77,0 18-250,0 25 27,2 25-19,0-7 0,0 4-575,1 12 1,-2 4 562,1-13 0,-1 2 0,0 1-17,0 4 0,-1 0 0,-1 2-123,0 2 0,-1 0 0,0 0-379,0 1 0,-1-1 0,1-1-787,-1-3 1,1-1-1,0-1 1304,1-3 0,0-1 0,1-5 0,-1-3 0,2-5 0,0 14 0</inkml:trace>
  <inkml:trace contextRef="#ctx0" brushRef="#br0" timeOffset="42230">10643 5908 19210,'-12'-50'1165,"1"0"0,2 8 0,7 4-1003,20-1-106,16 12-33,18 3-29,-18 12 1,2 2-829,6 0 1,2 0 715,2 1 0,1 1-89,0 1 0,-2 1 66,-11 2 1,-1 0-148,3 0 0,-3 1 142,-4-2-2635,0 1 2865,-27 2 342,-14 0 258,-8 0 931,-6-2-489,1-1-857,10 1 112,5 0-303,10 4 3320,15 10-3387,20 17-11,2 1-12,0 3 1,0 3 17,-12-9 0,-2-1-333,7 5 0,-2 1 319,-5 0-1,-4-1-13,-1 18 5,-7 9 34,-36-6-11,-9-20 5,-11-10 34,1-22 39,19-21-68,6 2 1,15-23 6,38 0-18,-4 7 110,2 11 1,5 3-139,-8 9 1,1 1-34,17-6 0,2 1-23,-6 4 1,0 1-822,10-1 0,-3 2 849,-16 4 1,-1 1 5,8 0 0,-1 0 28,17-3 76,-24 4 0,-2 0 19,4-1 46,-16-4 227,-27 4-334,-3-1 1648,-15 2-1632,-2 5 1,-12 7-1,-11 16-27,11 7-12,5 3-5,13 5 0,15-5-17,5 14 45,11-11-23,11-2 12,0-19 33,10-8 0,3-20-11,-5 2 84,14-31-5,-24 11-40,4-7-3139,-11-2 3206,-7 22 174,1-9-56,-4 19-174,0 2-212,-1 4 33,0 3-22,0 7 168,2 18-62,1 6 3235,3 15-3873,2-2 55,-1-8-1662,11 12 1595,-6-26-487,26 8 1042,-17-27 191,25-11 335,-14-13 784,9-18-250,-13 2-64,-4-7-172,-14 13-186,-3 5-313,-2 8 151,-1 5-190,-2 8-303,-1 1 23,2 8 111,2 8 23,4 10-11,1 2 6,0 14-23,-5 4 16,-1 0-27,-3-2 90,-1-22 38,0-9 415,1-10-431,3-12-79,4-10 62,4-14-28,7-3-33,-3 8 22,19-8-23,-10 19-16,13-6-29,-9 16 6,0 10-11,-8 5-16,3 14-175,-3 20-537,-2 10-244,-9-16 0,-2 2-3791,-2-1 1,-1 0 4790,3 24 0,-3-21 0,-1-16 0</inkml:trace>
  <inkml:trace contextRef="#ctx0" brushRef="#br0" timeOffset="42482">13395 5775 20181,'1'-58'1148,"-1"0"0,-1 6 1,-2 9-735,-5 12 938,-2 14-1341,5 9 318,-3 18-318,-2 19-5,-7 31-15,7-17 1,-1 3-511,-1 13 1,1 3 516,3-15 0,2 1 1,0-1-5,-2 13 1,1 2-197,4-15 0,1 5 1,0 0-1,0-4-588,1 1 0,0-3 1,0 4-1491,-1 0 0,1 3 0,-1 1 0,0-5 2280,-1-1 0,1-2 0,-1-5 0,0 2 0,0-5 0,-3 3 0</inkml:trace>
  <inkml:trace contextRef="#ctx0" brushRef="#br0" timeOffset="42630">12981 6812 13862,'26'-50'533,"0"0"1,-1 0 0,1 0-1,-2 4 1,0 1 0,0 1-1,-1 4-320,13-14 0,-1 6-177,0 1 1,0 2-197,-1 3 1,2 1-385,0 3 1,0 1-1000,0 4 0,1 2 1543,2 2 0,-3 4 0,5-3 0,-7 9 0</inkml:trace>
  <inkml:trace contextRef="#ctx0" brushRef="#br0" timeOffset="43164">13817 5958 13827,'-3'2'6677,"0"-1"-3910,3-1-2280,-4 14-134,17-9-152,5 9-55,25-19-17,4-6 16,-1-10 12,-8-6-39,-11-5-12,-11-4-5,-8 2 16,-10 2 24,-6 8 38,-7 6-33,-4 9-85,-3 5-27,-3 9-23,9 1 0,-5 13 6,8 6-17,-2 15-11,5 9 5,4 7-324,13 4 330,13-2 0,-2-30 0,3-1 3,3-3 0,3-3 11,0-3 0,2-4 14,27 3 8,-2-14 3,-5-13 23,-6-14 16,-9-12 1,-9-11-18,-7-5-225,-6-2 220,2 4 28,1 5-23,6 7 1,5 7-6,6 8 306,3 7-328,-1 8-37,0 10 9,-3 11 205,-3 15-217,-4 17 12,-6 12-355,-11-24 1,-3 1-367,0 2 1,-2 0 714,-2 5 0,-1-2 0,0 4 0,-1-5 0</inkml:trace>
  <inkml:trace contextRef="#ctx0" brushRef="#br0" timeOffset="45562">16913 5853 23371,'5'-49'502,"-1"0"0,0 2 1,-1 16-470,-3 29-5,0 12 28,0 18-14,-4 13 0,-2 8-53,-2 5 0,-1 4-1059,0-4 1,-2 4-1,1-4 1053,-3 7 1,-1 1-260,3-15 0,-1 4 0,0-1 1,1-2-471,0-3 1,1-2 0,0 1-164,-3 16 0,-1 3 0,2-5 208,1 3 0,2-6 553,3-13 0,0-5 512,-5 5-28,-3-33-23,-7-30 247,-7-27-199,10 11 1,0-5 448,-3-9 1,1-4-548,5 12 0,0-1 0,1 1-73,-4-13 1,2-2 23,6 11 0,1-4 1,2-1-1,2 3-74,1-1 0,2 2 1,2-4-363,0 0 1,2-3 0,1-1 0,2 3 321,3-4 1,4 2 0,2 3-45,1 3 0,3 3 0,1 1-260,0 6 1,2 1 0,1 3 219,13-9 1,1 5-17,-8 11 0,4 4-6,21 3 1,3 7-12,-15 10 1,1 5 4,17 3 1,2 9 0,-5 17 0,-5 7-1,-16-11 1,-4 4-25,9 20 0,-9 4-197,-19-16 1,-6 0 232,-4 9 0,-9 1 17,-11-5 0,-10-3 240,-13-2 0,-7-6-240,10-12 0,-2-2 0,-1-2 185,-2-2 0,-1-1 1,0-3-159,-20 2 1,2-4 2,9-4 1,2-4 331,13-4 1,4-3-671,-4-17-719,36-9-994,17 4 2004,14 7 0,1 3 0,-6 4 0,17-6 0</inkml:trace>
  <inkml:trace contextRef="#ctx0" brushRef="#br0" timeOffset="46413">17571 5525 24032,'45'29'62,"-2"10"-40,-27-10 1,-2 3-4,-1 1 1,-2 0-6,-2-1 0,-2 0 36,-2 27 85,-17-10 21,-12-12 12,-15-16 28,-4-14 6,2-19 22,12-15 40,13-14-57,23-9-84,20-4-325,-2 25 1,5 1 226,6 0 0,3 2-363,5-1 1,1 3 371,0 2 0,0 1 13,-4 3 1,-1 1 5,-5 3 0,-2 1 82,18-8 55,-14 5 12,-15 3-40,-11 3-67,-8 1 423,-1 1-490,-4 4 723,1 1-768,0 2-67,0 0 90,0 5 5,1-3-6,-2 3-16,2-4 6,1 1-1,2 1 6,2 0 6,1 0-1,-2 0-5,-1-2 6,-3 1-17,0 2-1,0 5 12,-1 11-5,-3 9 10,-3 11-5,-3 8-16,3 4 10,3 0-11,10-5 17,10-7 11,16-8-11,12-10 12,11-11 21,2-14 29,-3-10 22,-11-15-11,-16-7 5,-14-7-11,-20-4-22,-15-2 0,-16 5-34,-10 7 0,-1 10-11,5 11-33,7 8-18,7 19-10,11-1-315,6 23-839,9 2-1720,11 16 2935,2-18 0,0-2 0,4 5 0,2-3 0</inkml:trace>
  <inkml:trace contextRef="#ctx0" brushRef="#br0" timeOffset="46645">18791 5380 21411,'8'-55'1574,"1"-1"0,-1 7 0,-2 3-981,1-12-240,-3 20-207,-3 18-152,-1 18-5,0 38 5,-2 23-7,1-18 0,0 6 0,-1-2-567,0 2 1,-1 2 383,0 2 0,-1 5 0,-1 0-1051,0-4 0,0-1 0,0-2-25,-1 13 1,1 1 1271,3-6 0,0 3 0,1-13 0,2-4 0,5 12 0</inkml:trace>
  <inkml:trace contextRef="#ctx0" brushRef="#br0" timeOffset="47129">18800 5932 16919,'-4'-54'2352,"0"0"1,0-9-1,1 8-2010,4 15-180,1 7 1,2 1-79,10 2-62,15-3-36,-1 20 0,4 3 0,1 3 0,1 1 3,1 2 0,2 1-23,3 3 0,-1 1-252,-6 1 0,-1 0 238,7-1 1,0 1 47,2 0 0,-3 0 176,15-3-58,-10-3-57,-29 0 18,-16-2 10,-12 2 34,-14 2 34,-12 9 340,-6 8-424,3 12-11,8 9-17,12 6 11,14 5 34,27 12-62,0-20 5,5-12 1,5-4 44,24 2-53,-19-11 1,2-4 69,5-3 0,-1-6 107,19-11-12,-7-18-106,-29-3 34,-12-18-6,-15 3-51,-5 11 1,-4 0 11,-15-19-51,9 27 0,-1 3-5,-8 2 0,-1 8-3443,6 15 3415,5 2-90,2 25-325,15 3-55,5 8-1278,17 7-2044,12-7 3350,-6-14 0,1-1 0,4 2 0,0-5 0</inkml:trace>
  <inkml:trace contextRef="#ctx0" brushRef="#br0" timeOffset="47705">20203 5608 21486,'7'-57'1172,"1"1"1,-3 8 0,-6 9-1039,-19 20 126,-13 13-171,-2 12-32,-12 11-46,18 2 0,2 5-11,5 0 0,3 2 3,0 1 0,3 1-17,6 4 0,4 0-14,4 24-129,10-12 0,5 0-70,3-8 0,5-2-542,11 3 1,3-4 673,-7-14 0,2-4-54,11-2 1,2-4-63,-7-6 1,1-3 196,17-7 0,1-2 22,-18 3 1,-1-3 80,17-15 1,-5-5 83,-3-10-103,-18 15 0,-3-1 552,7-27-404,-22 30 281,-4-19-297,-20 28 1043,-11-2-1206,2 10 34,-20 17-68,22-3 234,-20 26-239,28-8 5,-1 17 1,14-14-1,12 8 12,11-11 50,27 8 6,0-16-680,10-7 680,-23-15 61,-2-14 18,-14-17-85,-7-8-11,-13-13 5,-11 4-10,-8 3-18,1 5-16,2 12 6,3 11 679,2 12-769,-2 9-124,-1 15-122,1 2-1228,-2 19 1541,7 20 0,2-25 0,3 11 0</inkml:trace>
  <inkml:trace contextRef="#ctx0" brushRef="#br0" timeOffset="48055">21123 6038 21511,'1'-3'4107,"0"0"-3105,-1 3-896,42-67 158,-3 23-864,-5-3 1,2-1 644,-8 18 0,-1 2-15,-4-1 1,-1-1 17,-1-6 0,-2-2-20,-3-7 0,-2-2-12,-2-6 1,-4-3-2,-3 8 0,-2-2 0,-1 2-24,1-2 1,-2 1 21,-1 6 0,-1-2 0,0 5 49,-5-20 345,-2-3-357,-1 26 188,2 19-216,-1 18-11,-6 21 0,-8 26-5,-1 6-69,5-6 0,-1 5 39,6-7 0,2 2 0,0 2-427,1 1 0,1 1 0,1 2 451,4-7 0,0 3 0,3 0 0,2-2-495,6 8 0,4-1 0,4-2 334,3 2 1,3-1 0,3-1-1110,5-1 1,2 0-1,0-4 1270,-1-5 0,0-3 0,-2-3 0,3 2 0,-4-7 0,6 3 0</inkml:trace>
  <inkml:trace contextRef="#ctx0" brushRef="#br0" timeOffset="65338">22049 3860 15513,'-9'-32'1943,"-12"30"-1629,-2 47-6,-5 11-140,14-22 230,5-4 218,12-17 157,13-2 5,36-22-644,-18 0 1,3-4-1268,18-6 1,1-2 1168,-12 3 0,1-1 3,-4 4 1,1 0-1,0 0-187,10-3 1,1 0 188,-2 2 0,3-2 0,-1 1-17,-11 4 1,-1 1-1,1-1-241,2 0 1,0 1 0,-3 0 210,-5 3 1,-2 0-93,-2 2 0,-3 1-826,0 1-1916,-5 2 3369,-25 12 0,0-5 0,-8 6 0</inkml:trace>
  <inkml:trace contextRef="#ctx0" brushRef="#br0" timeOffset="66145">5993 3872 22580,'-48'-31'-867,"13"16"967,42 39 192,6 18-135,7 15-95,-9-27 1,1 1-519,2-1 0,0-2 491,9 12 195,20-4-101,-17-25 133,11-15 0,5-8-127,-8-8 0,1-5-38,1 0 0,3-4 0,0 0-265,0-3 0,-1 0 0,2 0 269,2-2 1,0-1 0,1 2-439,-2 0 0,1 1 0,-1 1 423,-3 4 0,0 0 1,-2 2-46,11-5 1,-3 5-714,-10 7 0,-3 6-5621,11 12 6196,-20 14 1,-14 1 0,-6-2 0</inkml:trace>
  <inkml:trace contextRef="#ctx0" brushRef="#br0" timeOffset="67389">3571 6637 14989,'-23'-52'-17,"1"1"0,1 4 1,12 7 89,34 10 68,7 6-57,7 5 4,2 10 18,2 9-27,-10 7 246,9 24-134,-16 4-119,-8-8 1,-1 3-31,-4-2 0,0 2-20,0 0 1,2 0-15,1 3 1,1-1-332,2-1 0,2 0 345,3 1 1,1-1 7,4 0 1,0-1 22,3 1 1,0-1 13,2 0 0,0 1 25,1-1 1,1-1 19,0 0 0,1 0-14,1-2 0,2-2 0,2-1 0,2-2 42,4-1 0,3-3-440,6-2 1,3-3 416,-16-6 1,2-1 0,1-1-739,5-1 0,1-1 1,1-1 693,6-1 0,1-1 0,1-1-27,-12 0 0,1-1 0,0 0 0,1 0 1,3-1 1,0 0 0,1 0 0,0 0 17,3-1 1,0-1 0,1 1 0,0-1-12,-10 2 1,1-1 0,0 0 0,0 1 0,0-1-18,2 0 0,0-1 0,1 1 0,0 0 0,0 0-19,3-1 0,0 1 0,0-1 0,0 0 0,1 0-427,2 0 0,0 0 0,1 0 1,0 0-1,1-1 430,-9 2 1,1-1-1,0 0 1,0 0-1,0-1 1,1 1-209,2 0 1,1-1 0,0 0 0,0 0-1,1 1 1,0-1 197,1-1 0,0 1 0,0 0 1,1-1-1,2 1 0,1-1-103,-7 1 1,3 0 0,1 0 0,1-1 0,-1 1 0,-1 0 0,-1 0 0,-3 1 102,1-1 0,-2 0 0,-3 1 1,1-1-1,1 1 0,3-1-24,-2 1 1,3 0 0,2 0-1,1 0 1,0-1 0,-1 2-1,-3-1 1,-2 1 32,10-1 0,-3 1 0,-2 0 1,1 0-1,2 1-9,-8 0 0,1-1 0,1 1 1,1 0-1,1 1 0,-1-1 0,0 0-4,-1 0 0,0 1 0,0 0 1,0-1-1,0 1 0,0 0 1,0 0-4,0 0 0,0 1 0,0-1 0,0 1 0,0-1 0,-1 1 0,1 0 6,1-1 0,-1 1 1,0 0-1,0 0 1,0-1-1,1 1 1,-1 0-3,0 0 1,0 0 0,-1 0 0,1 0 0,1 0-1,0 0 1,2-1-7,1 1 0,3 0 0,1-1 0,1 1 0,-1-1 1,-1 1-1,-2 0 0,-3-1 1,3 1 1,-5 0 0,-1-1 0,-1 1 0,3 0-1,3-1 11,-2 0 1,3 1 0,2-1 0,1 0 0,1 0-1,-2 0 1,-2 0 0,-3 0 15,2 0 1,-3 0 0,-2 0 0,0 0 0,2 0 0,2 0-20,-6 0 1,1 0 0,2 0 0,0 0 0,1 0 0,0-1 0,0 1 0,0 0-8,0 0 1,0 0 0,0 0 0,0-1 0,1 1 0,-1 0 0,0 0 0,1 0 2,-1 0 0,0 0 0,1 0 0,-1 0 0,0 0 0,1 0 0,-1 0 0,1 0-3,-2 0 0,1 0 0,-1 0 1,0 0-1,1 0 0,0 0 0,1 0 1,1 0 0,1 0 0,1 0 0,2 0 0,0 0 0,0 0 0,0 0 0,-2 0 0,-2 0 0,-2 0-5,8 0 1,-3 0 0,-2 0 0,0 0 0,1 0 0,4 0-1,-11 0 0,3 0 0,2 0 0,0 1 0,1-1 0,0 0 0,-2 0 0,-2 0 0,-3 0 4,8 0 1,-4 1 0,-2-1 0,0 0-1,1 1 1,3-1-3,-6 0 1,0 1 0,2-1 0,0 0 0,1 0 0,0 1 0,0-1 0,-1 0 1,7 0 0,0 0 0,0 0 0,0 0 0,-1 0 0,1 0 0,-1 0 0,0-1 0,0 1 0,-1 0 0,1 0 0,-1 0 0,0-1 0,0 1 2,-2-1 0,0 0 1,1 1-1,-2-1 1,1 0-1,0 0 0,-1 0-1,0 0 1,-1 0 0,0-1-1,0 1 1,0 0 0,-1-1 0,1 1-1,-3-1 1,1 1-1,0-1 1,-1 0 0,0 1-1,0-1 1,0 0 5,8 0 0,0-1 1,-1 0-1,0 1 0,0-1 1,0 1-6,-2 0 1,0-1-1,-1 1 1,1 0-1,-1 0 1,-1 0-4,-1 0 1,0 0 0,0 1 0,-1-1-1,0 1 1,-1-1 42,10 0 0,-2 0 1,1 1-1,-1-1 1,-1 1-46,-2 0 0,-1 0 0,0 0 0,-1 0 0,0 1 2,-2-1 1,-1 0-1,0 1 1,-1 0-1,0-1-2,11 1 1,-1-1-1,-1 1 1,0 0-2,-3 0 0,-1 0 0,0 0 0,0 0-2,-4 1 1,1 0 0,-2-1-1,0 1-1,-2 0 0,-1 1 1,-1-1-1,0 0 16,12 0 0,-1 0 0,-1-1 155,-3 1 0,-2-1 0,-1 0-172,-4-1 0,-2 0 1,-1 0 493,15-3 1,-4-2-340,-9-1 0,-3-4 190,-4-8 1,-5-4-146,6-13-78,-22 1 0,-6-5 290,-9 5 0,-4-2-408,2-14 0,-1-4-17,-3-4 0,1-2-861,1 11 1,0-2-1,0 4 751,1-8 0,0 4 1,1 4-1,-1 8 1,2 12-1</inkml:trace>
  <inkml:trace contextRef="#ctx0" brushRef="#br0" timeOffset="127155">23738 4139 17507,'0'-8'4564,"0"1"-3560,0 7-422,0 0-313,-14-47-280,10 35-85,-10-35 68,14 55 129,2 14-6,1 22-22,-1-6 0,-1 2-42,1-4 0,-1-1-17,-2 0 0,2-3 159,7 10 937,41-40-934,-13-12 0,2-4-953,9-5 0,2-4 819,-2-4 1,2-5 0,-1 1-11,-1 2 0,-2 0 0,1 0-621,-1 0 1,1 0-1,0-1 609,5-2 1,1-1 0,-5 3-10,-2 0 0,-3 2-1496,1-2 0,-4 3 1485,-6-1 0,-22 16 0,-17 12 0</inkml:trace>
  <inkml:trace contextRef="#ctx0" brushRef="#br0" timeOffset="129038">25049 2512 13939,'-3'0'5456,"0"0"-2768,3 0-2279,29-40-129,18 12-822,-12 5 1,5-4 0,1 3 602,14 0 1,2 2-25,-10 4 0,1 0 1,-4 1-8,1 0 1,-3 0 39,5-1 0,-4 1 522,13-8-349,-25 9 1,-2 0 176,3-8-128,-18-2-124,-28 5-56,-17 0 33,-18 2-224,-10 3 258,-2 4-5,10 4 1320,15 5-1466,19 1-51,10 2 6,11 0 23,12 1 0,20 5-6,25 2-29,-2 2 32,-13-2 0,2 1-581,5 5 1,1 1 579,-2 2 1,1 2-3,3 4 0,-6 4 0,-20-3 0,-7 3-14,-9 8 0,-6 0-31,-6 13-42,-11-13 1,-5-3-480,-9 8-1165,-3 5-4901,12-8 6632,14-12 0,2-12 0,4-8 0</inkml:trace>
  <inkml:trace contextRef="#ctx0" brushRef="#br0" timeOffset="129405">26996 2040 19714,'-57'-9'1321,"0"-1"1,7 2 0,7 2-1159,8 7-130,17 6-21,10 1 16,14 18 11,5 0-28,12 16 0,6 0 12,5 3-289,4 3 288,3-1-5,1-4 0,1-4-34,-5-7 28,-8-6 79,-12-7 33,-16-6 0,-19-5-50,-20-2-45,-18-4-23,23 0 1,0-2-124,-28-6-470,14-5-1291,20-11 1879,23-11 0,3 14 0,9-1 0</inkml:trace>
  <inkml:trace contextRef="#ctx0" brushRef="#br0" timeOffset="130112">27300 2235 23360,'14'35'443,"6"-7"-270,9-21 12,4-7-11,0-8-34,0-11 39,-5-8-95,-8 1 196,-3-19-62,-12 14-21,-6-12 16,-11 15-68,-10 6-44,-6 9 11,-5 6-50,0 9-34,1 9 0,4 9-17,6 9 17,9 9-56,7 6-67,11 4-174,10 3-241,13-2-218,10-5-437,10-9 108,-19-22 0,2-3-86,3-2 1,1-4-175,3-4 1,1-4 260,0-1 0,1-3 588,-1-3 1,-1-2 430,-1 0 1,-2-3 235,-2 0 0,-3-2 193,14-10 540,-19 5 1,-2-2 675,4-10 0,8-14-119,-15 13 166,-9 7-1162,-5 9 565,-11-1-655,-5 11-184,-7-2-146,-3 10-17,-2 10 5,-3 8-3419,-15 23 3363,12-6 15,6-5 0,0 1-9,0 1-23,3 1 1,1 2-5,2 8 38,-1 17-5,23-19-40,14-4-10,14-6-1,10-6-16,6-6-17,0-7 11,-2-5 3364,-7-8-3594,-4-7-425,-5-6-802,-2-7-3068,-2-2 4581,-6 2 0,-8 9 0,-7 6 0</inkml:trace>
  <inkml:trace contextRef="#ctx0" brushRef="#br0" timeOffset="130554">28371 2104 22627,'-27'-21'576,"1"1"1,-13-12-269,-8 53-28,7 4-174,14-7 1,0 1-34,-1 2 0,1 0-459,0 3 0,2 0 405,1 0 1,2 0 129,-15 26-160,13-3 17,12-4 183,19-4-177,32-1-12,-4-15-34,-1-11 0,2-3-162,19-4-17,-22-3 1,2-2-228,-3-3 0,0-3-2467,24-10 2907,-7-10 0,-23 11 0,-10-1 0</inkml:trace>
  <inkml:trace contextRef="#ctx0" brushRef="#br0" timeOffset="131670">28572 2190 14869,'2'-7'5489,"-1"2"-3876,-1 5 991,0 0-2503,30-48-73,-23 38 39,21-26 34,-36 70-56,1 7-6,-5 16-28,6-17-16,4 7 10,11-10-5,18 12 28,6-16-5,13-5 10,-8-18-5,-8-10 6,10-18-6,-13-7 73,9-15-17,-10-5-16,-3 0 4,-1 0-32,-6 14 88,0-3-100,-9 21 12,2-6-130,-8 15-835,0 0-643,-1 13-3411,0 1 4979,2 6 0,-2-6 0,2-5 0</inkml:trace>
  <inkml:trace contextRef="#ctx0" brushRef="#br0" timeOffset="132354">29130 2143 14908,'0'-3'7707,"-1"1"-5909,1 2-1703,21-43-44,-5 32-12,19-27-17,-9 48 12,2 13-17,1 9-23,-2 10-5,-4 5-23,-6 2 6,-5-6 23,-6-10 21,-6-12 46,-8-11 5,-3-13-16,-3-9-7,2-11-49,3-6 16,4-3-45,6 2-167,8 3-286,10 3-465,14 5-561,15 4-699,12 5 587,-26 6 1,1 1-502,1 2 1,0 0 131,-1 0 0,0 2 1338,-3 1 1,0 0 980,19 3 1781,-15 2 1860,-17-1-258,-20 1-1143,-13 1-784,-9 3-649,-3 2-29,4 3-728,7 1-145,6 2-34,7 1-11,10 1-17,8-2-28,9-3 5,4-6 18,0-5-12,0-11-22,-1-9-6,-2-12 1,-6-11-35,-7-7-5,-7-1 28,-13 2 11,-7 10 34,-12 11 11,-9 11-5,-5 10-23,-2 11 5,4 9-33,4 10-89,7 8-18,6 8 1,11 7-40,19 5-184,19-1-438,-4-28 0,4-3-1305,6-1 1,1-3 1315,-1-3 1,-2-3-1,11 3 1,-19-10-1</inkml:trace>
  <inkml:trace contextRef="#ctx0" brushRef="#br0" timeOffset="133911">27002 2898 14656,'-5'0'773,"1"0"672,4 0-51,93-4-3718,-41 1 0,4 0 2389,-5 0 1,5 0-1,5 0-28,-6 1 0,5-1 0,2 0 0,1 0 0,-3 1-282,-8 0 1,-2 0 0,1 1 0,0 0 0,4 0 226,-2 0 1,3-1-1,2 1 1,1 0-1,0 0 1,-1 0-1,-2 0-94,4 1 1,-2 1 0,0 0 0,-1-1 0,0 1 0,1 0 85,-2 0 0,1 0 0,0 0 0,0 0 0,-1 0 0,-1 0-219,9 1 0,-1-1 1,-1 1-1,-1 0 0,0 0 186,-5-1 1,-1 1 0,-1-1 0,0 0 0,-2 0 5,4 1 1,0-1 0,-3 0-1,-2 0-375,5 0 1,-3 0 0,-6 0 162,3 1 1,-10 0-1657,-18 0 67,-74 2 1355,-4-3 1,-10 0 529,22 0 0,-4-1 1,-1 1-1,-2-1 64,-9 1 0,-3-1 1,-1 1-1,-1-1 88,7 1 1,-1-1 0,-1 1 0,0-1 0,-1 1 51,6-1 0,1 1 1,-1 0-1,-1-1 0,1 1 1,-1 0 27,-2 0 0,-1 1 0,1-1 0,-1 0 1,0 1-1,0-1-155,0 1 0,0 0 0,-1 0 1,1 0-1,0 0 0,0 1 54,0-1 1,1 1-1,0-1 1,0 1-1,1 0 1,0 0-21,2 0 1,1 0 0,0 0 0,1 0 0,1 0 0,0 1 39,-5-1 1,0 1-1,2 0 1,1 0-1,1 0-73,-5 0 1,3 1 0,1-1 0,3 1 32,-2 0 0,4-1 0,4 1 593,-2-1 1,18 2-366,28-1-104,26-3 0,16-3-54,-1 0 1,5 0 0,4-1 6,-3 0 0,4 1 1,1-1-1,2 1-141,-4-1 1,2 0-1,2 0 1,0 0 0,2 0-38,5 1 0,2-1 1,1 1-1,1 0 1,1-1-25,-7 2 1,1-1 0,0 0 0,1 1-1,0-1 1,0 1-18,3-1 0,0 1 0,0 0 0,1 0 0,0 0 0,-1-1-166,-7 1 0,0 0 0,0 0 0,0 0 0,0 0 1,0 0-1,0 0 162,0 1 0,-1-1 0,1 0 0,-1 0 0,1 1 0,-1-1 0,0 0-169,7 1 0,0-1 1,0 0-1,0 1 0,-1-1 1,0 0 172,-3 1 1,0 0 0,-1-1 0,0 1 0,0 0 0,-2 0-56,7 0 0,0 0 0,-1 0 1,-2 0-1,0 1-867,6 0 1,-1 0-1,-2 0 1,-3 1 921,4 0 0,-4 0 0,-6 1 0,-1-1 0,-9 1 0,-3 1 0</inkml:trace>
  <inkml:trace contextRef="#ctx0" brushRef="#br0" timeOffset="162521">8694 9222 12349,'7'-11'7656,"-1"3"-6665,-6 8 1149,0 0-1703,-43-61-118,12 45-213,-4-16 1,-2 5 27,-14 37-50,-3 11-48,26-5 1,1 3-253,0 3 0,2 3 213,2 0 0,2 2-19,-10 28 11,13-1 16,18-5-33,18-3 17,24-7-9,-11-21 1,4-2-375,8-1 1,4-2 337,4-1 0,1-1 11,1-1 1,-1 1-18,-4 0 1,-4 1 19,-8 0 0,-4 2 64,6 14 84,-31 2 23,-35 1-56,1-13 0,-5-3-248,-11 2 0,-4-1 211,-7 0 1,-1 0-290,-2-2 0,1-2 250,3-1 0,2-1-42,9-4 0,2-1 67,-14-3-2845,26-11 2823,32-12 0,-1 7 0,10-2 0</inkml:trace>
  <inkml:trace contextRef="#ctx0" brushRef="#br0" timeOffset="162937">9816 9101 17994,'-3'-2'4094,"1"1"-3119,2 1-443,-80-7-190,27 15-926,-8-4 0,-2 3 699,24 7 0,3 3-59,1 1 0,2 1 122,5-1 1,3 3-179,-2 27 11,26-7-11,13-3 0,24-3 0,7-10-3,-14-9 0,3-2-203,3 0 0,1-2 197,2-1 1,-1-1 8,1-1 0,-2 0 6,24 7 1054,-18-1-1032,-20 1 28,-16 1 67,-29 8-84,1-6-3,-6-4 1,-5-1 36,-26 4-250,20-8 0,-2-1 138,1-1 0,-1-2-476,2-1 0,2-3-908,-8-3 1423,14-17 0,28 9 0,5-6 0</inkml:trace>
  <inkml:trace contextRef="#ctx0" brushRef="#br0" timeOffset="163364">10738 9108 13126,'4'-9'4783,"-1"3"-2402,-3 6-213,0 0-1882,-69-34-152,36 26-25,-18-7 1,-3 4 102,0 27-167,21-4 0,0 3-26,3 1 1,4 3-20,1 4 0,5 3 0,-5 19 0,11-2 0,16-3 17,18 0-23,9 2 404,7-4-390,-2-16 1,0-3-9,5 1 428,-2-1 1,0-1-446,8 6 28,-7-3-16,-9-5 61,-18-10 403,-5-4-336,-3-1-565,-2-1-1423,-7-3-1087,3 1 2952,-6-5 0,7 5 0,0-1 0</inkml:trace>
  <inkml:trace contextRef="#ctx0" brushRef="#br0" timeOffset="164121">10385 9309 8976,'0'-8'8671,"0"2"-6139,0 6-880,0-79-470,0 33-1444,0-8 0,1 0 626,1 13 1095,2-3-887,-1 24-17,0-3-471,-3 18-179,0 5 39,0 10 817,0 4-672,0 45-38,0 4-40,0-13 0,-1 3-536,1-3 0,-1 0 528,0 3 0,0-1 2,1-1 1,0-1-6,-1-2 0,2-2-3,1-5 0,1-1-14,1-7 1,0-1-85,8 17-84,-1-17 68,-3-13-371,-3-12-548,-3-15 143,-1-13-3337,-3-17 4230,-5-19 0,4 25 0,-3 0 0</inkml:trace>
  <inkml:trace contextRef="#ctx0" brushRef="#br0" timeOffset="164703">10365 9106 11833,'-1'-8'8088,"1"2"-6993,1-26 0,1-5 317,0 12-1009,0-13 0,0 4-89,-1 25-314,-1 7 151,4 26-6,2 8-69,-1 0 0,0 1-15,4 22-2,-3-6 0,-1 3-254,-3-16 0,0 1 220,0 15 0,-1 1-25,-2-15 0,-1-1-11,-3 25 11,0-14-5,2-18 117,2-15 129,1-14-107,1-20-106,2-14 23,2-23-51,-2 22 0,1-2 0,-1-5 0,1-1-63,0-2 1,0 0 84,0 1 1,0 1 21,0 3 1,0 3 112,2-23-73,-2 23 140,-2 8-174,0 19-94,-2 0-85,1 11 90,-1 11 72,1 16-27,-1 26-12,1-18 1,-1 4-77,-2 6 0,-1 2 93,-2 5 0,-1 0 6,-2 2 0,-2-2-17,1-3 0,-1-2-9,2-6 1,0-3-237,-3 23 229,6-20-1,3-17 6,4-11 44,4-9 62,10-5 755,17-7-805,17-5-45,-18 3 0,1-1-67,2-1 0,0 0 70,-1 0 0,-1 0-31,28-8-11,-9 2-79,-7 3-347,-10 5-1014,-6 2-3494,-9 2 4157,-6 2 0,-8 1 0,-4 0 0</inkml:trace>
  <inkml:trace contextRef="#ctx0" brushRef="#br0" timeOffset="165153">10280 9219 16432,'-1'-9'6127,"1"2"-5455,0-27 0,2-6-140,2 12-344,-2-14 0,1 4-20,3 26-118,1 7 12,4 8 61,6 10 45,6 15 0,3 18-507,-15-14 0,-1 4 412,-2 5 0,-2 2-23,-4 4 1,-3 1-7,-2 2 1,-2-1-14,-1-1 0,-2-2-214,1-3 0,0-1 200,2-6 0,1 0-6,5 23-177,9-11 166,12-9 28,12-9 5,8-10 18,10-10 10,4-13-33,2-13-28,-2-11-39,-5-9 456,-7-2-1022,-11-2-947,-12 1-3053,-11 0 4605,-10 7 0,-1 13 0,-2 8 0</inkml:trace>
  <inkml:trace contextRef="#ctx0" brushRef="#br0" timeOffset="165521">10393 9078 25113,'-4'-51'134,"7"23"-13,4 51 0,1 17-29,-2-3 1,0 2-51,0 3 0,-1 1-535,-5 8 1,-4 0 550,-1-7 1,-3 1-6,-2 10 1,-1 1-35,-2-4 1,0-1-15,2-6 1,2-3 2,1-6 1,4-3 274,8 18-232,15-17 66,24-16-408,-11-16 0,4-4 302,9-5 0,3-4 0,7-5 1,1-2-4,2-3 0,-1-3-598,-2 0 1,-2-1 443,-7 3 0,-3-1-465,-8 3 1,-4-1 610,8-14 0,-22 17 0,-11 4 0</inkml:trace>
  <inkml:trace contextRef="#ctx0" brushRef="#br0" timeOffset="167405">8769 11723 14107,'-1'-5'6968,"0"1"-6324,-35-16 0,-15 0 628,-11 7-1594,3-9 0,0 3 630,-2 18 161,27 5-463,13 6 204,12 6-182,7 10 0,9 10-40,4 10-32,11 4 323,8 5-296,-10-27 0,1-1 0,4 0 0,2-2-5,2-1 0,1-1 16,0-2 0,-1-1 18,19 16 32,-17-3 18,-21-3-28,-15-8 38,-39 6-55,-8-15-20,12-5 1,-2-2-207,3-2 0,1-4 63,3-3 1,1-2 107,-14-3-2214,6-23 667,29 12 1585,15-28 0,2 34 0,13-11 0</inkml:trace>
  <inkml:trace contextRef="#ctx0" brushRef="#br0" timeOffset="167872">9216 11802 14566,'2'-3'8083,"0"2"-5910,-2 1-1949,-25-18-157,9 22-17,-21-6-16,15 32-28,1 8 5,5-4-45,2 19-5,10-19-6,9 10 23,10-19 33,16-10-39,12-10-34,11-15-176,-24 1 1,1-3 225,-1-3 1,0-2 34,22-19-38,-19 7 99,-8-3 51,-17-2-51,-8 1 40,-9-5-24,-10 12 357,-5 5-446,-4 9-22,-3 11-6,6 7 34,-19 31-17,10 9 28,13-19 0,-1 4-37,-4 15 1,2 2-3,8-13 0,2 1-354,-5 15 1,3 0 296,8-13 1,7-3-90,17 22-498,25-19 352,6-17-851,2-17 1,4-5-2261,-11-4 0,-1-2 2803,15-2 0,-4-1 0,3-5 0,-25 5 1</inkml:trace>
  <inkml:trace contextRef="#ctx0" brushRef="#br0" timeOffset="168695">10030 11990 12029,'3'-4'8486,"-2"0"-6873,-1 4-358,19-61-343,-18 40-654,6-14 0,-5 4 27,-18 24-122,-11 6-51,-7 11-61,-8 10-40,-3 13 6,0 9-216,24-17 0,1 0 188,1 2 0,2 1-26,3 1 0,1 0-103,-2 28-95,11-5-275,19-7-168,20-13 163,3-11-734,5-13 0,4-5-90,-12-4 1,1-1 876,16-2 0,0-2 450,-19-1 1,-2-1 354,8-8 0,-3-2 839,7-11-617,-15 7 1,-2 0 370,5-16 342,-9 3-522,-8 5-79,-4 7-106,-6 7 603,-2 8-1017,-1 5 190,-1 3-408,-2 7 94,-3 10-16,-1 4-6,-10 38-28,7-9-11,2-14 0,2 1-33,5 18 10,13-10-10,13-10 38,11-13 40,6-10 50,2-15 34,0-13 34,-4-13 66,-3-11-567,-6-8 450,-11 7-1327,-5-9 1,-3-1 1421,-5 12-134,0-4 0,-3 7-34,-8 24-145,-2 6-314,1 4-353,1 5-446,2 7-5200,2 10 7295,5 1 0,-2-5 0,1-7 0</inkml:trace>
  <inkml:trace contextRef="#ctx0" brushRef="#br0" timeOffset="169037">11036 12021 21315,'-3'-3'4560,"1"0"-3591,2 3-1081,-15-31 112,24 33 17,0-15-62,30 48-48,-16-12 1,-1 3-166,0 3 1,-1 2-161,-2 2 1,-2 2-54,-4 4 1,-2 0 409,1 13 223,-19 3 348,-20-37-292,3-4 242,-14-20-63,19-14-94,3-18-135,11-12-118,15-9-45,1 28 1,3 1-20,5 1 0,2 2-192,3 3 1,2 2 39,3 3 1,1 2-202,1 3 0,2 1-333,1 2 0,1 3-799,0 1 1,0 1 1498,2 2 0,-3 2 0,4-1 0,-6 3 0</inkml:trace>
  <inkml:trace contextRef="#ctx0" brushRef="#br0" timeOffset="169355">11639 12070 25012,'0'41'628,"10"-8"-488,23-36-6,4-7 40,0-8 78,-6-10 6,-7-6-46,-12-6 24,-11 0-18,-12 1-39,-10 7 0,-10 9-39,-3 9-78,2 10-34,3 14-22,-2 22-6,12-2-17,-2 30-17,14-7-1872,9-9 0,2 1 1425,6 17-853,5-19 1,8-2 1249,5-14 1,1-4-1,8 12 1,6-8-1</inkml:trace>
  <inkml:trace contextRef="#ctx0" brushRef="#br0" timeOffset="169945">13490 11876 18560,'0'-6'4207,"0"1"-3227,0 5-308,-62-65 0,17 44-521,1-15 1,-1 5-46,2 28 68,-6 17-152,26-2 17,-8 12 0,2 2-50,7 0-9,1 2 1,3 2 2,9 5 0,1 0-16,14 7-6,26 1 11,-3-8-42,13-8 0,6-2-534,-13-10 0,0-3 584,7 4 0,1-1-11,-2-1 1,-4-1-3046,11 12 3099,-12-2 55,-24 4-22,-37-9-1037,-4-6 1,-3 0 997,-19 2-3,10-6 0,-1-4 458,-9-3-517,17-6 0,2-1-297,-11-5 2219,10-5-3417,22 3-8291,21-1 9783,4 3 1,2 0 0,-4 7-1</inkml:trace>
  <inkml:trace contextRef="#ctx0" brushRef="#br0" timeOffset="170328">14109 11991 25444,'-35'-18'138,"0"1"0,-1 3 0,3 10-104,-13 40-29,23-13 1,3 1-6,-9 17-22,9 12-79,19-3 45,11-3 28,8-8-28,30-15 67,-21-17-3324,28-8 3357,-34-7 74,13-17 39,-16-3 145,6-24-139,-9 2-2275,-5-8 2196,-7 22 140,-7-1-101,-3 21 2196,-7-4-2330,-4 15-17,2 4-62,-5 8 2911,4 12-4110,3 6-3186,9 10 4475,14-7 0,-2-9 0,1-10 0</inkml:trace>
  <inkml:trace contextRef="#ctx0" brushRef="#br0" timeOffset="170606">14671 11945 26514,'-49'-31'91,"0"0"1,9 0-1,2 15-94,6 36 0,4 11-2,-7 17-676,10-16 0,3 3 633,8-1 1,5 0-160,2 24 33,6-2-278,13-20 0,7-5-746,26 2 159,-8-13 0,3-4-852,-2-9 1,2-4-1666,0-6 0,-1-2-644,20-5 4200,-5-11 0,-35 12 0,-1 0 0</inkml:trace>
  <inkml:trace contextRef="#ctx0" brushRef="#br0" timeOffset="170812">15024 11810 23528,'-13'-43'913,"0"0"0,3 4 0,-1 12-790,4 22-100,3 5-40,3 8 23,0 9-29,1 15-3386,2 17 3409,-2-4-915,-1 9 0,-1 2 590,-2 0-579,0 4 0,-1 1-1500,0-1-3639,6 1 6043,4-22 0,1-22 0,-1-11 0</inkml:trace>
  <inkml:trace contextRef="#ctx0" brushRef="#br0" timeOffset="171071">15294 11946 13833,'1'-5'8374,"1"1"-6062,-2 4-1976,-60-39-117,24 38-155,-7-13 1,0 5 24,-3 39-36,19-7 1,2 2-43,-8 11-250,13-7 1,2 1 233,1 13-30,3 13-4,13-4-51,18-6 23,4-14-241,8-16 0,5-3-969,23-3-789,-13-6 1,2-3 2065,-2-6 0,-4-3 0,7 0 0,-8-5 0</inkml:trace>
  <inkml:trace contextRef="#ctx0" brushRef="#br0" timeOffset="171678">15710 12017 25690,'-32'3'-20,"1"1"1,-19 7-54,46 9-39,13 3 68,-2-10 4,15-1 34,-3-12 46,6-8 33,-1-8 33,-5-9 23,-6-3-11,-7-3-12,-11 4-11,-5 3-39,-11 7-11,-5 8-17,-4 7-6,-2 9 6,1 8-16,4 10-1,5 10-11,5 8-28,7 8 17,6 3 5,13 0-248,14-6 249,19-8-18,-14-24 1,3-4-3,2-3 0,1-3 5,1-5 0,0-3 6,-2-4 0,-1-3 20,-1-3 0,-2-3 5,-2-3 0,-2-2 3,0-5 0,-1-4-6,-2-4 1,-3-4 7,1-7 1,-2-3 16,-5 3 1,-1-2 0,-1 2-501,0-3 0,-2 0 521,-2 3 0,-1-2 0,-2 4 77,-4 4 1,-3 3-106,0-5 0,-1 0 360,-9-16-11,1 19-134,2 19 21,5 11-318,3 5 975,-1 10-930,-1 17 11,-4 26-9,3-12 1,1 3-484,-2 9 1,2 3 482,-1 6 1,2 1-2,1-18 1,1 0 0,1 0-61,4 20 0,4 0-151,3-4 0,4-1-286,4-6 0,6-1-3802,9 2 1,3-3 4308,-9-15 0,-1-3 0,-2-4 0,-2-5 0,-4-7 0</inkml:trace>
  <inkml:trace contextRef="#ctx0" brushRef="#br0" timeOffset="172321">16007 11831 24760,'-31'-9'291,"17"-4"-268,49-4-21,-3 5 1,2 0-8,17-3-71,-7 5 1,-1 2-133,-10 2-872,19-4-4387,-29 5 5467,-1-2 0,-10 4 0,-6 0 0</inkml:trace>
  <inkml:trace contextRef="#ctx0" brushRef="#br0" timeOffset="173522">17979 11556 19983,'9'-51'1818,"0"0"1,0 2-1,-6 13-1364,-7 29-364,-1 1-113,0 7 29,-4 20 16,1-1-14,-5 22 1,0 9-20,6-16 0,1 2-568,-5 24 0,2 0 568,5-23 0,2-2-42,2 9 0,0-2-54,6 4-162,7-3 0,6-2-241,23 4-472,-6-15 0,4-5 741,-10-13 0,2-4-457,24-7 1,1-6 143,-16-4 0,1-4 512,2-2 1,3-3 0,-4-1 142,1-7 0,-4-1-23,-3-1 1,-4 1 111,3-18-703,-20 13 1,-4 0 820,4-8-12,-5-1 0,-3 2 12,-6 9 1119,-15-17-1310,1 33 96,-31 3-162,19 14 483,-27 18-512,9 20-33,3 7 3145,6 1-3156,18-3-6,11-15 762,8 4-723,10-9 68,6-14 50,9-11-23,0-18 12,6-13-18,-7-1 54,-9 4 0,-3-2 93,2-11 16,4-15 11,-13 21-139,-5 12 22,-3 9-141,-1 10-116,-1 2 55,-2 11 78,-2 3-33,-4 30-11,4-5-17,-1 21-56,11-13-45,10-4 51,5-14-140,21-6-163,15-14 252,3-11 123,-24-3 1,-2-5 50,12-21 27,-9-8 18,-9-7-12,-9 8 135,-2-14-39,-9 22 55,1-6-61,-7 21-145,-1 9-174,0 4 111,-3 15 52,1-4-18,-3 25 0,4-11 12,2 6 5,12-1 0,15-12 1,1 0 21,20-13-22,-22-10 23,17-9 123,-12-16-12,-3-4 18,-8-11 89,-15 9 84,-4 7-174,-3 12 45,-2 8-128,1 9-113,0 0-95,-3 15 129,-3 18-11,-1 8 0,-3 11 0,-1 5-682,1-7 1,-1 2 675,0-2 0,-1 5 1,1-1-557,0-4 1,0 0-1,1 0 280,0 1 0,0 0 0,1 0-592,1-1 0,2-1 0,0 0-4031,1 15 1,1-4 4027,2-17 0,2-4 0,2 6 0,0-33 0</inkml:trace>
  <inkml:trace contextRef="#ctx0" brushRef="#br0" timeOffset="174187">19578 11695 25326,'2'45'96,"8"-5"-40,19-16 67,3-8 118,-3-8 67,-5-9-68,-6-12-72,-3-11-33,-4-13-51,-4-9-11,-4-3 22,-3 4-34,-1 12 158,-4 3-113,-2 20-55,-7-2-40,-2 14-6,-5 8 7,-3 9-12,-3 12-6,3 10 6,3 8-11,7 9 5,7 4 1,6-12-12,7-14 0,6-1-260,13 9 238,-3-14 0,2-1-11,25 6 14,0-13 36,-3-13 23,-7-17-1,-2-14 40,0-16-467,2-11 416,-19 20 1,1 0 13,-2-1 0,1-1 28,1-4 1,-1 2-15,6-12 4,4-3 30,-14 23 204,4 0-232,-4 6-16,-4 9-29,-4 5 447,1 9-424,5 13 14,8 16-9,4 18-20,-13-20 0,-1 1-5,-1 2 0,-1 1 0,-3-1 0,0 0-71,-2-1 1,0 0-1006,-2 6 1,-1-1-4637,1 12 5709,-3 7 0,0-41 0,-1-3 0</inkml:trace>
  <inkml:trace contextRef="#ctx0" brushRef="#br0" timeOffset="212312">11345 8944 18840,'-24'-38'-84,"-1"0"0,0 1 0,-9-15 0,3 7 22,-6 8-629,12 16 1,-4 2 822,-10-6 0,-5 2 52,-5-1 1,-3 2-273,-7 0 1,-1 2 266,16 6 0,-1 1 1,0 1-294,-2-1 1,-1 1 0,0 0 258,-1 1 1,-1 1 0,0 0-68,1 1 1,-1 0-1,0 2-43,1 0 1,0 1-1,0 1-17,-1 0 1,0 2 0,3 0-8,-10 0 1,-1 2-1,-2 2 0,-4 1 0,6 1-8,10-1 0,-2 2 9,-2 1 1,-9 1 0,0 2-1,5 0 8,6 0 1,4 0 0,-3 2-438,-2-1 0,-4 2 0,-1 0 0,2 1 428,7-1 0,0 0 1,1 1-1,0 0 1,-1 0 1,0 1 0,-1 1-1,1 0 5,-1 0 0,0 2 0,1 0 0,-1 0 15,1 1 0,0 0 1,1 1-1,0 0 8,0 1 1,1 1 0,1 0 0,0 1-6,-14 7 0,2 1 1,1 1-12,2 1 0,1 2 1,2 1-216,3 1 0,1 2 0,1 1 200,3 0 1,2 2-1,1 3-324,8-4 0,1 3 1,1 1-1,2-4 311,1 0 1,3-3-1,0 3-4,-5 14 1,1 4 0,5-3 175,4 1 0,5 0-174,2-10 1,2 2-1,2 1-2,4-3 1,2 1 0,3 0 184,3 0 1,4-1 0,2 1-150,3-1 0,4 1 0,2-2 32,3 1 1,4 0-1,2-2-49,4 0 0,2-1 1,4-1-18,4-1 0,2-2 1,0-2 3,-7-7 0,-1-2 0,6-1 53,8 1 1,5-1 0,3-1 0,-2-3 42,-12-7 0,-1-1 1,1-3-1,4 2-60,4 0 1,4 0 0,2 0 0,0-1 0,-1-4 0,-4-2 1,-1-2 0,1-3 0,-1 0 0,1-2-4,4-2 1,-1-1-1,1-1 1,1-2 0,-1-1-7,-6-1 0,0 0 0,0-1 0,0-1 0,0-1 0,1-1-219,1-1 1,1-2 0,0 0 0,0-1 0,0-1 0,0 0 206,1-2 0,1-1 0,0 0 0,0-1 0,0-1 0,0 1-128,1-2 1,0 0-1,0-1 1,0 0-1,0-1 1,0 0 125,-9 4 1,1-1 0,0-1 0,-1 1 0,1-1 0,-1 0 0,0 0 9,7-5 0,0 0 1,0 0-1,-1 0 1,0 0-1,0-1 14,-1 1 0,-1-1 1,0 0-1,-1 1 1,0-2-1,-1 1-83,-3 0 0,1 0 1,-2-1-1,0 0 0,-1 0 1,0 0 96,4-5 0,0 0 1,-2-1-1,0 0 1,-3-1 44,-4 3 0,-1-1 1,-2-1-1,-2 1 1,-1-2-77,1-5 1,-2 0-1,-3-2 1,-4 1-117,1-11 0,-5 0 0,-8 0-1451,-10 4 0,-6 0 1,-5 3 1547,-10-14 0,-6 7 0,4 18 0,-2 6 0,-11-4 0</inkml:trace>
  <inkml:trace contextRef="#ctx0" brushRef="#br0" timeOffset="271211">24546 3264 18128,'-21'-17'331,"27"37"-298,17 14 1,2 4 0,1 4-1036,-6-7 0,0 2 1016,6 9 0,1 5-1,-4-11 0,0 3 0,0-2 15,7 12 0,-1-1-14,0-2 0,-1-3 17,-2-5 0,-1-3 320,-6-11 1,0-1-293,6 11 0,-1-2 312,4 9-46,-3 8-73,-20-36 443,-6 7 122,-25-17-660,2-2 39,-12-8 0,-6-2 224,-19-8 103,23 5 1,1-2-247,1-1 0,2 0 59,-12-6-3297,-11-4 3045,25 9 34,3 2-152,22 8-140,0 0 68,7 9 359,7 6-169,19 15-17,16-4-33,7-3 1529,-13-15 0,1-3-1507,-3-3 0,2-2 41,5-4 0,4-2 0,-3 0-58,-4 2 0,0-2 39,17-9 1,-5-1 100,-10-1-78,-5 1 101,-8-1-40,-16 6-89,-1-2-616,-6 0-1809,-3 5-6946,-1 3 9387,0 5 0,0 2 0,1 0 0</inkml:trace>
  <inkml:trace contextRef="#ctx0" brushRef="#br0" timeOffset="271737">25296 4877 16808,'-54'-28'550,"-1"0"1,3 4 0,7 10 1008,11 21-1554,-7 22 487,24 0-548,-3 17-11,33 11 44,12-7 23,11 0 14,-4-23 0,4-3-449,-8-8 1,0-1 434,6 3 0,1 0-3,-1-3 1,-1-2 572,17 6-581,-3 0-6,-2 7 101,-30-11 95,-2 10-11,-28-2-49,-19 2-69,-5-4 56,-1-9 1,-3-2 16,-20-3 290,18-2 0,0-3-626,-17-10-1064,13-6-392,21-3 1669,18-15 0,8 21 0,6-7 0</inkml:trace>
  <inkml:trace contextRef="#ctx0" brushRef="#br0" timeOffset="272177">25672 4956 15793,'8'-3'4587,"-2"2"-3618,-6 1-78,0 0-885,-36 26-12,26-6 1,-23 24 44,51-9 0,-3-13 11,13-1 225,6-14-18,-5-10-38,13-9-51,-12-14-23,-2-11 23,-6-5 28,-8-1-39,-6 2 6,-11 5-91,-2 11 124,-17-2-112,0 16-33,-12-1-40,2 14-28,-1 9-28,0 11 6,0 14 17,8-3-18,8 0 1,2 2-101,0 20-342,6-14 1,3 0 187,9-6 0,5-3-269,6-1 0,4-3-317,22 12-1335,7-20 0,6-7-328,-12-7 0,1-3 2219,1-3 0,3-1 1,-6 0-1,21-3 0,-12-8 1</inkml:trace>
  <inkml:trace contextRef="#ctx0" brushRef="#br0" timeOffset="272637">26355 5007 13883,'0'-46'1968,"-1"0"0,1 4 0,-3 8-1156,-5 13-348,-2 9-296,0 7-100,-2 10 16,-4 10 56,-15 28-118,8-8-231,4-5 1,2 3 253,-3 16-31,10-18 0,1 0-3,-1 30-124,12-7 108,13-7 5,14-9-12,15-12 18,10-10 0,6-10 16,2-14 28,-5-11 40,-8-11 112,-11-7 112,-11-4 78,-12 1 45,-8 4-124,-6 5 317,-3 4-529,-1-1 23,1 12-107,1 1-6,1 10 11,1 2 6,0 1-1478,-1 1-3832,3 1 5282,1-2 0,0 1 0,-1 0 0</inkml:trace>
  <inkml:trace contextRef="#ctx0" brushRef="#br0" timeOffset="273144">26653 4900 22066,'-16'-25'701,"3"5"-657,13 20 46,-2 6 72,-1 8-27,-7 14-40,-1 11-22,-2 15-62,5-15 17,7 11-11,12-21 16,10 4 29,14-7 5,10-9 28,5-8 51,-3-9 72,-8-11 40,-10-10 11,-10-13 95,-7-24-275,-7 14-13,-4 10 0,-1 0 24,-3-13-10,-1-9 11,-2 9-3392,-2 6 3319,2 19-5,0 3-102,4 14-185,0 1-665,6 22 117,2-7-2874,10 24 3686,6-6 0,-8-9 0,1-2 0</inkml:trace>
  <inkml:trace contextRef="#ctx0" brushRef="#br0" timeOffset="273521">27136 4832 17165,'-1'-7'4850,"0"2"-2598,1 5-1832,0 0-224,-30-61-168,28 42-31,-10-15 1,6 5-21,29 27-27,9 9 16,9 10 23,-12 1 0,-2 2 0,12 11-15,-11-5 1,-3 1-36,2 11 10,1 9 68,-13-8 62,-18-5-40,-5-16 62,-17-5 11,3-17 11,-5-10 67,2-25-89,9-3-61,5-3-1,9 3-33,5 11-46,7-6-167,10 3-1182,29-5 336,-10 14-1121,-3 9 1,3 3 2046,-4 4 1,-1 2-1,12-3 1,-1 3 0</inkml:trace>
  <inkml:trace contextRef="#ctx0" brushRef="#br0" timeOffset="273878">27751 4706 16700,'-5'2'5041,"1"0"-3131,4-2-1719,-33 24-102,32-19 68,-13 18 17,54-35-85,1-4 29,5-12 22,-17-4-73,-11 4 45,-9-10-11,-6 6 17,-14-15-29,-3 13-22,-14 1-5,0 19-40,4 8 18,-6 10-7,5 8-33,-10 21 0,10 3-22,6 14-1,14-14-167,25 23 33,-2-25-428,15 3 0,6 0-561,-9-14 1,2-2-51,17 11 1,-1-1 253,-14-12 1,-1-1-2383,6 2 0,-1-3 2544,8 4 0,-9-5 0,-18-8 0</inkml:trace>
  <inkml:trace contextRef="#ctx0" brushRef="#br0" timeOffset="274477">25344 5930 5830,'-43'10'2192,"0"-1"1,0 1 0,-10 2 0,11-3-1505,21-7 1755,50-14-2006,6 0 0,11-1 0,-2-1-303,10-2 0,6-2-525,-15 5 0,8 0 0,4-2 1,2 1-1,-1 0 0,-4 1 426,-2 1 1,-2 2 0,-1 0 0,2-1 0,3 1-26,-1-1 1,3 0-1,2-1 1,1 1-1,0-1 1,-3 2-1,-2 0-136,2 0 0,-4 0 0,0 1 0,0 1 0,4-2 124,-4 2 0,4-1 1,1 1-1,1-1 1,-1 1-1,-3 0 1,-3 0-269,14-2 0,-4 1 0,-2 0 0,5 0 267,-10 1 0,4 0 0,1-1 1,-1 1-1,-1 0 0,-4 1-20,6-2 1,-4 2 0,-2-1 0,-1 1-271,8 0 1,-3 0-1,-4 1 172,2-1 1,-7 3 32,11 8-612,-59 5-1569,-57 17 748,3-10 0,-9-1 769,19-4 0,-4 0 0,-1 0 0,1 0 500,-10 2 0,1 0 0,-6 1 218,13-4 1,-4 2-1,-4 0 1,0 0-1,0 0 1,5-1 252,1 0 0,2 0 0,2 0 1,-2 0-1,-3 0-131,-5 2 1,-3 0 0,-2 1 0,-1-1-1,2 1 1,3-1-91,-1 1 0,3 0 1,1-1-1,1 1 1,0-1 170,3 0 0,0 0 0,1 0 0,1 0 0,3 0 17,-15 3 1,4 1 0,0-1 218,-2 2 0,0 0 1,1 0-51,8-1 1,1 1 0,0 0 94,0-1 0,1 1 0,-1-1 403,0 1 0,0 1 0,4-3-187,0 1 1,5-2 832,-12 1-765,47-15-263,56-22-219,2 2 0,9-3-177,-19 8 1,3-1-1,2 0 1,2 0-17,-3 0 0,2 1 1,2-1-1,0 0 1,2 1-18,5-2 1,1 1-1,1 0 1,2-1-1,-1 1-18,-7 2 0,1 1 1,1-1-1,-1 0 1,1 1-1,0-1-14,0 1 0,0 0 1,0 0-1,0 0 0,1 0 1,1-1 5,-4 2 0,1-1 0,1 1 0,0-1 0,0 0 0,-3 1 0,-3 1-5,14-4 0,-4 2 0,-1-1 0,3 0 5,-8 1 0,3 0 0,1-2 0,-1 2 0,-5 0 0,-7 1 0,13-2 1,-5 0-10,-1 0 1,2 0 0,-6 1 609,-9 3 0,-4 1-595,27-7-246,-16 4-1230,-23 3 1454,-29 7 0,0 0 0,-2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9F31-E43B-2852-D9A9-1EC682170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76171-634A-3C5E-7781-40877E475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92C7A-85E5-AAE7-BF72-C55BBAEEE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2F29-D872-834B-9080-F57686F0907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3A7CE-FB2F-4FE7-EC1C-AF6DE3F56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2E56E-624B-5E11-715B-E90FB6F2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6503B-3A0E-0D44-A05C-B8F4C2971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6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B5CD-62F5-6F1C-75EB-CF5C7118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D5FD5-E0D4-2542-6331-2A4853510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DB3E0-93EA-CCE8-6BB0-E228339D8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2F29-D872-834B-9080-F57686F0907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96D9B-B9E7-7A19-1C7E-64166683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8420-4E9E-2ED9-81F6-99C8AC06D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6503B-3A0E-0D44-A05C-B8F4C2971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57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E383D-BC3B-46D7-2D29-948D34963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7F695-CC50-736E-5EB4-B8E4C1E3E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DAF0-1F9C-1CF4-798C-C5D5813B0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2F29-D872-834B-9080-F57686F0907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E510C-96C1-1546-D301-8A2D32543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A8BA5-9A0D-00E6-BE45-3581126C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6503B-3A0E-0D44-A05C-B8F4C2971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1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DE9DD-A268-4B19-E090-106370BD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C0D65-D49F-BBED-E80B-9D457C0A0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462AC-DA53-B638-104D-6FACEE7AF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AEBD4-0963-F0D0-3451-83A1F3C3C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2F29-D872-834B-9080-F57686F0907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C57E4-DCB0-E58D-EF9A-768CC82A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FAF6E-C3A0-7E6E-0B8A-27C8A4AB2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6503B-3A0E-0D44-A05C-B8F4C2971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71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DD4C6-74A2-0ED5-E358-3B92B3F6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677B4-2282-9C4E-30E8-65DD1B93A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60480-6A02-A713-F83B-A68F8E9B4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2520E-1B51-95C5-AB03-94AD9073B3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3AD5CB-D351-C3AA-1C46-2AF0C352E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31E19-73BC-4EBD-C118-3DD32C66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2F29-D872-834B-9080-F57686F0907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2EB4E1-A20A-77B4-3D77-1FB9B68AC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B56EFD-098E-8190-D5B5-A85989E9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6503B-3A0E-0D44-A05C-B8F4C2971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76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3A65-9B1B-C49A-757D-8E1AA8965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F6B64-C47D-9348-284E-5551B923D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2F29-D872-834B-9080-F57686F0907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8246B-9771-282B-4D05-19F56B04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836E6-AE88-9F7A-E592-C08D126E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6503B-3A0E-0D44-A05C-B8F4C2971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34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76D93D-7268-409B-F0D3-E1B71CC08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2F29-D872-834B-9080-F57686F0907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AA069-962F-EDC3-30B4-8B51B3623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D8339-ECB3-C375-6E64-B306E93D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6503B-3A0E-0D44-A05C-B8F4C2971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3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D7441-68F4-5542-2F32-1F3B6A7EA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0927C-A41A-7755-C277-9B2D7645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9E31C-3D84-A8E7-6363-272C160EA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8D557-CF77-0680-DD11-EBBD39E70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2F29-D872-834B-9080-F57686F0907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41858-B8A5-983B-D30D-69DAB1E78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ED826-D034-C258-AEF1-360EEE0F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6503B-3A0E-0D44-A05C-B8F4C2971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49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BAE8-8AE8-4D6C-943C-3349DADBA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FC9B1C-F4AC-8C1E-03AF-054EBC5C8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28C82-98CE-3118-EEA6-F1CE22B6A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47BC1-60F3-0D0F-492B-234BF5C1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2F29-D872-834B-9080-F57686F0907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B9DB4-F4C3-48D5-B68C-9C9C3E73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BEFC6-DEEA-2128-F3BC-5C9D2834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6503B-3A0E-0D44-A05C-B8F4C2971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22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9224D-70DF-82FE-B6C9-B0F6E34D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3B00B-AE37-4CB5-55A3-EFACFD844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D3869-0BC6-DCB0-EDEF-D03EE4B4B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2F29-D872-834B-9080-F57686F0907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06376-11F2-321D-14CE-5D4BD808F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AD964-6412-CF0F-A1E6-AA6E1FD85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6503B-3A0E-0D44-A05C-B8F4C2971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9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CCE621-042C-4E7D-466C-0A99278F02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5A2D2-2179-B75B-0EB8-14370B3DE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5E04A-251D-EE2C-90A3-966A72D3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2F29-D872-834B-9080-F57686F0907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522B2-DFFA-7395-B60B-F5F2910F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3FF99-11C0-7B09-C48F-30A9C6612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6503B-3A0E-0D44-A05C-B8F4C2971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57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A5406E-940A-6EC3-F7F0-BF4F34FED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82ADC-76C0-7A22-460E-ECE92F058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1D468-2C2D-CBC1-7A66-22E08DE831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52F29-D872-834B-9080-F57686F0907A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832F9-E3EE-B5C4-DCEF-8F68ADFBC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3F077-5A16-20CF-4397-E91D2277A7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36503B-3A0E-0D44-A05C-B8F4C2971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8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C90B38-C18A-A7D3-7635-F0B7B9F0C5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26DE20B-C534-AFFC-36A4-0FF4AAE43CE5}"/>
                  </a:ext>
                </a:extLst>
              </p14:cNvPr>
              <p14:cNvContentPartPr/>
              <p14:nvPr/>
            </p14:nvContentPartPr>
            <p14:xfrm>
              <a:off x="668520" y="2266920"/>
              <a:ext cx="2355840" cy="38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26DE20B-C534-AFFC-36A4-0FF4AAE43C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9160" y="2257560"/>
                <a:ext cx="23745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1E014A1-6C03-EA63-3097-E6935000326A}"/>
                  </a:ext>
                </a:extLst>
              </p14:cNvPr>
              <p14:cNvContentPartPr/>
              <p14:nvPr/>
            </p14:nvContentPartPr>
            <p14:xfrm>
              <a:off x="776880" y="979920"/>
              <a:ext cx="6588720" cy="3439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1E014A1-6C03-EA63-3097-E693500032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7520" y="970560"/>
                <a:ext cx="6607440" cy="345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7692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E6753B-3D49-1C13-DF07-542A9BEB47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E3CBE0-35B6-5599-989D-5F586D71C7CC}"/>
                  </a:ext>
                </a:extLst>
              </p14:cNvPr>
              <p14:cNvContentPartPr/>
              <p14:nvPr/>
            </p14:nvContentPartPr>
            <p14:xfrm>
              <a:off x="244800" y="283680"/>
              <a:ext cx="9542160" cy="3753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E3CBE0-35B6-5599-989D-5F586D71C7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5440" y="274320"/>
                <a:ext cx="9560880" cy="377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534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EAA80-6751-6343-4C4A-AB5F6839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F5C6AC-72F2-6DF4-4290-4BE7BA7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5A9090-5476-3AE3-720B-5632BEA92C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C70B933-E33F-3849-5FC4-FAE43A0E00BB}"/>
                  </a:ext>
                </a:extLst>
              </p14:cNvPr>
              <p14:cNvContentPartPr/>
              <p14:nvPr/>
            </p14:nvContentPartPr>
            <p14:xfrm>
              <a:off x="510120" y="420480"/>
              <a:ext cx="10848960" cy="5639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C70B933-E33F-3849-5FC4-FAE43A0E00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760" y="411120"/>
                <a:ext cx="10867680" cy="565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5569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860CA-10A1-2B5A-8DCB-3FD402F08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4FEB68-A2A7-E5C8-EAAC-B7CA71F28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29DFE9-BA97-AB74-FAF8-A97FB2A9C8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18B80B-B892-11D5-A24D-5B4120D96022}"/>
                  </a:ext>
                </a:extLst>
              </p14:cNvPr>
              <p14:cNvContentPartPr/>
              <p14:nvPr/>
            </p14:nvContentPartPr>
            <p14:xfrm>
              <a:off x="473400" y="725760"/>
              <a:ext cx="8435520" cy="6101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18B80B-B892-11D5-A24D-5B4120D960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4040" y="716400"/>
                <a:ext cx="8454240" cy="612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641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9B050-B4FD-DF72-61FE-D199DDA7D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38C47C-3C0C-D023-E1CD-37AA5C91C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5C400-894A-2985-E236-2A5504F3E8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F031820-17AB-8469-2584-44E7E9CEC293}"/>
                  </a:ext>
                </a:extLst>
              </p14:cNvPr>
              <p14:cNvContentPartPr/>
              <p14:nvPr/>
            </p14:nvContentPartPr>
            <p14:xfrm>
              <a:off x="726480" y="316440"/>
              <a:ext cx="9537480" cy="4042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F031820-17AB-8469-2584-44E7E9CEC2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7120" y="307080"/>
                <a:ext cx="9556200" cy="406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8463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12481-F028-AEB3-8324-7AD2E6EF9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B8C55DD-B3B1-6BD2-746A-8BB9BCC91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67CA0B-61C3-C6F8-388E-946196D1AC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AC13F2A-6A6F-EC25-3934-CBC9B251820E}"/>
                  </a:ext>
                </a:extLst>
              </p14:cNvPr>
              <p14:cNvContentPartPr/>
              <p14:nvPr/>
            </p14:nvContentPartPr>
            <p14:xfrm>
              <a:off x="1251000" y="662400"/>
              <a:ext cx="9837000" cy="3911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AC13F2A-6A6F-EC25-3934-CBC9B25182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1640" y="653040"/>
                <a:ext cx="9855720" cy="392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9017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2</cp:revision>
  <dcterms:created xsi:type="dcterms:W3CDTF">2026-01-14T13:29:15Z</dcterms:created>
  <dcterms:modified xsi:type="dcterms:W3CDTF">2026-01-14T15:29:31Z</dcterms:modified>
</cp:coreProperties>
</file>